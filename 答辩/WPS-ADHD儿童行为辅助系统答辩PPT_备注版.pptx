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18"/>
  </p:notesMasterIdLst>
  <p:handoutMasterIdLst>
    <p:handoutMasterId r:id="rId19"/>
  </p:handout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17.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3" Type="http://schemas.openxmlformats.org/officeDocument/2006/relationships/slideLayout" Target="../slideLayouts/slideLayout17.xml"/><Relationship Id="rId22" Type="http://schemas.openxmlformats.org/officeDocument/2006/relationships/tags" Target="../tags/tag35.xml"/><Relationship Id="rId21" Type="http://schemas.openxmlformats.org/officeDocument/2006/relationships/tags" Target="../tags/tag34.xml"/><Relationship Id="rId20" Type="http://schemas.openxmlformats.org/officeDocument/2006/relationships/tags" Target="../tags/tag33.xml"/><Relationship Id="rId2" Type="http://schemas.openxmlformats.org/officeDocument/2006/relationships/tags" Target="../tags/tag15.xml"/><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1" Type="http://schemas.openxmlformats.org/officeDocument/2006/relationships/slideLayout" Target="../slideLayouts/slideLayout17.xml"/><Relationship Id="rId20" Type="http://schemas.openxmlformats.org/officeDocument/2006/relationships/tags" Target="../tags/tag55.xml"/><Relationship Id="rId2" Type="http://schemas.openxmlformats.org/officeDocument/2006/relationships/tags" Target="../tags/tag37.xml"/><Relationship Id="rId19" Type="http://schemas.openxmlformats.org/officeDocument/2006/relationships/tags" Target="../tags/tag54.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7" Type="http://schemas.openxmlformats.org/officeDocument/2006/relationships/slideLayout" Target="../slideLayouts/slideLayout17.xml"/><Relationship Id="rId26" Type="http://schemas.openxmlformats.org/officeDocument/2006/relationships/tags" Target="../tags/tag81.xml"/><Relationship Id="rId25" Type="http://schemas.openxmlformats.org/officeDocument/2006/relationships/tags" Target="../tags/tag80.xml"/><Relationship Id="rId24" Type="http://schemas.openxmlformats.org/officeDocument/2006/relationships/tags" Target="../tags/tag79.xml"/><Relationship Id="rId23" Type="http://schemas.openxmlformats.org/officeDocument/2006/relationships/tags" Target="../tags/tag78.xml"/><Relationship Id="rId22" Type="http://schemas.openxmlformats.org/officeDocument/2006/relationships/tags" Target="../tags/tag77.xml"/><Relationship Id="rId21" Type="http://schemas.openxmlformats.org/officeDocument/2006/relationships/tags" Target="../tags/tag76.xml"/><Relationship Id="rId20" Type="http://schemas.openxmlformats.org/officeDocument/2006/relationships/tags" Target="../tags/tag75.xml"/><Relationship Id="rId2" Type="http://schemas.openxmlformats.org/officeDocument/2006/relationships/tags" Target="../tags/tag57.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3" Type="http://schemas.openxmlformats.org/officeDocument/2006/relationships/slideLayout" Target="../slideLayouts/slideLayout17.xml"/><Relationship Id="rId72" Type="http://schemas.openxmlformats.org/officeDocument/2006/relationships/tags" Target="../tags/tag141.xml"/><Relationship Id="rId71" Type="http://schemas.openxmlformats.org/officeDocument/2006/relationships/tags" Target="../tags/tag140.xml"/><Relationship Id="rId70" Type="http://schemas.openxmlformats.org/officeDocument/2006/relationships/tags" Target="../tags/tag139.xml"/><Relationship Id="rId7" Type="http://schemas.openxmlformats.org/officeDocument/2006/relationships/tags" Target="../tags/tag88.xml"/><Relationship Id="rId69" Type="http://schemas.openxmlformats.org/officeDocument/2006/relationships/tags" Target="../tags/tag138.xml"/><Relationship Id="rId68" Type="http://schemas.openxmlformats.org/officeDocument/2006/relationships/tags" Target="../tags/tag137.xml"/><Relationship Id="rId67" Type="http://schemas.openxmlformats.org/officeDocument/2006/relationships/tags" Target="../tags/tag136.xml"/><Relationship Id="rId66" Type="http://schemas.openxmlformats.org/officeDocument/2006/relationships/tags" Target="../tags/tag135.xml"/><Relationship Id="rId65" Type="http://schemas.openxmlformats.org/officeDocument/2006/relationships/tags" Target="../tags/tag134.xml"/><Relationship Id="rId64" Type="http://schemas.openxmlformats.org/officeDocument/2006/relationships/tags" Target="../tags/tag133.xml"/><Relationship Id="rId63" Type="http://schemas.openxmlformats.org/officeDocument/2006/relationships/tags" Target="../tags/tag132.xml"/><Relationship Id="rId62" Type="http://schemas.openxmlformats.org/officeDocument/2006/relationships/tags" Target="../tags/tag131.xml"/><Relationship Id="rId61" Type="http://schemas.openxmlformats.org/officeDocument/2006/relationships/tags" Target="../tags/tag130.xml"/><Relationship Id="rId60" Type="http://schemas.openxmlformats.org/officeDocument/2006/relationships/tags" Target="../tags/tag129.xml"/><Relationship Id="rId6" Type="http://schemas.openxmlformats.org/officeDocument/2006/relationships/tags" Target="../tags/tag87.xml"/><Relationship Id="rId59" Type="http://schemas.openxmlformats.org/officeDocument/2006/relationships/tags" Target="../tags/tag128.xml"/><Relationship Id="rId58" Type="http://schemas.openxmlformats.org/officeDocument/2006/relationships/tags" Target="../tags/tag127.xml"/><Relationship Id="rId57" Type="http://schemas.openxmlformats.org/officeDocument/2006/relationships/tags" Target="../tags/tag126.xml"/><Relationship Id="rId56" Type="http://schemas.openxmlformats.org/officeDocument/2006/relationships/tags" Target="../tags/tag125.xml"/><Relationship Id="rId55" Type="http://schemas.openxmlformats.org/officeDocument/2006/relationships/tags" Target="../tags/tag124.xml"/><Relationship Id="rId54" Type="http://schemas.openxmlformats.org/officeDocument/2006/relationships/tags" Target="../tags/tag123.xml"/><Relationship Id="rId53" Type="http://schemas.openxmlformats.org/officeDocument/2006/relationships/tags" Target="../tags/tag122.xml"/><Relationship Id="rId52" Type="http://schemas.openxmlformats.org/officeDocument/2006/relationships/tags" Target="../tags/tag121.xml"/><Relationship Id="rId51" Type="http://schemas.openxmlformats.org/officeDocument/2006/relationships/tags" Target="../tags/tag120.xml"/><Relationship Id="rId50" Type="http://schemas.openxmlformats.org/officeDocument/2006/relationships/image" Target="../media/image12.svg"/><Relationship Id="rId5" Type="http://schemas.openxmlformats.org/officeDocument/2006/relationships/tags" Target="../tags/tag86.xml"/><Relationship Id="rId49" Type="http://schemas.openxmlformats.org/officeDocument/2006/relationships/image" Target="../media/image11.png"/><Relationship Id="rId48" Type="http://schemas.openxmlformats.org/officeDocument/2006/relationships/tags" Target="../tags/tag119.xml"/><Relationship Id="rId47" Type="http://schemas.openxmlformats.org/officeDocument/2006/relationships/tags" Target="../tags/tag118.xml"/><Relationship Id="rId46" Type="http://schemas.openxmlformats.org/officeDocument/2006/relationships/tags" Target="../tags/tag117.xml"/><Relationship Id="rId45" Type="http://schemas.openxmlformats.org/officeDocument/2006/relationships/image" Target="../media/image10.svg"/><Relationship Id="rId44" Type="http://schemas.openxmlformats.org/officeDocument/2006/relationships/image" Target="../media/image9.png"/><Relationship Id="rId43" Type="http://schemas.openxmlformats.org/officeDocument/2006/relationships/tags" Target="../tags/tag116.xml"/><Relationship Id="rId42" Type="http://schemas.openxmlformats.org/officeDocument/2006/relationships/tags" Target="../tags/tag115.xml"/><Relationship Id="rId41" Type="http://schemas.openxmlformats.org/officeDocument/2006/relationships/tags" Target="../tags/tag114.xml"/><Relationship Id="rId40" Type="http://schemas.openxmlformats.org/officeDocument/2006/relationships/image" Target="../media/image8.svg"/><Relationship Id="rId4" Type="http://schemas.openxmlformats.org/officeDocument/2006/relationships/tags" Target="../tags/tag85.xml"/><Relationship Id="rId39" Type="http://schemas.openxmlformats.org/officeDocument/2006/relationships/image" Target="../media/image7.png"/><Relationship Id="rId38" Type="http://schemas.openxmlformats.org/officeDocument/2006/relationships/tags" Target="../tags/tag113.xml"/><Relationship Id="rId37" Type="http://schemas.openxmlformats.org/officeDocument/2006/relationships/tags" Target="../tags/tag112.xml"/><Relationship Id="rId36" Type="http://schemas.openxmlformats.org/officeDocument/2006/relationships/tags" Target="../tags/tag111.xml"/><Relationship Id="rId35" Type="http://schemas.openxmlformats.org/officeDocument/2006/relationships/tags" Target="../tags/tag110.xml"/><Relationship Id="rId34" Type="http://schemas.openxmlformats.org/officeDocument/2006/relationships/tags" Target="../tags/tag109.xml"/><Relationship Id="rId33" Type="http://schemas.openxmlformats.org/officeDocument/2006/relationships/tags" Target="../tags/tag108.xml"/><Relationship Id="rId32" Type="http://schemas.openxmlformats.org/officeDocument/2006/relationships/tags" Target="../tags/tag107.xml"/><Relationship Id="rId31" Type="http://schemas.openxmlformats.org/officeDocument/2006/relationships/tags" Target="../tags/tag106.xml"/><Relationship Id="rId30" Type="http://schemas.openxmlformats.org/officeDocument/2006/relationships/tags" Target="../tags/tag105.xml"/><Relationship Id="rId3" Type="http://schemas.openxmlformats.org/officeDocument/2006/relationships/tags" Target="../tags/tag84.xml"/><Relationship Id="rId29" Type="http://schemas.openxmlformats.org/officeDocument/2006/relationships/tags" Target="../tags/tag104.xml"/><Relationship Id="rId28" Type="http://schemas.openxmlformats.org/officeDocument/2006/relationships/tags" Target="../tags/tag103.xml"/><Relationship Id="rId27" Type="http://schemas.openxmlformats.org/officeDocument/2006/relationships/tags" Target="../tags/tag102.xml"/><Relationship Id="rId26" Type="http://schemas.openxmlformats.org/officeDocument/2006/relationships/tags" Target="../tags/tag101.xml"/><Relationship Id="rId25" Type="http://schemas.openxmlformats.org/officeDocument/2006/relationships/tags" Target="../tags/tag100.xml"/><Relationship Id="rId24" Type="http://schemas.openxmlformats.org/officeDocument/2006/relationships/tags" Target="../tags/tag99.xml"/><Relationship Id="rId23" Type="http://schemas.openxmlformats.org/officeDocument/2006/relationships/tags" Target="../tags/tag98.xml"/><Relationship Id="rId22" Type="http://schemas.openxmlformats.org/officeDocument/2006/relationships/image" Target="../media/image6.svg"/><Relationship Id="rId21" Type="http://schemas.openxmlformats.org/officeDocument/2006/relationships/image" Target="../media/image5.png"/><Relationship Id="rId20" Type="http://schemas.openxmlformats.org/officeDocument/2006/relationships/tags" Target="../tags/tag97.xml"/><Relationship Id="rId2" Type="http://schemas.openxmlformats.org/officeDocument/2006/relationships/tags" Target="../tags/tag83.xml"/><Relationship Id="rId19" Type="http://schemas.openxmlformats.org/officeDocument/2006/relationships/tags" Target="../tags/tag96.xml"/><Relationship Id="rId18" Type="http://schemas.openxmlformats.org/officeDocument/2006/relationships/image" Target="../media/image4.svg"/><Relationship Id="rId17" Type="http://schemas.openxmlformats.org/officeDocument/2006/relationships/image" Target="../media/image3.png"/><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image" Target="../media/image2.svg"/><Relationship Id="rId13" Type="http://schemas.openxmlformats.org/officeDocument/2006/relationships/image" Target="../media/image1.png"/><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6.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6" Type="http://schemas.openxmlformats.org/officeDocument/2006/relationships/slideLayout" Target="../slideLayouts/slideLayout17.xml"/><Relationship Id="rId65" Type="http://schemas.openxmlformats.org/officeDocument/2006/relationships/tags" Target="../tags/tag200.xml"/><Relationship Id="rId64" Type="http://schemas.openxmlformats.org/officeDocument/2006/relationships/tags" Target="../tags/tag199.xml"/><Relationship Id="rId63" Type="http://schemas.openxmlformats.org/officeDocument/2006/relationships/tags" Target="../tags/tag198.xml"/><Relationship Id="rId62" Type="http://schemas.openxmlformats.org/officeDocument/2006/relationships/tags" Target="../tags/tag197.xml"/><Relationship Id="rId61" Type="http://schemas.openxmlformats.org/officeDocument/2006/relationships/tags" Target="../tags/tag196.xml"/><Relationship Id="rId60" Type="http://schemas.openxmlformats.org/officeDocument/2006/relationships/tags" Target="../tags/tag195.xml"/><Relationship Id="rId6" Type="http://schemas.openxmlformats.org/officeDocument/2006/relationships/tags" Target="../tags/tag147.xml"/><Relationship Id="rId59" Type="http://schemas.openxmlformats.org/officeDocument/2006/relationships/tags" Target="../tags/tag194.xml"/><Relationship Id="rId58" Type="http://schemas.openxmlformats.org/officeDocument/2006/relationships/tags" Target="../tags/tag193.xml"/><Relationship Id="rId57" Type="http://schemas.openxmlformats.org/officeDocument/2006/relationships/tags" Target="../tags/tag192.xml"/><Relationship Id="rId56" Type="http://schemas.openxmlformats.org/officeDocument/2006/relationships/tags" Target="../tags/tag191.xml"/><Relationship Id="rId55" Type="http://schemas.openxmlformats.org/officeDocument/2006/relationships/image" Target="../media/image18.svg"/><Relationship Id="rId54" Type="http://schemas.openxmlformats.org/officeDocument/2006/relationships/image" Target="../media/image17.png"/><Relationship Id="rId53" Type="http://schemas.openxmlformats.org/officeDocument/2006/relationships/tags" Target="../tags/tag190.xml"/><Relationship Id="rId52" Type="http://schemas.openxmlformats.org/officeDocument/2006/relationships/tags" Target="../tags/tag189.xml"/><Relationship Id="rId51" Type="http://schemas.openxmlformats.org/officeDocument/2006/relationships/tags" Target="../tags/tag188.xml"/><Relationship Id="rId50" Type="http://schemas.openxmlformats.org/officeDocument/2006/relationships/tags" Target="../tags/tag187.xml"/><Relationship Id="rId5" Type="http://schemas.openxmlformats.org/officeDocument/2006/relationships/tags" Target="../tags/tag146.xml"/><Relationship Id="rId49" Type="http://schemas.openxmlformats.org/officeDocument/2006/relationships/tags" Target="../tags/tag186.xml"/><Relationship Id="rId48" Type="http://schemas.openxmlformats.org/officeDocument/2006/relationships/tags" Target="../tags/tag185.xml"/><Relationship Id="rId47" Type="http://schemas.openxmlformats.org/officeDocument/2006/relationships/tags" Target="../tags/tag184.xml"/><Relationship Id="rId46" Type="http://schemas.openxmlformats.org/officeDocument/2006/relationships/tags" Target="../tags/tag183.xml"/><Relationship Id="rId45" Type="http://schemas.openxmlformats.org/officeDocument/2006/relationships/tags" Target="../tags/tag182.xml"/><Relationship Id="rId44" Type="http://schemas.openxmlformats.org/officeDocument/2006/relationships/tags" Target="../tags/tag181.xml"/><Relationship Id="rId43" Type="http://schemas.openxmlformats.org/officeDocument/2006/relationships/tags" Target="../tags/tag180.xml"/><Relationship Id="rId42" Type="http://schemas.openxmlformats.org/officeDocument/2006/relationships/tags" Target="../tags/tag179.xml"/><Relationship Id="rId41" Type="http://schemas.openxmlformats.org/officeDocument/2006/relationships/tags" Target="../tags/tag178.xml"/><Relationship Id="rId40" Type="http://schemas.openxmlformats.org/officeDocument/2006/relationships/tags" Target="../tags/tag177.xml"/><Relationship Id="rId4" Type="http://schemas.openxmlformats.org/officeDocument/2006/relationships/tags" Target="../tags/tag145.xml"/><Relationship Id="rId39" Type="http://schemas.openxmlformats.org/officeDocument/2006/relationships/tags" Target="../tags/tag176.xml"/><Relationship Id="rId38" Type="http://schemas.openxmlformats.org/officeDocument/2006/relationships/tags" Target="../tags/tag175.xml"/><Relationship Id="rId37" Type="http://schemas.openxmlformats.org/officeDocument/2006/relationships/tags" Target="../tags/tag174.xml"/><Relationship Id="rId36" Type="http://schemas.openxmlformats.org/officeDocument/2006/relationships/tags" Target="../tags/tag173.xml"/><Relationship Id="rId35" Type="http://schemas.openxmlformats.org/officeDocument/2006/relationships/image" Target="../media/image16.svg"/><Relationship Id="rId34" Type="http://schemas.openxmlformats.org/officeDocument/2006/relationships/image" Target="../media/image15.png"/><Relationship Id="rId33" Type="http://schemas.openxmlformats.org/officeDocument/2006/relationships/tags" Target="../tags/tag172.xml"/><Relationship Id="rId32" Type="http://schemas.openxmlformats.org/officeDocument/2006/relationships/tags" Target="../tags/tag171.xml"/><Relationship Id="rId31" Type="http://schemas.openxmlformats.org/officeDocument/2006/relationships/tags" Target="../tags/tag170.xml"/><Relationship Id="rId30" Type="http://schemas.openxmlformats.org/officeDocument/2006/relationships/tags" Target="../tags/tag169.xml"/><Relationship Id="rId3" Type="http://schemas.openxmlformats.org/officeDocument/2006/relationships/tags" Target="../tags/tag144.xml"/><Relationship Id="rId29" Type="http://schemas.openxmlformats.org/officeDocument/2006/relationships/tags" Target="../tags/tag168.xml"/><Relationship Id="rId28" Type="http://schemas.openxmlformats.org/officeDocument/2006/relationships/tags" Target="../tags/tag167.xml"/><Relationship Id="rId27" Type="http://schemas.openxmlformats.org/officeDocument/2006/relationships/tags" Target="../tags/tag166.xml"/><Relationship Id="rId26" Type="http://schemas.openxmlformats.org/officeDocument/2006/relationships/tags" Target="../tags/tag165.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3.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image" Target="../media/image14.svg"/><Relationship Id="rId14" Type="http://schemas.openxmlformats.org/officeDocument/2006/relationships/image" Target="../media/image13.png"/><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tags" Target="../tags/tag142.xml"/></Relationships>
</file>

<file path=ppt/slides/_rels/slide7.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5" Type="http://schemas.openxmlformats.org/officeDocument/2006/relationships/slideLayout" Target="../slideLayouts/slideLayout17.xml"/><Relationship Id="rId44" Type="http://schemas.openxmlformats.org/officeDocument/2006/relationships/tags" Target="../tags/tag234.xml"/><Relationship Id="rId43" Type="http://schemas.openxmlformats.org/officeDocument/2006/relationships/tags" Target="../tags/tag233.xml"/><Relationship Id="rId42" Type="http://schemas.openxmlformats.org/officeDocument/2006/relationships/tags" Target="../tags/tag232.xml"/><Relationship Id="rId41" Type="http://schemas.openxmlformats.org/officeDocument/2006/relationships/tags" Target="../tags/tag231.xml"/><Relationship Id="rId40" Type="http://schemas.openxmlformats.org/officeDocument/2006/relationships/tags" Target="../tags/tag230.xml"/><Relationship Id="rId4" Type="http://schemas.openxmlformats.org/officeDocument/2006/relationships/tags" Target="../tags/tag204.xml"/><Relationship Id="rId39" Type="http://schemas.openxmlformats.org/officeDocument/2006/relationships/image" Target="../media/image28.svg"/><Relationship Id="rId38" Type="http://schemas.openxmlformats.org/officeDocument/2006/relationships/image" Target="../media/image27.png"/><Relationship Id="rId37" Type="http://schemas.openxmlformats.org/officeDocument/2006/relationships/tags" Target="../tags/tag229.xml"/><Relationship Id="rId36" Type="http://schemas.openxmlformats.org/officeDocument/2006/relationships/tags" Target="../tags/tag228.xml"/><Relationship Id="rId35" Type="http://schemas.openxmlformats.org/officeDocument/2006/relationships/tags" Target="../tags/tag227.xml"/><Relationship Id="rId34" Type="http://schemas.openxmlformats.org/officeDocument/2006/relationships/tags" Target="../tags/tag226.xml"/><Relationship Id="rId33" Type="http://schemas.openxmlformats.org/officeDocument/2006/relationships/image" Target="../media/image26.svg"/><Relationship Id="rId32" Type="http://schemas.openxmlformats.org/officeDocument/2006/relationships/image" Target="../media/image25.png"/><Relationship Id="rId31" Type="http://schemas.openxmlformats.org/officeDocument/2006/relationships/tags" Target="../tags/tag225.xml"/><Relationship Id="rId30" Type="http://schemas.openxmlformats.org/officeDocument/2006/relationships/tags" Target="../tags/tag224.xml"/><Relationship Id="rId3" Type="http://schemas.openxmlformats.org/officeDocument/2006/relationships/tags" Target="../tags/tag203.xml"/><Relationship Id="rId29" Type="http://schemas.openxmlformats.org/officeDocument/2006/relationships/tags" Target="../tags/tag223.xml"/><Relationship Id="rId28" Type="http://schemas.openxmlformats.org/officeDocument/2006/relationships/tags" Target="../tags/tag222.xml"/><Relationship Id="rId27" Type="http://schemas.openxmlformats.org/officeDocument/2006/relationships/tags" Target="../tags/tag221.xml"/><Relationship Id="rId26" Type="http://schemas.openxmlformats.org/officeDocument/2006/relationships/tags" Target="../tags/tag220.xml"/><Relationship Id="rId25" Type="http://schemas.openxmlformats.org/officeDocument/2006/relationships/image" Target="../media/image24.svg"/><Relationship Id="rId24" Type="http://schemas.openxmlformats.org/officeDocument/2006/relationships/image" Target="../media/image23.png"/><Relationship Id="rId23" Type="http://schemas.openxmlformats.org/officeDocument/2006/relationships/tags" Target="../tags/tag219.xml"/><Relationship Id="rId22" Type="http://schemas.openxmlformats.org/officeDocument/2006/relationships/tags" Target="../tags/tag218.xml"/><Relationship Id="rId21" Type="http://schemas.openxmlformats.org/officeDocument/2006/relationships/tags" Target="../tags/tag217.xml"/><Relationship Id="rId20" Type="http://schemas.openxmlformats.org/officeDocument/2006/relationships/tags" Target="../tags/tag216.xml"/><Relationship Id="rId2" Type="http://schemas.openxmlformats.org/officeDocument/2006/relationships/tags" Target="../tags/tag202.xml"/><Relationship Id="rId19" Type="http://schemas.openxmlformats.org/officeDocument/2006/relationships/tags" Target="../tags/tag215.xml"/><Relationship Id="rId18" Type="http://schemas.openxmlformats.org/officeDocument/2006/relationships/tags" Target="../tags/tag214.xml"/><Relationship Id="rId17" Type="http://schemas.openxmlformats.org/officeDocument/2006/relationships/image" Target="../media/image22.svg"/><Relationship Id="rId16" Type="http://schemas.openxmlformats.org/officeDocument/2006/relationships/image" Target="../media/image21.png"/><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201.xml"/></Relationships>
</file>

<file path=ppt/slides/_rels/slide8.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2" Type="http://schemas.openxmlformats.org/officeDocument/2006/relationships/slideLayout" Target="../slideLayouts/slideLayout17.xml"/><Relationship Id="rId51" Type="http://schemas.openxmlformats.org/officeDocument/2006/relationships/tags" Target="../tags/tag277.xml"/><Relationship Id="rId50" Type="http://schemas.openxmlformats.org/officeDocument/2006/relationships/tags" Target="../tags/tag276.xml"/><Relationship Id="rId5" Type="http://schemas.openxmlformats.org/officeDocument/2006/relationships/tags" Target="../tags/tag239.xml"/><Relationship Id="rId49" Type="http://schemas.openxmlformats.org/officeDocument/2006/relationships/tags" Target="../tags/tag275.xml"/><Relationship Id="rId48" Type="http://schemas.openxmlformats.org/officeDocument/2006/relationships/tags" Target="../tags/tag274.xml"/><Relationship Id="rId47" Type="http://schemas.openxmlformats.org/officeDocument/2006/relationships/tags" Target="../tags/tag273.xml"/><Relationship Id="rId46" Type="http://schemas.openxmlformats.org/officeDocument/2006/relationships/tags" Target="../tags/tag272.xml"/><Relationship Id="rId45" Type="http://schemas.openxmlformats.org/officeDocument/2006/relationships/tags" Target="../tags/tag271.xml"/><Relationship Id="rId44" Type="http://schemas.openxmlformats.org/officeDocument/2006/relationships/image" Target="../media/image36.svg"/><Relationship Id="rId43" Type="http://schemas.openxmlformats.org/officeDocument/2006/relationships/image" Target="../media/image35.png"/><Relationship Id="rId42" Type="http://schemas.openxmlformats.org/officeDocument/2006/relationships/tags" Target="../tags/tag270.xml"/><Relationship Id="rId41" Type="http://schemas.openxmlformats.org/officeDocument/2006/relationships/tags" Target="../tags/tag269.xml"/><Relationship Id="rId40" Type="http://schemas.openxmlformats.org/officeDocument/2006/relationships/tags" Target="../tags/tag268.xml"/><Relationship Id="rId4" Type="http://schemas.openxmlformats.org/officeDocument/2006/relationships/tags" Target="../tags/tag238.xml"/><Relationship Id="rId39" Type="http://schemas.openxmlformats.org/officeDocument/2006/relationships/tags" Target="../tags/tag267.xml"/><Relationship Id="rId38" Type="http://schemas.openxmlformats.org/officeDocument/2006/relationships/tags" Target="../tags/tag266.xml"/><Relationship Id="rId37" Type="http://schemas.openxmlformats.org/officeDocument/2006/relationships/tags" Target="../tags/tag265.xml"/><Relationship Id="rId36" Type="http://schemas.openxmlformats.org/officeDocument/2006/relationships/tags" Target="../tags/tag264.xml"/><Relationship Id="rId35" Type="http://schemas.openxmlformats.org/officeDocument/2006/relationships/tags" Target="../tags/tag263.xml"/><Relationship Id="rId34" Type="http://schemas.openxmlformats.org/officeDocument/2006/relationships/tags" Target="../tags/tag262.xml"/><Relationship Id="rId33" Type="http://schemas.openxmlformats.org/officeDocument/2006/relationships/image" Target="../media/image34.svg"/><Relationship Id="rId32" Type="http://schemas.openxmlformats.org/officeDocument/2006/relationships/image" Target="../media/image33.png"/><Relationship Id="rId31" Type="http://schemas.openxmlformats.org/officeDocument/2006/relationships/tags" Target="../tags/tag261.xml"/><Relationship Id="rId30" Type="http://schemas.openxmlformats.org/officeDocument/2006/relationships/tags" Target="../tags/tag260.xml"/><Relationship Id="rId3" Type="http://schemas.openxmlformats.org/officeDocument/2006/relationships/tags" Target="../tags/tag237.xml"/><Relationship Id="rId29" Type="http://schemas.openxmlformats.org/officeDocument/2006/relationships/tags" Target="../tags/tag259.xml"/><Relationship Id="rId28" Type="http://schemas.openxmlformats.org/officeDocument/2006/relationships/tags" Target="../tags/tag258.xml"/><Relationship Id="rId27" Type="http://schemas.openxmlformats.org/officeDocument/2006/relationships/tags" Target="../tags/tag257.xml"/><Relationship Id="rId26" Type="http://schemas.openxmlformats.org/officeDocument/2006/relationships/tags" Target="../tags/tag256.xml"/><Relationship Id="rId25" Type="http://schemas.openxmlformats.org/officeDocument/2006/relationships/tags" Target="../tags/tag255.xml"/><Relationship Id="rId24" Type="http://schemas.openxmlformats.org/officeDocument/2006/relationships/tags" Target="../tags/tag254.xml"/><Relationship Id="rId23" Type="http://schemas.openxmlformats.org/officeDocument/2006/relationships/tags" Target="../tags/tag253.xml"/><Relationship Id="rId22" Type="http://schemas.openxmlformats.org/officeDocument/2006/relationships/image" Target="../media/image32.svg"/><Relationship Id="rId21" Type="http://schemas.openxmlformats.org/officeDocument/2006/relationships/image" Target="../media/image31.png"/><Relationship Id="rId20" Type="http://schemas.openxmlformats.org/officeDocument/2006/relationships/tags" Target="../tags/tag252.xml"/><Relationship Id="rId2" Type="http://schemas.openxmlformats.org/officeDocument/2006/relationships/tags" Target="../tags/tag236.xml"/><Relationship Id="rId19" Type="http://schemas.openxmlformats.org/officeDocument/2006/relationships/tags" Target="../tags/tag251.xml"/><Relationship Id="rId18" Type="http://schemas.openxmlformats.org/officeDocument/2006/relationships/tags" Target="../tags/tag250.xml"/><Relationship Id="rId17" Type="http://schemas.openxmlformats.org/officeDocument/2006/relationships/tags" Target="../tags/tag249.xml"/><Relationship Id="rId16" Type="http://schemas.openxmlformats.org/officeDocument/2006/relationships/tags" Target="../tags/tag248.xml"/><Relationship Id="rId15" Type="http://schemas.openxmlformats.org/officeDocument/2006/relationships/tags" Target="../tags/tag247.xml"/><Relationship Id="rId14" Type="http://schemas.openxmlformats.org/officeDocument/2006/relationships/tags" Target="../tags/tag246.xml"/><Relationship Id="rId13" Type="http://schemas.openxmlformats.org/officeDocument/2006/relationships/tags" Target="../tags/tag245.xml"/><Relationship Id="rId12" Type="http://schemas.openxmlformats.org/officeDocument/2006/relationships/tags" Target="../tags/tag244.xml"/><Relationship Id="rId11" Type="http://schemas.openxmlformats.org/officeDocument/2006/relationships/image" Target="../media/image30.svg"/><Relationship Id="rId10" Type="http://schemas.openxmlformats.org/officeDocument/2006/relationships/image" Target="../media/image29.png"/><Relationship Id="rId1" Type="http://schemas.openxmlformats.org/officeDocument/2006/relationships/tags" Target="../tags/tag235.xml"/></Relationships>
</file>

<file path=ppt/slides/_rels/slide9.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3" Type="http://schemas.openxmlformats.org/officeDocument/2006/relationships/slideLayout" Target="../slideLayouts/slideLayout17.xml"/><Relationship Id="rId52" Type="http://schemas.openxmlformats.org/officeDocument/2006/relationships/tags" Target="../tags/tag323.xml"/><Relationship Id="rId51" Type="http://schemas.openxmlformats.org/officeDocument/2006/relationships/tags" Target="../tags/tag322.xml"/><Relationship Id="rId50" Type="http://schemas.openxmlformats.org/officeDocument/2006/relationships/tags" Target="../tags/tag321.xml"/><Relationship Id="rId5" Type="http://schemas.openxmlformats.org/officeDocument/2006/relationships/tags" Target="../tags/tag282.xml"/><Relationship Id="rId49" Type="http://schemas.openxmlformats.org/officeDocument/2006/relationships/tags" Target="../tags/tag320.xml"/><Relationship Id="rId48" Type="http://schemas.openxmlformats.org/officeDocument/2006/relationships/tags" Target="../tags/tag319.xml"/><Relationship Id="rId47" Type="http://schemas.openxmlformats.org/officeDocument/2006/relationships/tags" Target="../tags/tag318.xml"/><Relationship Id="rId46" Type="http://schemas.openxmlformats.org/officeDocument/2006/relationships/tags" Target="../tags/tag317.xml"/><Relationship Id="rId45" Type="http://schemas.openxmlformats.org/officeDocument/2006/relationships/tags" Target="../tags/tag316.xml"/><Relationship Id="rId44" Type="http://schemas.openxmlformats.org/officeDocument/2006/relationships/tags" Target="../tags/tag315.xml"/><Relationship Id="rId43" Type="http://schemas.openxmlformats.org/officeDocument/2006/relationships/image" Target="../media/image42.svg"/><Relationship Id="rId42" Type="http://schemas.openxmlformats.org/officeDocument/2006/relationships/image" Target="../media/image41.png"/><Relationship Id="rId41" Type="http://schemas.openxmlformats.org/officeDocument/2006/relationships/tags" Target="../tags/tag314.xml"/><Relationship Id="rId40" Type="http://schemas.openxmlformats.org/officeDocument/2006/relationships/tags" Target="../tags/tag313.xml"/><Relationship Id="rId4" Type="http://schemas.openxmlformats.org/officeDocument/2006/relationships/tags" Target="../tags/tag281.xml"/><Relationship Id="rId39" Type="http://schemas.openxmlformats.org/officeDocument/2006/relationships/tags" Target="../tags/tag312.xml"/><Relationship Id="rId38" Type="http://schemas.openxmlformats.org/officeDocument/2006/relationships/image" Target="../media/image40.svg"/><Relationship Id="rId37" Type="http://schemas.openxmlformats.org/officeDocument/2006/relationships/image" Target="../media/image39.png"/><Relationship Id="rId36" Type="http://schemas.openxmlformats.org/officeDocument/2006/relationships/tags" Target="../tags/tag311.xml"/><Relationship Id="rId35" Type="http://schemas.openxmlformats.org/officeDocument/2006/relationships/tags" Target="../tags/tag310.xml"/><Relationship Id="rId34" Type="http://schemas.openxmlformats.org/officeDocument/2006/relationships/tags" Target="../tags/tag309.xml"/><Relationship Id="rId33" Type="http://schemas.openxmlformats.org/officeDocument/2006/relationships/image" Target="../media/image38.svg"/><Relationship Id="rId32" Type="http://schemas.openxmlformats.org/officeDocument/2006/relationships/image" Target="../media/image37.png"/><Relationship Id="rId31" Type="http://schemas.openxmlformats.org/officeDocument/2006/relationships/tags" Target="../tags/tag308.xml"/><Relationship Id="rId30" Type="http://schemas.openxmlformats.org/officeDocument/2006/relationships/tags" Target="../tags/tag307.xml"/><Relationship Id="rId3" Type="http://schemas.openxmlformats.org/officeDocument/2006/relationships/tags" Target="../tags/tag280.xml"/><Relationship Id="rId29" Type="http://schemas.openxmlformats.org/officeDocument/2006/relationships/tags" Target="../tags/tag306.xml"/><Relationship Id="rId28" Type="http://schemas.openxmlformats.org/officeDocument/2006/relationships/tags" Target="../tags/tag305.xml"/><Relationship Id="rId27" Type="http://schemas.openxmlformats.org/officeDocument/2006/relationships/tags" Target="../tags/tag304.xml"/><Relationship Id="rId26" Type="http://schemas.openxmlformats.org/officeDocument/2006/relationships/tags" Target="../tags/tag303.xml"/><Relationship Id="rId25" Type="http://schemas.openxmlformats.org/officeDocument/2006/relationships/tags" Target="../tags/tag302.xml"/><Relationship Id="rId24" Type="http://schemas.openxmlformats.org/officeDocument/2006/relationships/tags" Target="../tags/tag301.xml"/><Relationship Id="rId23" Type="http://schemas.openxmlformats.org/officeDocument/2006/relationships/tags" Target="../tags/tag300.xml"/><Relationship Id="rId22" Type="http://schemas.openxmlformats.org/officeDocument/2006/relationships/tags" Target="../tags/tag299.xml"/><Relationship Id="rId21" Type="http://schemas.openxmlformats.org/officeDocument/2006/relationships/tags" Target="../tags/tag298.xml"/><Relationship Id="rId20" Type="http://schemas.openxmlformats.org/officeDocument/2006/relationships/tags" Target="../tags/tag297.xml"/><Relationship Id="rId2" Type="http://schemas.openxmlformats.org/officeDocument/2006/relationships/tags" Target="../tags/tag279.xml"/><Relationship Id="rId19" Type="http://schemas.openxmlformats.org/officeDocument/2006/relationships/tags" Target="../tags/tag296.xml"/><Relationship Id="rId18" Type="http://schemas.openxmlformats.org/officeDocument/2006/relationships/tags" Target="../tags/tag295.xml"/><Relationship Id="rId17" Type="http://schemas.openxmlformats.org/officeDocument/2006/relationships/tags" Target="../tags/tag294.xml"/><Relationship Id="rId16" Type="http://schemas.openxmlformats.org/officeDocument/2006/relationships/tags" Target="../tags/tag293.xml"/><Relationship Id="rId15" Type="http://schemas.openxmlformats.org/officeDocument/2006/relationships/tags" Target="../tags/tag292.xml"/><Relationship Id="rId14" Type="http://schemas.openxmlformats.org/officeDocument/2006/relationships/tags" Target="../tags/tag291.xml"/><Relationship Id="rId13" Type="http://schemas.openxmlformats.org/officeDocument/2006/relationships/tags" Target="../tags/tag290.xml"/><Relationship Id="rId12" Type="http://schemas.openxmlformats.org/officeDocument/2006/relationships/tags" Target="../tags/tag289.xml"/><Relationship Id="rId11" Type="http://schemas.openxmlformats.org/officeDocument/2006/relationships/tags" Target="../tags/tag288.xml"/><Relationship Id="rId10" Type="http://schemas.openxmlformats.org/officeDocument/2006/relationships/tags" Target="../tags/tag287.xml"/><Relationship Id="rId1" Type="http://schemas.openxmlformats.org/officeDocument/2006/relationships/tags" Target="../tags/tag278.xml"/></Relationships>
</file>

<file path=ppt/slides/_rels/slide10.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5" Type="http://schemas.openxmlformats.org/officeDocument/2006/relationships/slideLayout" Target="../slideLayouts/slideLayout17.xml"/><Relationship Id="rId34" Type="http://schemas.openxmlformats.org/officeDocument/2006/relationships/tags" Target="../tags/tag357.xml"/><Relationship Id="rId33" Type="http://schemas.openxmlformats.org/officeDocument/2006/relationships/tags" Target="../tags/tag356.xml"/><Relationship Id="rId32" Type="http://schemas.openxmlformats.org/officeDocument/2006/relationships/tags" Target="../tags/tag355.xml"/><Relationship Id="rId31" Type="http://schemas.openxmlformats.org/officeDocument/2006/relationships/tags" Target="../tags/tag354.xml"/><Relationship Id="rId30" Type="http://schemas.openxmlformats.org/officeDocument/2006/relationships/tags" Target="../tags/tag353.xml"/><Relationship Id="rId3" Type="http://schemas.openxmlformats.org/officeDocument/2006/relationships/tags" Target="../tags/tag326.xml"/><Relationship Id="rId29" Type="http://schemas.openxmlformats.org/officeDocument/2006/relationships/tags" Target="../tags/tag352.xml"/><Relationship Id="rId28" Type="http://schemas.openxmlformats.org/officeDocument/2006/relationships/tags" Target="../tags/tag351.xml"/><Relationship Id="rId27" Type="http://schemas.openxmlformats.org/officeDocument/2006/relationships/tags" Target="../tags/tag350.xml"/><Relationship Id="rId26" Type="http://schemas.openxmlformats.org/officeDocument/2006/relationships/tags" Target="../tags/tag349.xml"/><Relationship Id="rId25" Type="http://schemas.openxmlformats.org/officeDocument/2006/relationships/tags" Target="../tags/tag348.xml"/><Relationship Id="rId24" Type="http://schemas.openxmlformats.org/officeDocument/2006/relationships/tags" Target="../tags/tag347.xml"/><Relationship Id="rId23" Type="http://schemas.openxmlformats.org/officeDocument/2006/relationships/tags" Target="../tags/tag346.xml"/><Relationship Id="rId22" Type="http://schemas.openxmlformats.org/officeDocument/2006/relationships/tags" Target="../tags/tag345.xml"/><Relationship Id="rId21" Type="http://schemas.openxmlformats.org/officeDocument/2006/relationships/tags" Target="../tags/tag344.xml"/><Relationship Id="rId20" Type="http://schemas.openxmlformats.org/officeDocument/2006/relationships/tags" Target="../tags/tag343.xml"/><Relationship Id="rId2" Type="http://schemas.openxmlformats.org/officeDocument/2006/relationships/tags" Target="../tags/tag325.xml"/><Relationship Id="rId19" Type="http://schemas.openxmlformats.org/officeDocument/2006/relationships/tags" Target="../tags/tag342.xml"/><Relationship Id="rId18" Type="http://schemas.openxmlformats.org/officeDocument/2006/relationships/tags" Target="../tags/tag341.xml"/><Relationship Id="rId17" Type="http://schemas.openxmlformats.org/officeDocument/2006/relationships/tags" Target="../tags/tag340.xml"/><Relationship Id="rId16" Type="http://schemas.openxmlformats.org/officeDocument/2006/relationships/tags" Target="../tags/tag339.xml"/><Relationship Id="rId15" Type="http://schemas.openxmlformats.org/officeDocument/2006/relationships/tags" Target="../tags/tag338.xml"/><Relationship Id="rId14" Type="http://schemas.openxmlformats.org/officeDocument/2006/relationships/tags" Target="../tags/tag337.xml"/><Relationship Id="rId13" Type="http://schemas.openxmlformats.org/officeDocument/2006/relationships/tags" Target="../tags/tag336.xml"/><Relationship Id="rId12" Type="http://schemas.openxmlformats.org/officeDocument/2006/relationships/tags" Target="../tags/tag335.xml"/><Relationship Id="rId11" Type="http://schemas.openxmlformats.org/officeDocument/2006/relationships/tags" Target="../tags/tag334.xml"/><Relationship Id="rId10" Type="http://schemas.openxmlformats.org/officeDocument/2006/relationships/tags" Target="../tags/tag333.xml"/><Relationship Id="rId1" Type="http://schemas.openxmlformats.org/officeDocument/2006/relationships/tags" Target="../tags/tag324.xml"/></Relationships>
</file>

<file path=ppt/slides/_rels/slide11.xml.rels><?xml version="1.0" encoding="UTF-8" standalone="yes"?>
<Relationships xmlns="http://schemas.openxmlformats.org/package/2006/relationships"><Relationship Id="rId9" Type="http://schemas.openxmlformats.org/officeDocument/2006/relationships/tags" Target="../tags/tag366.xml"/><Relationship Id="rId8" Type="http://schemas.openxmlformats.org/officeDocument/2006/relationships/tags" Target="../tags/tag365.xml"/><Relationship Id="rId7" Type="http://schemas.openxmlformats.org/officeDocument/2006/relationships/tags" Target="../tags/tag364.xml"/><Relationship Id="rId6" Type="http://schemas.openxmlformats.org/officeDocument/2006/relationships/tags" Target="../tags/tag363.xml"/><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6" Type="http://schemas.openxmlformats.org/officeDocument/2006/relationships/slideLayout" Target="../slideLayouts/slideLayout17.xml"/><Relationship Id="rId25" Type="http://schemas.openxmlformats.org/officeDocument/2006/relationships/tags" Target="../tags/tag382.xml"/><Relationship Id="rId24" Type="http://schemas.openxmlformats.org/officeDocument/2006/relationships/tags" Target="../tags/tag381.xml"/><Relationship Id="rId23" Type="http://schemas.openxmlformats.org/officeDocument/2006/relationships/tags" Target="../tags/tag380.xml"/><Relationship Id="rId22" Type="http://schemas.openxmlformats.org/officeDocument/2006/relationships/tags" Target="../tags/tag379.xml"/><Relationship Id="rId21" Type="http://schemas.openxmlformats.org/officeDocument/2006/relationships/tags" Target="../tags/tag378.xml"/><Relationship Id="rId20" Type="http://schemas.openxmlformats.org/officeDocument/2006/relationships/tags" Target="../tags/tag377.xml"/><Relationship Id="rId2" Type="http://schemas.openxmlformats.org/officeDocument/2006/relationships/tags" Target="../tags/tag359.xml"/><Relationship Id="rId19" Type="http://schemas.openxmlformats.org/officeDocument/2006/relationships/tags" Target="../tags/tag376.xml"/><Relationship Id="rId18" Type="http://schemas.openxmlformats.org/officeDocument/2006/relationships/tags" Target="../tags/tag375.xml"/><Relationship Id="rId17" Type="http://schemas.openxmlformats.org/officeDocument/2006/relationships/tags" Target="../tags/tag374.xml"/><Relationship Id="rId16" Type="http://schemas.openxmlformats.org/officeDocument/2006/relationships/tags" Target="../tags/tag373.xml"/><Relationship Id="rId15" Type="http://schemas.openxmlformats.org/officeDocument/2006/relationships/tags" Target="../tags/tag372.xml"/><Relationship Id="rId14" Type="http://schemas.openxmlformats.org/officeDocument/2006/relationships/tags" Target="../tags/tag371.xml"/><Relationship Id="rId13" Type="http://schemas.openxmlformats.org/officeDocument/2006/relationships/tags" Target="../tags/tag370.xml"/><Relationship Id="rId12" Type="http://schemas.openxmlformats.org/officeDocument/2006/relationships/tags" Target="../tags/tag369.xml"/><Relationship Id="rId11" Type="http://schemas.openxmlformats.org/officeDocument/2006/relationships/tags" Target="../tags/tag368.xml"/><Relationship Id="rId10" Type="http://schemas.openxmlformats.org/officeDocument/2006/relationships/tags" Target="../tags/tag367.xml"/><Relationship Id="rId1" Type="http://schemas.openxmlformats.org/officeDocument/2006/relationships/tags" Target="../tags/tag358.xml"/></Relationships>
</file>

<file path=ppt/slides/_rels/slide12.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tags" Target="../tags/tag390.xml"/><Relationship Id="rId7" Type="http://schemas.openxmlformats.org/officeDocument/2006/relationships/tags" Target="../tags/tag389.xml"/><Relationship Id="rId65" Type="http://schemas.openxmlformats.org/officeDocument/2006/relationships/slideLayout" Target="../slideLayouts/slideLayout17.xml"/><Relationship Id="rId64" Type="http://schemas.openxmlformats.org/officeDocument/2006/relationships/tags" Target="../tags/tag432.xml"/><Relationship Id="rId63" Type="http://schemas.openxmlformats.org/officeDocument/2006/relationships/tags" Target="../tags/tag431.xml"/><Relationship Id="rId62" Type="http://schemas.openxmlformats.org/officeDocument/2006/relationships/image" Target="../media/image55.svg"/><Relationship Id="rId61" Type="http://schemas.openxmlformats.org/officeDocument/2006/relationships/image" Target="../media/image54.png"/><Relationship Id="rId60" Type="http://schemas.openxmlformats.org/officeDocument/2006/relationships/tags" Target="../tags/tag430.xml"/><Relationship Id="rId6" Type="http://schemas.openxmlformats.org/officeDocument/2006/relationships/tags" Target="../tags/tag388.xml"/><Relationship Id="rId59" Type="http://schemas.openxmlformats.org/officeDocument/2006/relationships/tags" Target="../tags/tag429.xml"/><Relationship Id="rId58" Type="http://schemas.openxmlformats.org/officeDocument/2006/relationships/tags" Target="../tags/tag428.xml"/><Relationship Id="rId57" Type="http://schemas.openxmlformats.org/officeDocument/2006/relationships/tags" Target="../tags/tag427.xml"/><Relationship Id="rId56" Type="http://schemas.openxmlformats.org/officeDocument/2006/relationships/tags" Target="../tags/tag426.xml"/><Relationship Id="rId55" Type="http://schemas.openxmlformats.org/officeDocument/2006/relationships/image" Target="../media/image53.svg"/><Relationship Id="rId54" Type="http://schemas.openxmlformats.org/officeDocument/2006/relationships/image" Target="../media/image52.png"/><Relationship Id="rId53" Type="http://schemas.openxmlformats.org/officeDocument/2006/relationships/tags" Target="../tags/tag425.xml"/><Relationship Id="rId52" Type="http://schemas.openxmlformats.org/officeDocument/2006/relationships/tags" Target="../tags/tag424.xml"/><Relationship Id="rId51" Type="http://schemas.openxmlformats.org/officeDocument/2006/relationships/tags" Target="../tags/tag423.xml"/><Relationship Id="rId50" Type="http://schemas.openxmlformats.org/officeDocument/2006/relationships/tags" Target="../tags/tag422.xml"/><Relationship Id="rId5" Type="http://schemas.openxmlformats.org/officeDocument/2006/relationships/tags" Target="../tags/tag387.xml"/><Relationship Id="rId49" Type="http://schemas.openxmlformats.org/officeDocument/2006/relationships/tags" Target="../tags/tag421.xml"/><Relationship Id="rId48" Type="http://schemas.openxmlformats.org/officeDocument/2006/relationships/image" Target="../media/image51.svg"/><Relationship Id="rId47" Type="http://schemas.openxmlformats.org/officeDocument/2006/relationships/image" Target="../media/image50.png"/><Relationship Id="rId46" Type="http://schemas.openxmlformats.org/officeDocument/2006/relationships/tags" Target="../tags/tag420.xml"/><Relationship Id="rId45" Type="http://schemas.openxmlformats.org/officeDocument/2006/relationships/tags" Target="../tags/tag419.xml"/><Relationship Id="rId44" Type="http://schemas.openxmlformats.org/officeDocument/2006/relationships/tags" Target="../tags/tag418.xml"/><Relationship Id="rId43" Type="http://schemas.openxmlformats.org/officeDocument/2006/relationships/tags" Target="../tags/tag417.xml"/><Relationship Id="rId42" Type="http://schemas.openxmlformats.org/officeDocument/2006/relationships/tags" Target="../tags/tag416.xml"/><Relationship Id="rId41" Type="http://schemas.openxmlformats.org/officeDocument/2006/relationships/image" Target="../media/image49.svg"/><Relationship Id="rId40" Type="http://schemas.openxmlformats.org/officeDocument/2006/relationships/image" Target="../media/image48.png"/><Relationship Id="rId4" Type="http://schemas.openxmlformats.org/officeDocument/2006/relationships/tags" Target="../tags/tag386.xml"/><Relationship Id="rId39" Type="http://schemas.openxmlformats.org/officeDocument/2006/relationships/tags" Target="../tags/tag415.xml"/><Relationship Id="rId38" Type="http://schemas.openxmlformats.org/officeDocument/2006/relationships/tags" Target="../tags/tag414.xml"/><Relationship Id="rId37" Type="http://schemas.openxmlformats.org/officeDocument/2006/relationships/tags" Target="../tags/tag413.xml"/><Relationship Id="rId36" Type="http://schemas.openxmlformats.org/officeDocument/2006/relationships/tags" Target="../tags/tag412.xml"/><Relationship Id="rId35" Type="http://schemas.openxmlformats.org/officeDocument/2006/relationships/tags" Target="../tags/tag411.xml"/><Relationship Id="rId34" Type="http://schemas.openxmlformats.org/officeDocument/2006/relationships/tags" Target="../tags/tag410.xml"/><Relationship Id="rId33" Type="http://schemas.openxmlformats.org/officeDocument/2006/relationships/tags" Target="../tags/tag409.xml"/><Relationship Id="rId32" Type="http://schemas.openxmlformats.org/officeDocument/2006/relationships/tags" Target="../tags/tag408.xml"/><Relationship Id="rId31" Type="http://schemas.openxmlformats.org/officeDocument/2006/relationships/tags" Target="../tags/tag407.xml"/><Relationship Id="rId30" Type="http://schemas.openxmlformats.org/officeDocument/2006/relationships/tags" Target="../tags/tag406.xml"/><Relationship Id="rId3" Type="http://schemas.openxmlformats.org/officeDocument/2006/relationships/tags" Target="../tags/tag385.xml"/><Relationship Id="rId29" Type="http://schemas.openxmlformats.org/officeDocument/2006/relationships/tags" Target="../tags/tag405.xml"/><Relationship Id="rId28" Type="http://schemas.openxmlformats.org/officeDocument/2006/relationships/tags" Target="../tags/tag404.xml"/><Relationship Id="rId27" Type="http://schemas.openxmlformats.org/officeDocument/2006/relationships/tags" Target="../tags/tag403.xml"/><Relationship Id="rId26" Type="http://schemas.openxmlformats.org/officeDocument/2006/relationships/tags" Target="../tags/tag402.xml"/><Relationship Id="rId25" Type="http://schemas.openxmlformats.org/officeDocument/2006/relationships/tags" Target="../tags/tag401.xml"/><Relationship Id="rId24" Type="http://schemas.openxmlformats.org/officeDocument/2006/relationships/image" Target="../media/image47.svg"/><Relationship Id="rId23" Type="http://schemas.openxmlformats.org/officeDocument/2006/relationships/image" Target="../media/image46.png"/><Relationship Id="rId22" Type="http://schemas.openxmlformats.org/officeDocument/2006/relationships/tags" Target="../tags/tag400.xml"/><Relationship Id="rId21" Type="http://schemas.openxmlformats.org/officeDocument/2006/relationships/tags" Target="../tags/tag399.xml"/><Relationship Id="rId20" Type="http://schemas.openxmlformats.org/officeDocument/2006/relationships/image" Target="../media/image45.svg"/><Relationship Id="rId2" Type="http://schemas.openxmlformats.org/officeDocument/2006/relationships/tags" Target="../tags/tag384.xml"/><Relationship Id="rId19" Type="http://schemas.openxmlformats.org/officeDocument/2006/relationships/image" Target="../media/image44.png"/><Relationship Id="rId18" Type="http://schemas.openxmlformats.org/officeDocument/2006/relationships/tags" Target="../tags/tag398.xml"/><Relationship Id="rId17" Type="http://schemas.openxmlformats.org/officeDocument/2006/relationships/tags" Target="../tags/tag397.xml"/><Relationship Id="rId16" Type="http://schemas.openxmlformats.org/officeDocument/2006/relationships/tags" Target="../tags/tag396.xml"/><Relationship Id="rId15" Type="http://schemas.openxmlformats.org/officeDocument/2006/relationships/tags" Target="../tags/tag395.xml"/><Relationship Id="rId14" Type="http://schemas.openxmlformats.org/officeDocument/2006/relationships/tags" Target="../tags/tag394.xml"/><Relationship Id="rId13" Type="http://schemas.openxmlformats.org/officeDocument/2006/relationships/tags" Target="../tags/tag393.xml"/><Relationship Id="rId12" Type="http://schemas.openxmlformats.org/officeDocument/2006/relationships/tags" Target="../tags/tag392.xml"/><Relationship Id="rId11" Type="http://schemas.openxmlformats.org/officeDocument/2006/relationships/image" Target="../media/image14.svg"/><Relationship Id="rId10" Type="http://schemas.openxmlformats.org/officeDocument/2006/relationships/image" Target="../media/image43.png"/><Relationship Id="rId1" Type="http://schemas.openxmlformats.org/officeDocument/2006/relationships/tags" Target="../tags/tag383.xml"/></Relationships>
</file>

<file path=ppt/slides/_rels/slide13.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3" Type="http://schemas.openxmlformats.org/officeDocument/2006/relationships/slideLayout" Target="../slideLayouts/slideLayout17.xml"/><Relationship Id="rId42" Type="http://schemas.openxmlformats.org/officeDocument/2006/relationships/tags" Target="../tags/tag468.xml"/><Relationship Id="rId41" Type="http://schemas.openxmlformats.org/officeDocument/2006/relationships/tags" Target="../tags/tag467.xml"/><Relationship Id="rId40" Type="http://schemas.openxmlformats.org/officeDocument/2006/relationships/tags" Target="../tags/tag466.xml"/><Relationship Id="rId4" Type="http://schemas.openxmlformats.org/officeDocument/2006/relationships/tags" Target="../tags/tag434.xml"/><Relationship Id="rId39" Type="http://schemas.openxmlformats.org/officeDocument/2006/relationships/tags" Target="../tags/tag465.xml"/><Relationship Id="rId38" Type="http://schemas.openxmlformats.org/officeDocument/2006/relationships/tags" Target="../tags/tag464.xml"/><Relationship Id="rId37" Type="http://schemas.openxmlformats.org/officeDocument/2006/relationships/tags" Target="../tags/tag463.xml"/><Relationship Id="rId36" Type="http://schemas.openxmlformats.org/officeDocument/2006/relationships/tags" Target="../tags/tag462.xml"/><Relationship Id="rId35" Type="http://schemas.openxmlformats.org/officeDocument/2006/relationships/tags" Target="../tags/tag461.xml"/><Relationship Id="rId34" Type="http://schemas.openxmlformats.org/officeDocument/2006/relationships/tags" Target="../tags/tag460.xml"/><Relationship Id="rId33" Type="http://schemas.openxmlformats.org/officeDocument/2006/relationships/tags" Target="../tags/tag459.xml"/><Relationship Id="rId32" Type="http://schemas.openxmlformats.org/officeDocument/2006/relationships/image" Target="../media/image61.svg"/><Relationship Id="rId31" Type="http://schemas.openxmlformats.org/officeDocument/2006/relationships/image" Target="../media/image60.png"/><Relationship Id="rId30" Type="http://schemas.openxmlformats.org/officeDocument/2006/relationships/tags" Target="../tags/tag458.xml"/><Relationship Id="rId3" Type="http://schemas.openxmlformats.org/officeDocument/2006/relationships/image" Target="../media/image57.svg"/><Relationship Id="rId29" Type="http://schemas.openxmlformats.org/officeDocument/2006/relationships/tags" Target="../tags/tag457.xml"/><Relationship Id="rId28" Type="http://schemas.openxmlformats.org/officeDocument/2006/relationships/tags" Target="../tags/tag456.xml"/><Relationship Id="rId27" Type="http://schemas.openxmlformats.org/officeDocument/2006/relationships/tags" Target="../tags/tag455.xml"/><Relationship Id="rId26" Type="http://schemas.openxmlformats.org/officeDocument/2006/relationships/tags" Target="../tags/tag454.xml"/><Relationship Id="rId25" Type="http://schemas.openxmlformats.org/officeDocument/2006/relationships/tags" Target="../tags/tag453.xml"/><Relationship Id="rId24" Type="http://schemas.openxmlformats.org/officeDocument/2006/relationships/tags" Target="../tags/tag452.xml"/><Relationship Id="rId23" Type="http://schemas.openxmlformats.org/officeDocument/2006/relationships/tags" Target="../tags/tag451.xml"/><Relationship Id="rId22" Type="http://schemas.openxmlformats.org/officeDocument/2006/relationships/tags" Target="../tags/tag450.xml"/><Relationship Id="rId21" Type="http://schemas.openxmlformats.org/officeDocument/2006/relationships/tags" Target="../tags/tag449.xml"/><Relationship Id="rId20" Type="http://schemas.openxmlformats.org/officeDocument/2006/relationships/tags" Target="../tags/tag448.xml"/><Relationship Id="rId2" Type="http://schemas.openxmlformats.org/officeDocument/2006/relationships/image" Target="../media/image56.png"/><Relationship Id="rId19" Type="http://schemas.openxmlformats.org/officeDocument/2006/relationships/tags" Target="../tags/tag447.xml"/><Relationship Id="rId18" Type="http://schemas.openxmlformats.org/officeDocument/2006/relationships/tags" Target="../tags/tag446.xml"/><Relationship Id="rId17" Type="http://schemas.openxmlformats.org/officeDocument/2006/relationships/tags" Target="../tags/tag445.xml"/><Relationship Id="rId16" Type="http://schemas.openxmlformats.org/officeDocument/2006/relationships/tags" Target="../tags/tag444.xml"/><Relationship Id="rId15" Type="http://schemas.openxmlformats.org/officeDocument/2006/relationships/image" Target="../media/image59.svg"/><Relationship Id="rId14" Type="http://schemas.openxmlformats.org/officeDocument/2006/relationships/image" Target="../media/image58.png"/><Relationship Id="rId13" Type="http://schemas.openxmlformats.org/officeDocument/2006/relationships/tags" Target="../tags/tag443.xml"/><Relationship Id="rId12" Type="http://schemas.openxmlformats.org/officeDocument/2006/relationships/tags" Target="../tags/tag442.xml"/><Relationship Id="rId11" Type="http://schemas.openxmlformats.org/officeDocument/2006/relationships/tags" Target="../tags/tag441.xml"/><Relationship Id="rId10" Type="http://schemas.openxmlformats.org/officeDocument/2006/relationships/tags" Target="../tags/tag440.xml"/><Relationship Id="rId1" Type="http://schemas.openxmlformats.org/officeDocument/2006/relationships/tags" Target="../tags/tag43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74.xml"/><Relationship Id="rId5" Type="http://schemas.openxmlformats.org/officeDocument/2006/relationships/tags" Target="../tags/tag473.xml"/><Relationship Id="rId4" Type="http://schemas.openxmlformats.org/officeDocument/2006/relationships/tags" Target="../tags/tag472.xml"/><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tags" Target="../tags/tag46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p:nvPr>
            <p:custDataLst>
              <p:tags r:id="rId1"/>
            </p:custDataLst>
          </p:nvPr>
        </p:nvSpPr>
        <p:spPr>
          <a:xfrm>
            <a:off x="0" y="0"/>
            <a:ext cx="12192000" cy="5715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custDataLst>
              <p:tags r:id="rId2"/>
            </p:custDataLst>
          </p:nvPr>
        </p:nvSpPr>
        <p:spPr>
          <a:xfrm>
            <a:off x="5524500" y="2076450"/>
            <a:ext cx="1143000" cy="28575"/>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3"/>
            </p:custDataLst>
          </p:nvPr>
        </p:nvSpPr>
        <p:spPr>
          <a:xfrm>
            <a:off x="3886200" y="662940"/>
            <a:ext cx="4419600" cy="495300"/>
          </a:xfrm>
          <a:prstGeom prst="rect">
            <a:avLst/>
          </a:prstGeom>
          <a:noFill/>
        </p:spPr>
        <p:txBody>
          <a:bodyPr wrap="square" lIns="0" tIns="0" rIns="0" bIns="0" rtlCol="0" anchor="t">
            <a:noAutofit/>
          </a:bodyPr>
          <a:p>
            <a:pPr algn="ctr">
              <a:lnSpc>
                <a:spcPct val="125000"/>
              </a:lnSpc>
            </a:pPr>
            <a:r>
              <a:rPr lang="en-US" sz="3000" b="1" spc="150">
                <a:solidFill>
                  <a:srgbClr val="1E293B"/>
                </a:solidFill>
                <a:latin typeface="黑体" panose="02010609060101010101" charset="-122"/>
                <a:ea typeface="黑体" panose="02010609060101010101" charset="-122"/>
                <a:cs typeface="黑体" panose="02010609060101010101" charset="-122"/>
              </a:rPr>
              <a:t>ADHD</a:t>
            </a:r>
            <a:r>
              <a:rPr lang="zh-CN" sz="3000" b="1" spc="150">
                <a:solidFill>
                  <a:srgbClr val="1E293B"/>
                </a:solidFill>
                <a:latin typeface="黑体" panose="02010609060101010101" charset="-122"/>
                <a:ea typeface="黑体" panose="02010609060101010101" charset="-122"/>
                <a:cs typeface="黑体" panose="02010609060101010101" charset="-122"/>
              </a:rPr>
              <a:t>中小学生行为习惯</a:t>
            </a:r>
            <a:endParaRPr lang="zh-CN" sz="3000" b="1" spc="150">
              <a:solidFill>
                <a:srgbClr val="1E293B"/>
              </a:solidFill>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4"/>
            </p:custDataLst>
          </p:nvPr>
        </p:nvSpPr>
        <p:spPr>
          <a:xfrm>
            <a:off x="4105275" y="1234440"/>
            <a:ext cx="3981450" cy="495300"/>
          </a:xfrm>
          <a:prstGeom prst="rect">
            <a:avLst/>
          </a:prstGeom>
          <a:noFill/>
        </p:spPr>
        <p:txBody>
          <a:bodyPr wrap="square" lIns="0" tIns="0" rIns="0" bIns="0" rtlCol="0" anchor="t">
            <a:noAutofit/>
          </a:bodyPr>
          <a:p>
            <a:pPr algn="ctr">
              <a:lnSpc>
                <a:spcPct val="125000"/>
              </a:lnSpc>
            </a:pPr>
            <a:r>
              <a:rPr sz="3000" b="1" spc="150">
                <a:solidFill>
                  <a:srgbClr val="2D5B99"/>
                </a:solidFill>
                <a:latin typeface="黑体" panose="02010609060101010101" charset="-122"/>
                <a:ea typeface="黑体" panose="02010609060101010101" charset="-122"/>
              </a:rPr>
              <a:t>辅助系统设计与实现</a:t>
            </a:r>
            <a:endParaRPr sz="3000" b="1" spc="150">
              <a:solidFill>
                <a:srgbClr val="2D5B99"/>
              </a:solidFill>
              <a:latin typeface="黑体" panose="02010609060101010101" charset="-122"/>
              <a:ea typeface="黑体" panose="02010609060101010101" charset="-122"/>
            </a:endParaRPr>
          </a:p>
        </p:txBody>
      </p:sp>
      <p:sp>
        <p:nvSpPr>
          <p:cNvPr id="6" name="文本框 5"/>
          <p:cNvSpPr txBox="1"/>
          <p:nvPr>
            <p:custDataLst>
              <p:tags r:id="rId5"/>
            </p:custDataLst>
          </p:nvPr>
        </p:nvSpPr>
        <p:spPr>
          <a:xfrm>
            <a:off x="5153025" y="2464117"/>
            <a:ext cx="1971675" cy="613410"/>
          </a:xfrm>
          <a:prstGeom prst="rect">
            <a:avLst/>
          </a:prstGeom>
          <a:noFill/>
        </p:spPr>
        <p:txBody>
          <a:bodyPr wrap="square" lIns="0" tIns="0" rIns="0" bIns="0" rtlCol="0" anchor="t">
            <a:noAutofit/>
          </a:bodyPr>
          <a:p>
            <a:pPr algn="l">
              <a:lnSpc>
                <a:spcPct val="158000"/>
              </a:lnSpc>
            </a:pPr>
            <a:r>
              <a:rPr sz="1350">
                <a:solidFill>
                  <a:srgbClr val="1E293B"/>
                </a:solidFill>
                <a:latin typeface="黑体" panose="02010609060101010101" charset="-122"/>
                <a:ea typeface="黑体" panose="02010609060101010101" charset="-122"/>
              </a:rPr>
              <a:t>学校：上海应用技术大学</a:t>
            </a:r>
            <a:endParaRPr sz="1350">
              <a:solidFill>
                <a:srgbClr val="1E293B"/>
              </a:solidFill>
              <a:latin typeface="黑体" panose="02010609060101010101" charset="-122"/>
              <a:ea typeface="黑体" panose="02010609060101010101" charset="-122"/>
            </a:endParaRPr>
          </a:p>
          <a:p>
            <a:pPr algn="l">
              <a:lnSpc>
                <a:spcPct val="158000"/>
              </a:lnSpc>
            </a:pPr>
            <a:r>
              <a:rPr sz="1350">
                <a:solidFill>
                  <a:srgbClr val="1E293B"/>
                </a:solidFill>
                <a:latin typeface="黑体" panose="02010609060101010101" charset="-122"/>
                <a:ea typeface="黑体" panose="02010609060101010101" charset="-122"/>
              </a:rPr>
              <a:t>专业：计算机科学与技术</a:t>
            </a:r>
            <a:endParaRPr sz="1350">
              <a:solidFill>
                <a:srgbClr val="1E293B"/>
              </a:solidFill>
              <a:latin typeface="黑体" panose="02010609060101010101" charset="-122"/>
              <a:ea typeface="黑体" panose="02010609060101010101" charset="-122"/>
            </a:endParaRPr>
          </a:p>
        </p:txBody>
      </p:sp>
      <p:sp>
        <p:nvSpPr>
          <p:cNvPr id="7" name="文本框 6"/>
          <p:cNvSpPr txBox="1"/>
          <p:nvPr>
            <p:custDataLst>
              <p:tags r:id="rId6"/>
            </p:custDataLst>
          </p:nvPr>
        </p:nvSpPr>
        <p:spPr>
          <a:xfrm>
            <a:off x="5453063" y="3115627"/>
            <a:ext cx="1457325" cy="287655"/>
          </a:xfrm>
          <a:prstGeom prst="rect">
            <a:avLst/>
          </a:prstGeom>
          <a:noFill/>
        </p:spPr>
        <p:txBody>
          <a:bodyPr wrap="square" lIns="0" tIns="0" rIns="0" bIns="0" rtlCol="0" anchor="t">
            <a:noAutofit/>
          </a:bodyPr>
          <a:p>
            <a:pPr algn="l">
              <a:lnSpc>
                <a:spcPct val="158000"/>
              </a:lnSpc>
            </a:pPr>
            <a:r>
              <a:rPr sz="1350">
                <a:solidFill>
                  <a:srgbClr val="1E293B"/>
                </a:solidFill>
                <a:latin typeface="黑体" panose="02010609060101010101" charset="-122"/>
                <a:ea typeface="黑体" panose="02010609060101010101" charset="-122"/>
              </a:rPr>
              <a:t>学号：</a:t>
            </a:r>
            <a:r>
              <a:rPr sz="1350" b="1">
                <a:solidFill>
                  <a:srgbClr val="1E293B"/>
                </a:solidFill>
                <a:latin typeface="黑体" panose="02010609060101010101" charset="-122"/>
                <a:ea typeface="黑体" panose="02010609060101010101" charset="-122"/>
              </a:rPr>
              <a:t>241042025</a:t>
            </a:r>
            <a:endParaRPr sz="1350" b="1">
              <a:solidFill>
                <a:srgbClr val="1E293B"/>
              </a:solidFill>
              <a:latin typeface="黑体" panose="02010609060101010101" charset="-122"/>
              <a:ea typeface="黑体" panose="02010609060101010101" charset="-122"/>
            </a:endParaRPr>
          </a:p>
        </p:txBody>
      </p:sp>
      <p:sp>
        <p:nvSpPr>
          <p:cNvPr id="8" name="文本框 7"/>
          <p:cNvSpPr txBox="1"/>
          <p:nvPr>
            <p:custDataLst>
              <p:tags r:id="rId7"/>
            </p:custDataLst>
          </p:nvPr>
        </p:nvSpPr>
        <p:spPr>
          <a:xfrm>
            <a:off x="5495925" y="3441383"/>
            <a:ext cx="1371600" cy="287655"/>
          </a:xfrm>
          <a:prstGeom prst="rect">
            <a:avLst/>
          </a:prstGeom>
          <a:noFill/>
        </p:spPr>
        <p:txBody>
          <a:bodyPr wrap="square" lIns="0" tIns="0" rIns="0" bIns="0" rtlCol="0" anchor="t">
            <a:noAutofit/>
          </a:bodyPr>
          <a:p>
            <a:pPr algn="l">
              <a:lnSpc>
                <a:spcPct val="158000"/>
              </a:lnSpc>
            </a:pPr>
            <a:r>
              <a:rPr sz="1350">
                <a:solidFill>
                  <a:srgbClr val="1E293B"/>
                </a:solidFill>
                <a:latin typeface="黑体" panose="02010609060101010101" charset="-122"/>
                <a:ea typeface="黑体" panose="02010609060101010101" charset="-122"/>
              </a:rPr>
              <a:t>学生姓名：</a:t>
            </a:r>
            <a:r>
              <a:rPr sz="1350" b="1">
                <a:solidFill>
                  <a:srgbClr val="1E293B"/>
                </a:solidFill>
                <a:latin typeface="黑体" panose="02010609060101010101" charset="-122"/>
                <a:ea typeface="黑体" panose="02010609060101010101" charset="-122"/>
              </a:rPr>
              <a:t>赵轩</a:t>
            </a:r>
            <a:endParaRPr sz="1350" b="1">
              <a:solidFill>
                <a:srgbClr val="1E293B"/>
              </a:solidFill>
              <a:latin typeface="黑体" panose="02010609060101010101" charset="-122"/>
              <a:ea typeface="黑体" panose="02010609060101010101" charset="-122"/>
            </a:endParaRPr>
          </a:p>
        </p:txBody>
      </p:sp>
      <p:sp>
        <p:nvSpPr>
          <p:cNvPr id="9" name="文本框 8"/>
          <p:cNvSpPr txBox="1"/>
          <p:nvPr>
            <p:custDataLst>
              <p:tags r:id="rId8"/>
            </p:custDataLst>
          </p:nvPr>
        </p:nvSpPr>
        <p:spPr>
          <a:xfrm>
            <a:off x="5410200" y="3767138"/>
            <a:ext cx="1543050" cy="287655"/>
          </a:xfrm>
          <a:prstGeom prst="rect">
            <a:avLst/>
          </a:prstGeom>
          <a:noFill/>
        </p:spPr>
        <p:txBody>
          <a:bodyPr wrap="square" lIns="0" tIns="0" rIns="0" bIns="0" rtlCol="0" anchor="t">
            <a:noAutofit/>
          </a:bodyPr>
          <a:p>
            <a:pPr algn="l">
              <a:lnSpc>
                <a:spcPct val="158000"/>
              </a:lnSpc>
            </a:pPr>
            <a:r>
              <a:rPr sz="1350">
                <a:solidFill>
                  <a:srgbClr val="1E293B"/>
                </a:solidFill>
                <a:latin typeface="黑体" panose="02010609060101010101" charset="-122"/>
                <a:ea typeface="黑体" panose="02010609060101010101" charset="-122"/>
              </a:rPr>
              <a:t>指导教师：薛庆水</a:t>
            </a:r>
            <a:endParaRPr sz="1350">
              <a:solidFill>
                <a:srgbClr val="1E293B"/>
              </a:solidFill>
              <a:latin typeface="黑体" panose="02010609060101010101" charset="-122"/>
              <a:ea typeface="黑体" panose="02010609060101010101" charset="-122"/>
            </a:endParaRPr>
          </a:p>
        </p:txBody>
      </p:sp>
      <p:sp>
        <p:nvSpPr>
          <p:cNvPr id="10" name="文本框 9"/>
          <p:cNvSpPr txBox="1"/>
          <p:nvPr>
            <p:custDataLst>
              <p:tags r:id="rId9"/>
            </p:custDataLst>
          </p:nvPr>
        </p:nvSpPr>
        <p:spPr>
          <a:xfrm>
            <a:off x="5453063" y="4092892"/>
            <a:ext cx="1457325" cy="287655"/>
          </a:xfrm>
          <a:prstGeom prst="rect">
            <a:avLst/>
          </a:prstGeom>
          <a:noFill/>
        </p:spPr>
        <p:txBody>
          <a:bodyPr wrap="square" lIns="0" tIns="0" rIns="0" bIns="0" rtlCol="0" anchor="t">
            <a:noAutofit/>
          </a:bodyPr>
          <a:p>
            <a:pPr algn="l">
              <a:lnSpc>
                <a:spcPct val="158000"/>
              </a:lnSpc>
            </a:pPr>
            <a:r>
              <a:rPr lang="zh-CN" altLang="en-US" sz="1350">
                <a:solidFill>
                  <a:srgbClr val="1E293B"/>
                </a:solidFill>
                <a:latin typeface="黑体" panose="02010609060101010101" charset="-122"/>
                <a:ea typeface="黑体" panose="02010609060101010101" charset="-122"/>
                <a:cs typeface="黑体" panose="02010609060101010101" charset="-122"/>
              </a:rPr>
              <a:t>日期：</a:t>
            </a:r>
            <a:r>
              <a:rPr lang="en-US" altLang="zh-CN" sz="1350">
                <a:solidFill>
                  <a:srgbClr val="1E293B"/>
                </a:solidFill>
                <a:latin typeface="黑体" panose="02010609060101010101" charset="-122"/>
                <a:ea typeface="黑体" panose="02010609060101010101" charset="-122"/>
                <a:cs typeface="黑体" panose="02010609060101010101" charset="-122"/>
              </a:rPr>
              <a:t>2026</a:t>
            </a:r>
            <a:r>
              <a:rPr lang="zh-CN" altLang="en-US" sz="1350">
                <a:solidFill>
                  <a:srgbClr val="1E293B"/>
                </a:solidFill>
                <a:latin typeface="黑体" panose="02010609060101010101" charset="-122"/>
                <a:ea typeface="黑体" panose="02010609060101010101" charset="-122"/>
                <a:cs typeface="黑体" panose="02010609060101010101" charset="-122"/>
              </a:rPr>
              <a:t>年</a:t>
            </a:r>
            <a:r>
              <a:rPr lang="en-US" altLang="zh-CN" sz="1350">
                <a:solidFill>
                  <a:srgbClr val="1E293B"/>
                </a:solidFill>
                <a:latin typeface="黑体" panose="02010609060101010101" charset="-122"/>
                <a:ea typeface="黑体" panose="02010609060101010101" charset="-122"/>
                <a:cs typeface="黑体" panose="02010609060101010101" charset="-122"/>
              </a:rPr>
              <a:t>4</a:t>
            </a:r>
            <a:r>
              <a:rPr lang="zh-CN" altLang="en-US" sz="1350">
                <a:solidFill>
                  <a:srgbClr val="1E293B"/>
                </a:solidFill>
                <a:latin typeface="黑体" panose="02010609060101010101" charset="-122"/>
                <a:ea typeface="黑体" panose="02010609060101010101" charset="-122"/>
                <a:cs typeface="黑体" panose="02010609060101010101" charset="-122"/>
              </a:rPr>
              <a:t>月</a:t>
            </a:r>
            <a:endParaRPr lang="zh-CN" altLang="en-US" sz="1350">
              <a:solidFill>
                <a:srgbClr val="1E293B"/>
              </a:solidFill>
              <a:latin typeface="黑体" panose="02010609060101010101" charset="-122"/>
              <a:ea typeface="黑体" panose="02010609060101010101" charset="-122"/>
              <a:cs typeface="黑体" panose="02010609060101010101" charset="-122"/>
            </a:endParaRPr>
          </a:p>
        </p:txBody>
      </p:sp>
      <p:sp>
        <p:nvSpPr>
          <p:cNvPr id="11" name="矩形 10"/>
          <p:cNvSpPr/>
          <p:nvPr>
            <p:custDataLst>
              <p:tags r:id="rId10"/>
            </p:custDataLst>
          </p:nvPr>
        </p:nvSpPr>
        <p:spPr>
          <a:xfrm>
            <a:off x="5143500" y="4981575"/>
            <a:ext cx="1905000" cy="19050"/>
          </a:xfrm>
          <a:prstGeom prst="rect">
            <a:avLst/>
          </a:prstGeom>
          <a:solidFill>
            <a:srgbClr val="64748B">
              <a:alpha val="50001"/>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6" name="组合 15"/>
          <p:cNvGrpSpPr/>
          <p:nvPr/>
        </p:nvGrpSpPr>
        <p:grpSpPr>
          <a:xfrm>
            <a:off x="0" y="5627370"/>
            <a:ext cx="12192000" cy="1230630"/>
            <a:chOff x="0" y="8862"/>
            <a:chExt cx="19200" cy="1938"/>
          </a:xfrm>
        </p:grpSpPr>
        <p:sp>
          <p:nvSpPr>
            <p:cNvPr id="12" name="任意多边形 11"/>
            <p:cNvSpPr/>
            <p:nvPr>
              <p:custDataLst>
                <p:tags r:id="rId11"/>
              </p:custDataLst>
            </p:nvPr>
          </p:nvSpPr>
          <p:spPr>
            <a:xfrm>
              <a:off x="0" y="8862"/>
              <a:ext cx="19200" cy="1938"/>
            </a:xfrm>
            <a:custGeom>
              <a:avLst/>
              <a:gdLst>
                <a:gd name="sw" fmla="*/ 1 w 19200"/>
                <a:gd name="sh" fmla="*/ 1 h 1938"/>
                <a:gd name="mins" fmla="min sw sh"/>
                <a:gd name="dsw" fmla="+- 0 sw mins"/>
                <a:gd name="dsh" fmla="+- 0 sh mins"/>
                <a:gd name="p0x0" fmla="*/ 0 w 19200"/>
                <a:gd name="p0y0" fmla="*/ 0 h 1938"/>
                <a:gd name="p0x1" fmla="*/ 19200 w 19200"/>
                <a:gd name="p0y1" fmla="*/ 0 h 1938"/>
                <a:gd name="p0x2" fmla="*/ 19200 w 19200"/>
                <a:gd name="p0y2" fmla="*/ 1938 h 1938"/>
                <a:gd name="p0x3" fmla="*/ 0 w 19200"/>
                <a:gd name="p0y3" fmla="*/ 1938 h 1938"/>
                <a:gd name="p0x4" fmla="*/ 0 w 19200"/>
                <a:gd name="p0y4" fmla="*/ 0 h 1938"/>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custDataLst>
                <p:tags r:id="rId12"/>
              </p:custDataLst>
            </p:nvPr>
          </p:nvSpPr>
          <p:spPr>
            <a:xfrm>
              <a:off x="0" y="8862"/>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5" name="文本框 14"/>
          <p:cNvSpPr txBox="1"/>
          <p:nvPr>
            <p:custDataLst>
              <p:tags r:id="rId13"/>
            </p:custDataLst>
          </p:nvPr>
        </p:nvSpPr>
        <p:spPr>
          <a:xfrm>
            <a:off x="152400" y="5799772"/>
            <a:ext cx="11887200" cy="886778"/>
          </a:xfrm>
          <a:prstGeom prst="rect">
            <a:avLst/>
          </a:prstGeom>
          <a:noFill/>
        </p:spPr>
        <p:txBody>
          <a:bodyPr wrap="square" lIns="0" tIns="0" rIns="0" bIns="0" rtlCol="0" anchor="t">
            <a:noAutofit/>
          </a:bodyPr>
          <a:p>
            <a:pPr algn="l">
              <a:lnSpc>
                <a:spcPct val="125000"/>
              </a:lnSpc>
              <a:spcAft>
                <a:spcPts val="600"/>
              </a:spcAft>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a:p>
            <a:pPr algn="l">
              <a:lnSpc>
                <a:spcPct val="133000"/>
              </a:lnSpc>
            </a:pPr>
            <a:r>
              <a:rPr sz="1050" b="1">
                <a:solidFill>
                  <a:srgbClr val="475569"/>
                </a:solidFill>
                <a:latin typeface="宋体" panose="02010600030101010101" pitchFamily="2" charset="-122"/>
                <a:ea typeface="宋体" panose="02010600030101010101" pitchFamily="2" charset="-122"/>
              </a:rPr>
              <a:t>开场话术：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各位评委老师好，我是计算机科学与技术专业的赵轩，我的毕业论文题目是《</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中小学生行为习惯辅助系统设计与实现》。我的指导老师是薛庆水老师。接下来我将从研究背景、系统设计、实现、测试等几个方面来介绍我的项目。</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a:p>
            <a:pPr algn="l">
              <a:lnSpc>
                <a:spcPct val="133000"/>
              </a:lnSpc>
            </a:pPr>
            <a:r>
              <a:rPr sz="1050" b="1">
                <a:solidFill>
                  <a:srgbClr val="475569"/>
                </a:solidFill>
                <a:latin typeface="宋体" panose="02010600030101010101" pitchFamily="2" charset="-122"/>
                <a:ea typeface="宋体" panose="02010600030101010101" pitchFamily="2"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开场注意礼貌，语速放缓，清晰报出个人信息和论文题目；</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简单说明接下来的答辩结构，让评委对整体流程有预期。</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p:nvPr>
            <p:custDataLst>
              <p:tags r:id="rId1"/>
            </p:custDataLst>
          </p:nvPr>
        </p:nvSpPr>
        <p:spPr>
          <a:xfrm>
            <a:off x="0" y="0"/>
            <a:ext cx="12192000" cy="28575"/>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2"/>
            </p:custDataLst>
          </p:nvPr>
        </p:nvSpPr>
        <p:spPr>
          <a:xfrm>
            <a:off x="735330" y="2465070"/>
            <a:ext cx="2552700" cy="544830"/>
          </a:xfrm>
          <a:prstGeom prst="rect">
            <a:avLst/>
          </a:prstGeom>
          <a:noFill/>
        </p:spPr>
        <p:txBody>
          <a:bodyPr wrap="square" lIns="0" tIns="0" rIns="0" bIns="0" rtlCol="0" anchor="t">
            <a:noAutofit/>
          </a:bodyPr>
          <a:p>
            <a:pPr algn="l">
              <a:lnSpc>
                <a:spcPct val="125000"/>
              </a:lnSpc>
            </a:pPr>
            <a:r>
              <a:rPr sz="3300" b="1" spc="900">
                <a:solidFill>
                  <a:srgbClr val="2D5B99"/>
                </a:solidFill>
                <a:latin typeface="黑体" panose="02010609060101010101" charset="-122"/>
                <a:ea typeface="黑体" panose="02010609060101010101" charset="-122"/>
              </a:rPr>
              <a:t>答辩目录</a:t>
            </a:r>
            <a:endParaRPr sz="3300" b="1" spc="900">
              <a:solidFill>
                <a:srgbClr val="2D5B99"/>
              </a:solidFill>
              <a:latin typeface="黑体" panose="02010609060101010101" charset="-122"/>
              <a:ea typeface="黑体" panose="02010609060101010101" charset="-122"/>
            </a:endParaRPr>
          </a:p>
        </p:txBody>
      </p:sp>
      <p:sp>
        <p:nvSpPr>
          <p:cNvPr id="5" name="文本框 4"/>
          <p:cNvSpPr txBox="1"/>
          <p:nvPr>
            <p:custDataLst>
              <p:tags r:id="rId3"/>
            </p:custDataLst>
          </p:nvPr>
        </p:nvSpPr>
        <p:spPr>
          <a:xfrm>
            <a:off x="4175760" y="8115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01</a:t>
            </a:r>
            <a:endParaRPr sz="2400" b="1">
              <a:solidFill>
                <a:srgbClr val="2D5B99"/>
              </a:solidFill>
              <a:latin typeface="黑体" panose="02010609060101010101" charset="-122"/>
              <a:ea typeface="黑体" panose="02010609060101010101" charset="-122"/>
            </a:endParaRPr>
          </a:p>
        </p:txBody>
      </p:sp>
      <p:sp>
        <p:nvSpPr>
          <p:cNvPr id="6" name="文本框 5"/>
          <p:cNvSpPr txBox="1"/>
          <p:nvPr>
            <p:custDataLst>
              <p:tags r:id="rId4"/>
            </p:custDataLst>
          </p:nvPr>
        </p:nvSpPr>
        <p:spPr>
          <a:xfrm>
            <a:off x="4861560" y="857250"/>
            <a:ext cx="18288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研究背景与意义</a:t>
            </a:r>
            <a:endParaRPr>
              <a:solidFill>
                <a:srgbClr val="1E293B"/>
              </a:solidFill>
              <a:latin typeface="黑体" panose="02010609060101010101" charset="-122"/>
              <a:ea typeface="黑体" panose="02010609060101010101" charset="-122"/>
            </a:endParaRPr>
          </a:p>
        </p:txBody>
      </p:sp>
      <p:sp>
        <p:nvSpPr>
          <p:cNvPr id="7" name="文本框 6"/>
          <p:cNvSpPr txBox="1"/>
          <p:nvPr>
            <p:custDataLst>
              <p:tags r:id="rId5"/>
            </p:custDataLst>
          </p:nvPr>
        </p:nvSpPr>
        <p:spPr>
          <a:xfrm>
            <a:off x="4175760" y="14211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02</a:t>
            </a:r>
            <a:endParaRPr sz="2400" b="1">
              <a:solidFill>
                <a:srgbClr val="2D5B99"/>
              </a:solidFill>
              <a:latin typeface="黑体" panose="02010609060101010101" charset="-122"/>
              <a:ea typeface="黑体" panose="02010609060101010101" charset="-122"/>
            </a:endParaRPr>
          </a:p>
        </p:txBody>
      </p:sp>
      <p:sp>
        <p:nvSpPr>
          <p:cNvPr id="8" name="文本框 7"/>
          <p:cNvSpPr txBox="1"/>
          <p:nvPr>
            <p:custDataLst>
              <p:tags r:id="rId6"/>
            </p:custDataLst>
          </p:nvPr>
        </p:nvSpPr>
        <p:spPr>
          <a:xfrm>
            <a:off x="4861560" y="1466850"/>
            <a:ext cx="16002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系统需求分析</a:t>
            </a:r>
            <a:endParaRPr>
              <a:solidFill>
                <a:srgbClr val="1E293B"/>
              </a:solidFill>
              <a:latin typeface="黑体" panose="02010609060101010101" charset="-122"/>
              <a:ea typeface="黑体" panose="02010609060101010101" charset="-122"/>
            </a:endParaRPr>
          </a:p>
        </p:txBody>
      </p:sp>
      <p:sp>
        <p:nvSpPr>
          <p:cNvPr id="9" name="文本框 8"/>
          <p:cNvSpPr txBox="1"/>
          <p:nvPr>
            <p:custDataLst>
              <p:tags r:id="rId7"/>
            </p:custDataLst>
          </p:nvPr>
        </p:nvSpPr>
        <p:spPr>
          <a:xfrm>
            <a:off x="4175760" y="20307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03</a:t>
            </a:r>
            <a:endParaRPr sz="2400" b="1">
              <a:solidFill>
                <a:srgbClr val="2D5B99"/>
              </a:solidFill>
              <a:latin typeface="黑体" panose="02010609060101010101" charset="-122"/>
              <a:ea typeface="黑体" panose="02010609060101010101" charset="-122"/>
            </a:endParaRPr>
          </a:p>
        </p:txBody>
      </p:sp>
      <p:sp>
        <p:nvSpPr>
          <p:cNvPr id="10" name="文本框 9"/>
          <p:cNvSpPr txBox="1"/>
          <p:nvPr>
            <p:custDataLst>
              <p:tags r:id="rId8"/>
            </p:custDataLst>
          </p:nvPr>
        </p:nvSpPr>
        <p:spPr>
          <a:xfrm>
            <a:off x="4861560" y="2076450"/>
            <a:ext cx="16002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系统架构设计</a:t>
            </a:r>
            <a:endParaRPr>
              <a:solidFill>
                <a:srgbClr val="1E293B"/>
              </a:solidFill>
              <a:latin typeface="黑体" panose="02010609060101010101" charset="-122"/>
              <a:ea typeface="黑体" panose="02010609060101010101" charset="-122"/>
            </a:endParaRPr>
          </a:p>
        </p:txBody>
      </p:sp>
      <p:sp>
        <p:nvSpPr>
          <p:cNvPr id="11" name="文本框 10"/>
          <p:cNvSpPr txBox="1"/>
          <p:nvPr>
            <p:custDataLst>
              <p:tags r:id="rId9"/>
            </p:custDataLst>
          </p:nvPr>
        </p:nvSpPr>
        <p:spPr>
          <a:xfrm>
            <a:off x="4175760" y="26403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04</a:t>
            </a:r>
            <a:endParaRPr sz="2400" b="1">
              <a:solidFill>
                <a:srgbClr val="2D5B99"/>
              </a:solidFill>
              <a:latin typeface="黑体" panose="02010609060101010101" charset="-122"/>
              <a:ea typeface="黑体" panose="02010609060101010101" charset="-122"/>
            </a:endParaRPr>
          </a:p>
        </p:txBody>
      </p:sp>
      <p:sp>
        <p:nvSpPr>
          <p:cNvPr id="12" name="文本框 11"/>
          <p:cNvSpPr txBox="1"/>
          <p:nvPr>
            <p:custDataLst>
              <p:tags r:id="rId10"/>
            </p:custDataLst>
          </p:nvPr>
        </p:nvSpPr>
        <p:spPr>
          <a:xfrm>
            <a:off x="4861560" y="2686050"/>
            <a:ext cx="16002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核心功能实现</a:t>
            </a:r>
            <a:endParaRPr>
              <a:solidFill>
                <a:srgbClr val="1E293B"/>
              </a:solidFill>
              <a:latin typeface="黑体" panose="02010609060101010101" charset="-122"/>
              <a:ea typeface="黑体" panose="02010609060101010101" charset="-122"/>
            </a:endParaRPr>
          </a:p>
        </p:txBody>
      </p:sp>
      <p:sp>
        <p:nvSpPr>
          <p:cNvPr id="13" name="文本框 12"/>
          <p:cNvSpPr txBox="1"/>
          <p:nvPr>
            <p:custDataLst>
              <p:tags r:id="rId11"/>
            </p:custDataLst>
          </p:nvPr>
        </p:nvSpPr>
        <p:spPr>
          <a:xfrm>
            <a:off x="4175760" y="32499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05</a:t>
            </a:r>
            <a:endParaRPr sz="2400" b="1">
              <a:solidFill>
                <a:srgbClr val="2D5B99"/>
              </a:solidFill>
              <a:latin typeface="黑体" panose="02010609060101010101" charset="-122"/>
              <a:ea typeface="黑体" panose="02010609060101010101" charset="-122"/>
            </a:endParaRPr>
          </a:p>
        </p:txBody>
      </p:sp>
      <p:sp>
        <p:nvSpPr>
          <p:cNvPr id="14" name="文本框 13"/>
          <p:cNvSpPr txBox="1"/>
          <p:nvPr>
            <p:custDataLst>
              <p:tags r:id="rId12"/>
            </p:custDataLst>
          </p:nvPr>
        </p:nvSpPr>
        <p:spPr>
          <a:xfrm>
            <a:off x="4861560" y="3295650"/>
            <a:ext cx="11430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系统测试</a:t>
            </a:r>
            <a:endParaRPr>
              <a:solidFill>
                <a:srgbClr val="1E293B"/>
              </a:solidFill>
              <a:latin typeface="黑体" panose="02010609060101010101" charset="-122"/>
              <a:ea typeface="黑体" panose="02010609060101010101" charset="-122"/>
            </a:endParaRPr>
          </a:p>
        </p:txBody>
      </p:sp>
      <p:sp>
        <p:nvSpPr>
          <p:cNvPr id="15" name="文本框 14"/>
          <p:cNvSpPr txBox="1"/>
          <p:nvPr>
            <p:custDataLst>
              <p:tags r:id="rId13"/>
            </p:custDataLst>
          </p:nvPr>
        </p:nvSpPr>
        <p:spPr>
          <a:xfrm>
            <a:off x="4175760" y="38595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06</a:t>
            </a:r>
            <a:endParaRPr sz="2400" b="1">
              <a:solidFill>
                <a:srgbClr val="2D5B99"/>
              </a:solidFill>
              <a:latin typeface="黑体" panose="02010609060101010101" charset="-122"/>
              <a:ea typeface="黑体" panose="02010609060101010101" charset="-122"/>
            </a:endParaRPr>
          </a:p>
        </p:txBody>
      </p:sp>
      <p:sp>
        <p:nvSpPr>
          <p:cNvPr id="16" name="文本框 15"/>
          <p:cNvSpPr txBox="1"/>
          <p:nvPr>
            <p:custDataLst>
              <p:tags r:id="rId14"/>
            </p:custDataLst>
          </p:nvPr>
        </p:nvSpPr>
        <p:spPr>
          <a:xfrm>
            <a:off x="4861560" y="3905250"/>
            <a:ext cx="13716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总结与展望</a:t>
            </a:r>
            <a:endParaRPr>
              <a:solidFill>
                <a:srgbClr val="1E293B"/>
              </a:solidFill>
              <a:latin typeface="黑体" panose="02010609060101010101" charset="-122"/>
              <a:ea typeface="黑体" panose="02010609060101010101" charset="-122"/>
            </a:endParaRPr>
          </a:p>
        </p:txBody>
      </p:sp>
      <p:sp>
        <p:nvSpPr>
          <p:cNvPr id="17" name="文本框 16"/>
          <p:cNvSpPr txBox="1"/>
          <p:nvPr>
            <p:custDataLst>
              <p:tags r:id="rId15"/>
            </p:custDataLst>
          </p:nvPr>
        </p:nvSpPr>
        <p:spPr>
          <a:xfrm>
            <a:off x="4175760" y="4469130"/>
            <a:ext cx="609600" cy="396240"/>
          </a:xfrm>
          <a:prstGeom prst="rect">
            <a:avLst/>
          </a:prstGeom>
          <a:noFill/>
        </p:spPr>
        <p:txBody>
          <a:bodyPr wrap="square" lIns="0" tIns="0" rIns="0" bIns="0" rtlCol="0" anchor="t">
            <a:noAutofit/>
          </a:bodyPr>
          <a:p>
            <a:pPr algn="l">
              <a:lnSpc>
                <a:spcPct val="125000"/>
              </a:lnSpc>
            </a:pPr>
            <a:r>
              <a:rPr sz="2400" b="1">
                <a:solidFill>
                  <a:srgbClr val="2D5B99"/>
                </a:solidFill>
                <a:latin typeface="黑体" panose="02010609060101010101" charset="-122"/>
                <a:ea typeface="黑体" panose="02010609060101010101" charset="-122"/>
              </a:rPr>
              <a:t>07</a:t>
            </a:r>
            <a:endParaRPr sz="2400" b="1">
              <a:solidFill>
                <a:srgbClr val="2D5B99"/>
              </a:solidFill>
              <a:latin typeface="黑体" panose="02010609060101010101" charset="-122"/>
              <a:ea typeface="黑体" panose="02010609060101010101" charset="-122"/>
            </a:endParaRPr>
          </a:p>
        </p:txBody>
      </p:sp>
      <p:sp>
        <p:nvSpPr>
          <p:cNvPr id="18" name="文本框 17"/>
          <p:cNvSpPr txBox="1"/>
          <p:nvPr>
            <p:custDataLst>
              <p:tags r:id="rId16"/>
            </p:custDataLst>
          </p:nvPr>
        </p:nvSpPr>
        <p:spPr>
          <a:xfrm>
            <a:off x="4861560" y="4514850"/>
            <a:ext cx="685800" cy="297180"/>
          </a:xfrm>
          <a:prstGeom prst="rect">
            <a:avLst/>
          </a:prstGeom>
          <a:noFill/>
        </p:spPr>
        <p:txBody>
          <a:bodyPr wrap="square" lIns="0" tIns="0" rIns="0" bIns="0" rtlCol="0" anchor="t">
            <a:noAutofit/>
          </a:bodyPr>
          <a:p>
            <a:pPr algn="l">
              <a:lnSpc>
                <a:spcPct val="125000"/>
              </a:lnSpc>
            </a:pPr>
            <a:r>
              <a:rPr>
                <a:solidFill>
                  <a:srgbClr val="1E293B"/>
                </a:solidFill>
                <a:latin typeface="黑体" panose="02010609060101010101" charset="-122"/>
                <a:ea typeface="黑体" panose="02010609060101010101" charset="-122"/>
              </a:rPr>
              <a:t>致谢</a:t>
            </a:r>
            <a:endParaRPr>
              <a:solidFill>
                <a:srgbClr val="1E293B"/>
              </a:solidFill>
              <a:latin typeface="黑体" panose="02010609060101010101" charset="-122"/>
              <a:ea typeface="黑体" panose="02010609060101010101" charset="-122"/>
            </a:endParaRPr>
          </a:p>
        </p:txBody>
      </p:sp>
      <p:grpSp>
        <p:nvGrpSpPr>
          <p:cNvPr id="25" name="组合 24"/>
          <p:cNvGrpSpPr/>
          <p:nvPr/>
        </p:nvGrpSpPr>
        <p:grpSpPr>
          <a:xfrm>
            <a:off x="0" y="5457825"/>
            <a:ext cx="12192000" cy="1399540"/>
            <a:chOff x="0" y="8595"/>
            <a:chExt cx="19200" cy="2204"/>
          </a:xfrm>
        </p:grpSpPr>
        <p:sp>
          <p:nvSpPr>
            <p:cNvPr id="19" name="任意多边形 18"/>
            <p:cNvSpPr/>
            <p:nvPr>
              <p:custDataLst>
                <p:tags r:id="rId17"/>
              </p:custDataLst>
            </p:nvPr>
          </p:nvSpPr>
          <p:spPr>
            <a:xfrm>
              <a:off x="0" y="8595"/>
              <a:ext cx="19200" cy="2205"/>
            </a:xfrm>
            <a:custGeom>
              <a:avLst/>
              <a:gdLst>
                <a:gd name="sw" fmla="*/ 1 w 19200"/>
                <a:gd name="sh" fmla="*/ 1 h 2205"/>
                <a:gd name="mins" fmla="min sw sh"/>
                <a:gd name="dsw" fmla="+- 0 sw mins"/>
                <a:gd name="dsh" fmla="+- 0 sh mins"/>
                <a:gd name="p0x0" fmla="*/ 0 w 19200"/>
                <a:gd name="p0y0" fmla="*/ 0 h 2205"/>
                <a:gd name="p0x1" fmla="*/ 19200 w 19200"/>
                <a:gd name="p0y1" fmla="*/ 0 h 2205"/>
                <a:gd name="p0x2" fmla="*/ 19200 w 19200"/>
                <a:gd name="p0y2" fmla="*/ 2205 h 2205"/>
                <a:gd name="p0x3" fmla="*/ 0 w 19200"/>
                <a:gd name="p0y3" fmla="*/ 2205 h 2205"/>
                <a:gd name="p0x4" fmla="*/ 0 w 19200"/>
                <a:gd name="p0y4" fmla="*/ 0 h 2205"/>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p:custDataLst>
                <p:tags r:id="rId18"/>
              </p:custDataLst>
            </p:nvPr>
          </p:nvSpPr>
          <p:spPr>
            <a:xfrm>
              <a:off x="0" y="8595"/>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2" name="文本框 21"/>
          <p:cNvSpPr txBox="1"/>
          <p:nvPr>
            <p:custDataLst>
              <p:tags r:id="rId19"/>
            </p:custDataLst>
          </p:nvPr>
        </p:nvSpPr>
        <p:spPr>
          <a:xfrm>
            <a:off x="152400" y="5592128"/>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23" name="文本框 22"/>
          <p:cNvSpPr txBox="1"/>
          <p:nvPr>
            <p:custDataLst>
              <p:tags r:id="rId20"/>
            </p:custDataLst>
          </p:nvPr>
        </p:nvSpPr>
        <p:spPr>
          <a:xfrm>
            <a:off x="152400" y="5849303"/>
            <a:ext cx="11887200" cy="569595"/>
          </a:xfrm>
          <a:prstGeom prst="rect">
            <a:avLst/>
          </a:prstGeom>
          <a:noFill/>
        </p:spPr>
        <p:txBody>
          <a:bodyPr wrap="square" lIns="0" tIns="0" rIns="0" bIns="0" rtlCol="0" anchor="t">
            <a:noAutofit/>
          </a:bodyPr>
          <a:p>
            <a:pPr algn="l">
              <a:lnSpc>
                <a:spcPct val="125000"/>
              </a:lnSpc>
            </a:pPr>
            <a:r>
              <a:rPr sz="1050" b="1">
                <a:solidFill>
                  <a:srgbClr val="475569"/>
                </a:solidFill>
                <a:latin typeface="宋体" panose="02010600030101010101" pitchFamily="2" charset="-122"/>
                <a:ea typeface="宋体" panose="02010600030101010101" pitchFamily="2"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首先给大家介绍一下今天答辩的整体结构，我会先讲研究背景和意义，让大家了解我们为什么要做这个项目；然后是系统需求分析，说明我们的系统要解决什么问题；接着是系统的架构设计和核心功能实现，这部分是我论文的重点，会详细展开；之后是系统测试的结果，验证我们的系统是否达到了预期；最后是总结与展望，以及最后的致谢。整个答辩大概</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12</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分钟左右，最后留</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3</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分钟给各位老师提问。</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24" name="文本框 23"/>
          <p:cNvSpPr txBox="1"/>
          <p:nvPr>
            <p:custDataLst>
              <p:tags r:id="rId21"/>
            </p:custDataLst>
          </p:nvPr>
        </p:nvSpPr>
        <p:spPr>
          <a:xfrm>
            <a:off x="152400" y="6506528"/>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宋体" panose="02010600030101010101" pitchFamily="2" charset="-122"/>
                <a:ea typeface="宋体" panose="02010600030101010101" pitchFamily="2"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快速过一下目录，不用每个部分都详细解释，让评委了解整体逻辑即可；</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可以稍微提一下核心部分在后面，引导评委注意力。</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4" name="矩形 3"/>
          <p:cNvSpPr/>
          <p:nvPr>
            <p:custDataLst>
              <p:tags r:id="rId22"/>
            </p:custDataLst>
          </p:nvPr>
        </p:nvSpPr>
        <p:spPr>
          <a:xfrm>
            <a:off x="3413760" y="1143000"/>
            <a:ext cx="19050" cy="2667000"/>
          </a:xfrm>
          <a:prstGeom prst="rect">
            <a:avLst/>
          </a:prstGeom>
          <a:solidFill>
            <a:srgbClr val="2D5B99">
              <a:alpha val="30001"/>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p:nvPr>
            <p:custDataLst>
              <p:tags r:id="rId1"/>
            </p:custDataLst>
          </p:nvPr>
        </p:nvSpPr>
        <p:spPr>
          <a:xfrm>
            <a:off x="0" y="0"/>
            <a:ext cx="12192000" cy="28575"/>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2"/>
            </p:custDataLst>
          </p:nvPr>
        </p:nvSpPr>
        <p:spPr>
          <a:xfrm>
            <a:off x="571500" y="285750"/>
            <a:ext cx="47625" cy="2667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custDataLst>
              <p:tags r:id="rId3"/>
            </p:custDataLst>
          </p:nvPr>
        </p:nvSpPr>
        <p:spPr>
          <a:xfrm>
            <a:off x="752475" y="240030"/>
            <a:ext cx="2133600" cy="346710"/>
          </a:xfrm>
          <a:prstGeom prst="rect">
            <a:avLst/>
          </a:prstGeom>
          <a:noFill/>
        </p:spPr>
        <p:txBody>
          <a:bodyPr wrap="square" lIns="0" tIns="0" rIns="0" bIns="0" rtlCol="0" anchor="t">
            <a:noAutofit/>
          </a:bodyPr>
          <a:p>
            <a:pPr algn="l">
              <a:lnSpc>
                <a:spcPct val="125000"/>
              </a:lnSpc>
            </a:pPr>
            <a:r>
              <a:rPr sz="2100" b="1">
                <a:solidFill>
                  <a:srgbClr val="2D5B99"/>
                </a:solidFill>
                <a:latin typeface="黑体" panose="02010609060101010101" charset="-122"/>
                <a:ea typeface="黑体" panose="02010609060101010101" charset="-122"/>
              </a:rPr>
              <a:t>研究背景与意义</a:t>
            </a:r>
            <a:endParaRPr sz="2100" b="1">
              <a:solidFill>
                <a:srgbClr val="2D5B99"/>
              </a:solidFill>
              <a:latin typeface="黑体" panose="02010609060101010101" charset="-122"/>
              <a:ea typeface="黑体" panose="02010609060101010101" charset="-122"/>
            </a:endParaRPr>
          </a:p>
        </p:txBody>
      </p:sp>
      <p:sp>
        <p:nvSpPr>
          <p:cNvPr id="8" name="矩形 7"/>
          <p:cNvSpPr/>
          <p:nvPr>
            <p:custDataLst>
              <p:tags r:id="rId4"/>
            </p:custDataLst>
          </p:nvPr>
        </p:nvSpPr>
        <p:spPr>
          <a:xfrm>
            <a:off x="571500" y="2590800"/>
            <a:ext cx="476250" cy="1905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5"/>
            </p:custDataLst>
          </p:nvPr>
        </p:nvSpPr>
        <p:spPr>
          <a:xfrm>
            <a:off x="571500" y="866775"/>
            <a:ext cx="66675" cy="66675"/>
          </a:xfrm>
          <a:custGeom>
            <a:avLst/>
            <a:gdLst>
              <a:gd name="sw" fmla="*/ 1 w 105"/>
              <a:gd name="sh" fmla="*/ 1 h 105"/>
              <a:gd name="mins" fmla="min sw sh"/>
              <a:gd name="dsw" fmla="+- 0 sw mins"/>
              <a:gd name="dsh" fmla="+- 0 sh mins"/>
              <a:gd name="p0x0" fmla="*/ 52 w 105"/>
              <a:gd name="p0y0" fmla="*/ 0 h 105"/>
              <a:gd name="p0x1" fmla="*/ 81 w 105"/>
              <a:gd name="p0y1" fmla="*/ 0 h 105"/>
              <a:gd name="p0x2" fmla="*/ 105 w 105"/>
              <a:gd name="p0y2" fmla="*/ 23 h 105"/>
              <a:gd name="p0x3" fmla="*/ 105 w 105"/>
              <a:gd name="p0y3" fmla="*/ 52 h 105"/>
              <a:gd name="p0x4" fmla="*/ 105 w 105"/>
              <a:gd name="p0y4" fmla="*/ 81 h 105"/>
              <a:gd name="p0x5" fmla="*/ 81 w 105"/>
              <a:gd name="p0y5" fmla="*/ 105 h 105"/>
              <a:gd name="p0x6" fmla="*/ 52 w 105"/>
              <a:gd name="p0y6" fmla="*/ 105 h 105"/>
              <a:gd name="p0x7" fmla="*/ 23 w 105"/>
              <a:gd name="p0y7" fmla="*/ 105 h 105"/>
              <a:gd name="p0x8" fmla="*/ 0 w 105"/>
              <a:gd name="p0y8" fmla="*/ 81 h 105"/>
              <a:gd name="p0x9" fmla="*/ 0 w 105"/>
              <a:gd name="p0y9" fmla="*/ 52 h 105"/>
              <a:gd name="p0x10" fmla="*/ 0 w 105"/>
              <a:gd name="p0y10" fmla="*/ 23 h 105"/>
              <a:gd name="p0x11" fmla="*/ 23 w 105"/>
              <a:gd name="p0y11" fmla="*/ 0 h 105"/>
              <a:gd name="p0x12" fmla="*/ 52 w 105"/>
              <a:gd name="p0y12" fmla="*/ 0 h 10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6"/>
            </p:custDataLst>
          </p:nvPr>
        </p:nvSpPr>
        <p:spPr>
          <a:xfrm>
            <a:off x="733425" y="783907"/>
            <a:ext cx="857250" cy="219075"/>
          </a:xfrm>
          <a:prstGeom prst="rect">
            <a:avLst/>
          </a:prstGeom>
          <a:noFill/>
        </p:spPr>
        <p:txBody>
          <a:bodyPr wrap="square" lIns="0" tIns="0" rIns="0" bIns="0" rtlCol="0" anchor="t">
            <a:noAutofit/>
          </a:bodyPr>
          <a:p>
            <a:pPr algn="l">
              <a:lnSpc>
                <a:spcPct val="125000"/>
              </a:lnSpc>
            </a:pPr>
            <a:r>
              <a:rPr sz="1350" b="1">
                <a:solidFill>
                  <a:srgbClr val="1E293B"/>
                </a:solidFill>
                <a:latin typeface="黑体" panose="02010609060101010101" charset="-122"/>
                <a:ea typeface="黑体" panose="02010609060101010101" charset="-122"/>
              </a:rPr>
              <a:t>背景痛点</a:t>
            </a:r>
            <a:endParaRPr sz="1350" b="1">
              <a:solidFill>
                <a:srgbClr val="1E293B"/>
              </a:solidFill>
              <a:latin typeface="黑体" panose="02010609060101010101" charset="-122"/>
              <a:ea typeface="黑体" panose="02010609060101010101" charset="-122"/>
            </a:endParaRPr>
          </a:p>
        </p:txBody>
      </p:sp>
      <p:sp>
        <p:nvSpPr>
          <p:cNvPr id="7" name="文本框 6"/>
          <p:cNvSpPr txBox="1"/>
          <p:nvPr>
            <p:custDataLst>
              <p:tags r:id="rId7"/>
            </p:custDataLst>
          </p:nvPr>
        </p:nvSpPr>
        <p:spPr>
          <a:xfrm>
            <a:off x="733425" y="1153477"/>
            <a:ext cx="6029325" cy="1230630"/>
          </a:xfrm>
          <a:prstGeom prst="rect">
            <a:avLst/>
          </a:prstGeom>
          <a:noFill/>
        </p:spPr>
        <p:txBody>
          <a:bodyPr wrap="square" lIns="0" tIns="0" rIns="0" bIns="0" rtlCol="0" anchor="t">
            <a:noAutofit/>
          </a:bodyPr>
          <a:p>
            <a:pPr algn="l">
              <a:lnSpc>
                <a:spcPct val="150000"/>
              </a:lnSpc>
              <a:spcAft>
                <a:spcPts val="900"/>
              </a:spcAft>
            </a:pPr>
            <a:r>
              <a:rPr sz="1125" b="1">
                <a:solidFill>
                  <a:srgbClr val="2D5B99"/>
                </a:solidFill>
                <a:latin typeface="宋体" panose="02010600030101010101" pitchFamily="2" charset="-122"/>
                <a:ea typeface="宋体" panose="02010600030101010101" pitchFamily="2" charset="-122"/>
              </a:rPr>
              <a:t>01</a:t>
            </a:r>
            <a:r>
              <a:rPr lang="en-US"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全球学龄儿童发病率</a:t>
            </a:r>
            <a:r>
              <a:rPr sz="1125" b="1">
                <a:solidFill>
                  <a:srgbClr val="2D5B99"/>
                </a:solidFill>
                <a:latin typeface="宋体" panose="02010600030101010101" pitchFamily="2" charset="-122"/>
                <a:ea typeface="宋体" panose="02010600030101010101" pitchFamily="2" charset="-122"/>
              </a:rPr>
              <a:t>5%-7%</a:t>
            </a:r>
            <a:r>
              <a:rPr sz="1125">
                <a:solidFill>
                  <a:srgbClr val="1E293B"/>
                </a:solidFill>
                <a:latin typeface="宋体" panose="02010600030101010101" pitchFamily="2" charset="-122"/>
                <a:ea typeface="宋体" panose="02010600030101010101" pitchFamily="2" charset="-122"/>
              </a:rPr>
              <a:t>，核心表现为注意力障碍、多动冲动，严重影响学习与亲子关系</a:t>
            </a:r>
            <a:endParaRPr sz="1125">
              <a:solidFill>
                <a:srgbClr val="1E293B"/>
              </a:solidFill>
              <a:latin typeface="宋体" panose="02010600030101010101" pitchFamily="2" charset="-122"/>
              <a:ea typeface="宋体" panose="02010600030101010101" pitchFamily="2" charset="-122"/>
            </a:endParaRPr>
          </a:p>
          <a:p>
            <a:pPr algn="l">
              <a:lnSpc>
                <a:spcPct val="150000"/>
              </a:lnSpc>
              <a:spcAft>
                <a:spcPts val="900"/>
              </a:spcAft>
            </a:pPr>
            <a:r>
              <a:rPr sz="1125" b="1">
                <a:solidFill>
                  <a:srgbClr val="2D5B99"/>
                </a:solidFill>
                <a:latin typeface="宋体" panose="02010600030101010101" pitchFamily="2" charset="-122"/>
                <a:ea typeface="宋体" panose="02010600030101010101" pitchFamily="2" charset="-122"/>
              </a:rPr>
              <a:t>02</a:t>
            </a:r>
            <a:r>
              <a:rPr sz="1125">
                <a:solidFill>
                  <a:srgbClr val="1E293B"/>
                </a:solidFill>
                <a:latin typeface="宋体" panose="02010600030101010101" pitchFamily="2" charset="-122"/>
                <a:ea typeface="宋体" panose="02010600030101010101" pitchFamily="2" charset="-122"/>
              </a:rPr>
              <a:t>传统药物干预有副作用，线下行为矫正门槛高、家长执行成本高</a:t>
            </a:r>
            <a:endParaRPr sz="1125">
              <a:solidFill>
                <a:srgbClr val="1E293B"/>
              </a:solidFill>
              <a:latin typeface="宋体" panose="02010600030101010101" pitchFamily="2" charset="-122"/>
              <a:ea typeface="宋体" panose="02010600030101010101" pitchFamily="2" charset="-122"/>
            </a:endParaRPr>
          </a:p>
          <a:p>
            <a:pPr algn="l">
              <a:lnSpc>
                <a:spcPct val="150000"/>
              </a:lnSpc>
            </a:pPr>
            <a:r>
              <a:rPr sz="1125" b="1">
                <a:solidFill>
                  <a:srgbClr val="2D5B99"/>
                </a:solidFill>
                <a:latin typeface="宋体" panose="02010600030101010101" pitchFamily="2" charset="-122"/>
                <a:ea typeface="宋体" panose="02010600030101010101" pitchFamily="2" charset="-122"/>
              </a:rPr>
              <a:t>03</a:t>
            </a:r>
            <a:r>
              <a:rPr lang="zh-CN" sz="1125">
                <a:solidFill>
                  <a:srgbClr val="1E293B"/>
                </a:solidFill>
                <a:latin typeface="宋体" panose="02010600030101010101" pitchFamily="2" charset="-122"/>
                <a:ea typeface="宋体" panose="02010600030101010101" pitchFamily="2" charset="-122"/>
                <a:cs typeface="宋体" panose="02010600030101010101" pitchFamily="2" charset="-122"/>
              </a:rPr>
              <a:t>现有效率类</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App</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对</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儿童适配性差，认知负担重、缺乏亲子协同设计</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9" name="任意多边形 8"/>
          <p:cNvSpPr/>
          <p:nvPr>
            <p:custDataLst>
              <p:tags r:id="rId8"/>
            </p:custDataLst>
          </p:nvPr>
        </p:nvSpPr>
        <p:spPr>
          <a:xfrm>
            <a:off x="571500" y="2876550"/>
            <a:ext cx="66675" cy="66675"/>
          </a:xfrm>
          <a:custGeom>
            <a:avLst/>
            <a:gdLst>
              <a:gd name="sw" fmla="*/ 1 w 105"/>
              <a:gd name="sh" fmla="*/ 1 h 105"/>
              <a:gd name="mins" fmla="min sw sh"/>
              <a:gd name="dsw" fmla="+- 0 sw mins"/>
              <a:gd name="dsh" fmla="+- 0 sh mins"/>
              <a:gd name="p0x0" fmla="*/ 52 w 105"/>
              <a:gd name="p0y0" fmla="*/ 0 h 105"/>
              <a:gd name="p0x1" fmla="*/ 81 w 105"/>
              <a:gd name="p0y1" fmla="*/ 0 h 105"/>
              <a:gd name="p0x2" fmla="*/ 105 w 105"/>
              <a:gd name="p0y2" fmla="*/ 23 h 105"/>
              <a:gd name="p0x3" fmla="*/ 105 w 105"/>
              <a:gd name="p0y3" fmla="*/ 52 h 105"/>
              <a:gd name="p0x4" fmla="*/ 105 w 105"/>
              <a:gd name="p0y4" fmla="*/ 81 h 105"/>
              <a:gd name="p0x5" fmla="*/ 81 w 105"/>
              <a:gd name="p0y5" fmla="*/ 105 h 105"/>
              <a:gd name="p0x6" fmla="*/ 52 w 105"/>
              <a:gd name="p0y6" fmla="*/ 105 h 105"/>
              <a:gd name="p0x7" fmla="*/ 23 w 105"/>
              <a:gd name="p0y7" fmla="*/ 105 h 105"/>
              <a:gd name="p0x8" fmla="*/ 0 w 105"/>
              <a:gd name="p0y8" fmla="*/ 81 h 105"/>
              <a:gd name="p0x9" fmla="*/ 0 w 105"/>
              <a:gd name="p0y9" fmla="*/ 52 h 105"/>
              <a:gd name="p0x10" fmla="*/ 0 w 105"/>
              <a:gd name="p0y10" fmla="*/ 23 h 105"/>
              <a:gd name="p0x11" fmla="*/ 23 w 105"/>
              <a:gd name="p0y11" fmla="*/ 0 h 105"/>
              <a:gd name="p0x12" fmla="*/ 52 w 105"/>
              <a:gd name="p0y12" fmla="*/ 0 h 10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9"/>
            </p:custDataLst>
          </p:nvPr>
        </p:nvSpPr>
        <p:spPr>
          <a:xfrm>
            <a:off x="733425" y="2793683"/>
            <a:ext cx="857250" cy="219075"/>
          </a:xfrm>
          <a:prstGeom prst="rect">
            <a:avLst/>
          </a:prstGeom>
          <a:noFill/>
        </p:spPr>
        <p:txBody>
          <a:bodyPr wrap="square" lIns="0" tIns="0" rIns="0" bIns="0" rtlCol="0" anchor="t">
            <a:noAutofit/>
          </a:bodyPr>
          <a:p>
            <a:pPr algn="l">
              <a:lnSpc>
                <a:spcPct val="125000"/>
              </a:lnSpc>
            </a:pPr>
            <a:r>
              <a:rPr sz="1350" b="1">
                <a:solidFill>
                  <a:srgbClr val="1E293B"/>
                </a:solidFill>
                <a:latin typeface="黑体" panose="02010609060101010101" charset="-122"/>
                <a:ea typeface="黑体" panose="02010609060101010101" charset="-122"/>
              </a:rPr>
              <a:t>研究意义</a:t>
            </a:r>
            <a:endParaRPr sz="1350" b="1">
              <a:solidFill>
                <a:srgbClr val="1E293B"/>
              </a:solidFill>
              <a:latin typeface="黑体" panose="02010609060101010101" charset="-122"/>
              <a:ea typeface="黑体" panose="02010609060101010101" charset="-122"/>
            </a:endParaRPr>
          </a:p>
        </p:txBody>
      </p:sp>
      <p:sp>
        <p:nvSpPr>
          <p:cNvPr id="11" name="文本框 10"/>
          <p:cNvSpPr txBox="1"/>
          <p:nvPr>
            <p:custDataLst>
              <p:tags r:id="rId10"/>
            </p:custDataLst>
          </p:nvPr>
        </p:nvSpPr>
        <p:spPr>
          <a:xfrm>
            <a:off x="733425" y="3163252"/>
            <a:ext cx="6029325" cy="487680"/>
          </a:xfrm>
          <a:prstGeom prst="rect">
            <a:avLst/>
          </a:prstGeom>
          <a:noFill/>
        </p:spPr>
        <p:txBody>
          <a:bodyPr wrap="square" lIns="0" tIns="0" rIns="0" bIns="0" rtlCol="0" anchor="t">
            <a:noAutofit/>
          </a:bodyPr>
          <a:p>
            <a:pPr algn="l">
              <a:lnSpc>
                <a:spcPct val="150000"/>
              </a:lnSpc>
            </a:pP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填补面向</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群体的数字化行为干预工具缺口，通过</a:t>
            </a:r>
            <a:r>
              <a:rPr lang="en-US" sz="1125" b="1">
                <a:solidFill>
                  <a:srgbClr val="2D5B99"/>
                </a:solidFill>
                <a:latin typeface="宋体" panose="02010600030101010101" pitchFamily="2" charset="-122"/>
                <a:ea typeface="宋体" panose="02010600030101010101" pitchFamily="2" charset="-122"/>
                <a:cs typeface="宋体" panose="02010600030101010101" pitchFamily="2" charset="-122"/>
              </a:rPr>
              <a:t>AI</a:t>
            </a:r>
            <a:r>
              <a:rPr lang="zh-CN" sz="1125" b="1">
                <a:solidFill>
                  <a:srgbClr val="2D5B99"/>
                </a:solidFill>
                <a:latin typeface="宋体" panose="02010600030101010101" pitchFamily="2" charset="-122"/>
                <a:ea typeface="宋体" panose="02010600030101010101" pitchFamily="2" charset="-122"/>
                <a:cs typeface="宋体" panose="02010600030101010101" pitchFamily="2" charset="-122"/>
              </a:rPr>
              <a:t>赋能</a:t>
            </a:r>
            <a:r>
              <a:rPr sz="1125">
                <a:solidFill>
                  <a:srgbClr val="1E293B"/>
                </a:solidFill>
                <a:latin typeface="宋体" panose="02010600030101010101" pitchFamily="2" charset="-122"/>
                <a:ea typeface="宋体" panose="02010600030101010101" pitchFamily="2" charset="-122"/>
              </a:rPr>
              <a:t>降低家长干预负担，助力儿童习惯养成</a:t>
            </a:r>
            <a:endParaRPr sz="1125">
              <a:solidFill>
                <a:srgbClr val="1E293B"/>
              </a:solidFill>
              <a:latin typeface="宋体" panose="02010600030101010101" pitchFamily="2" charset="-122"/>
              <a:ea typeface="宋体" panose="02010600030101010101" pitchFamily="2" charset="-122"/>
            </a:endParaRPr>
          </a:p>
        </p:txBody>
      </p:sp>
      <p:grpSp>
        <p:nvGrpSpPr>
          <p:cNvPr id="24" name="组合 23"/>
          <p:cNvGrpSpPr/>
          <p:nvPr/>
        </p:nvGrpSpPr>
        <p:grpSpPr>
          <a:xfrm>
            <a:off x="7334250" y="1269365"/>
            <a:ext cx="4286250" cy="1085850"/>
            <a:chOff x="11550" y="1999"/>
            <a:chExt cx="6750" cy="1710"/>
          </a:xfrm>
          <a:effectLst>
            <a:outerShdw blurRad="114300" dist="19050" dir="5399999" algn="ctr" rotWithShape="0">
              <a:srgbClr val="2D5B99">
                <a:alpha val="7843"/>
              </a:srgbClr>
            </a:outerShdw>
          </a:effectLst>
        </p:grpSpPr>
        <p:sp>
          <p:nvSpPr>
            <p:cNvPr id="12" name="任意多边形 11"/>
            <p:cNvSpPr/>
            <p:nvPr>
              <p:custDataLst>
                <p:tags r:id="rId11"/>
              </p:custDataLst>
            </p:nvPr>
          </p:nvSpPr>
          <p:spPr>
            <a:xfrm>
              <a:off x="11550" y="1999"/>
              <a:ext cx="6750" cy="1710"/>
            </a:xfrm>
            <a:custGeom>
              <a:avLst/>
              <a:gdLst>
                <a:gd name="sw" fmla="*/ 1 w 6750"/>
                <a:gd name="sh" fmla="*/ 1 h 1710"/>
                <a:gd name="mins" fmla="min sw sh"/>
                <a:gd name="dsw" fmla="+- 0 sw mins"/>
                <a:gd name="dsh" fmla="+- 0 sh mins"/>
                <a:gd name="p0x0" fmla="*/ 0 w 6750"/>
                <a:gd name="p0y0" fmla="*/ 0 h 1710"/>
                <a:gd name="p0x1" fmla="*/ 6750 w 6750"/>
                <a:gd name="p0y1" fmla="*/ 0 h 1710"/>
                <a:gd name="p0x2" fmla="*/ 6750 w 6750"/>
                <a:gd name="p0y2" fmla="*/ 1710 h 1710"/>
                <a:gd name="p0x3" fmla="*/ 0 w 6750"/>
                <a:gd name="p0y3" fmla="*/ 1710 h 1710"/>
                <a:gd name="p0x4" fmla="*/ 0 w 6750"/>
                <a:gd name="p0y4" fmla="*/ 0 h 1710"/>
              </a:gdLst>
              <a:ahLst/>
              <a:cxnLst/>
              <a:pathLst>
                <a:path>
                  <a:moveTo>
                    <a:pt x="p0x0" y="p0y0"/>
                  </a:moveTo>
                  <a:lnTo>
                    <a:pt x="p0x1" y="p0y1"/>
                  </a:lnTo>
                  <a:lnTo>
                    <a:pt x="p0x2" y="p0y2"/>
                  </a:lnTo>
                  <a:lnTo>
                    <a:pt x="p0x3" y="p0y3"/>
                  </a:lnTo>
                  <a:lnTo>
                    <a:pt x="p0x4" y="p0y4"/>
                  </a:ln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custDataLst>
                <p:tags r:id="rId12"/>
              </p:custDataLst>
            </p:nvPr>
          </p:nvSpPr>
          <p:spPr>
            <a:xfrm>
              <a:off x="11550" y="1999"/>
              <a:ext cx="60" cy="1710"/>
            </a:xfrm>
            <a:custGeom>
              <a:avLst/>
              <a:gdLst>
                <a:gd name="sw" fmla="*/ 1 w 60"/>
                <a:gd name="sh" fmla="*/ 1 h 1710"/>
                <a:gd name="mins" fmla="min sw sh"/>
                <a:gd name="dsw" fmla="+- 0 sw mins"/>
                <a:gd name="dsh" fmla="+- 0 sh mins"/>
                <a:gd name="p0x0" fmla="*/ 0 w 60"/>
                <a:gd name="p0y0" fmla="*/ 1710 h 1710"/>
                <a:gd name="p0x1" fmla="*/ 0 w 60"/>
                <a:gd name="p0y1" fmla="*/ 0 h 1710"/>
                <a:gd name="p0x2" fmla="*/ 60 w 60"/>
                <a:gd name="p0y2" fmla="*/ 0 h 1710"/>
                <a:gd name="p0x3" fmla="*/ 60 w 60"/>
                <a:gd name="p0y3" fmla="*/ 1710 h 1710"/>
                <a:gd name="p0x4" fmla="*/ 0 w 60"/>
                <a:gd name="p0y4" fmla="*/ 1710 h 171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5" name="文本框 14"/>
          <p:cNvSpPr txBox="1"/>
          <p:nvPr>
            <p:custDataLst>
              <p:tags r:id="rId13"/>
            </p:custDataLst>
          </p:nvPr>
        </p:nvSpPr>
        <p:spPr>
          <a:xfrm>
            <a:off x="7639050" y="1508998"/>
            <a:ext cx="3714750" cy="601980"/>
          </a:xfrm>
          <a:prstGeom prst="rect">
            <a:avLst/>
          </a:prstGeom>
          <a:noFill/>
        </p:spPr>
        <p:txBody>
          <a:bodyPr wrap="square" lIns="0" tIns="0" rIns="0" bIns="0" rtlCol="0" anchor="t">
            <a:noAutofit/>
          </a:bodyPr>
          <a:p>
            <a:pPr algn="l">
              <a:lnSpc>
                <a:spcPct val="150000"/>
              </a:lnSpc>
              <a:spcAft>
                <a:spcPts val="900"/>
              </a:spcAft>
            </a:pPr>
            <a:r>
              <a:rPr sz="1125" b="1">
                <a:solidFill>
                  <a:srgbClr val="1E293B"/>
                </a:solidFill>
                <a:latin typeface="宋体" panose="02010600030101010101" pitchFamily="2" charset="-122"/>
                <a:ea typeface="宋体" panose="02010600030101010101" pitchFamily="2" charset="-122"/>
              </a:rPr>
              <a:t>5%~7%</a:t>
            </a:r>
            <a:endParaRPr sz="1125" b="1">
              <a:solidFill>
                <a:srgbClr val="1E293B"/>
              </a:solidFill>
              <a:latin typeface="宋体" panose="02010600030101010101" pitchFamily="2" charset="-122"/>
              <a:ea typeface="宋体" panose="02010600030101010101" pitchFamily="2" charset="-122"/>
            </a:endParaRPr>
          </a:p>
          <a:p>
            <a:pPr algn="l">
              <a:lnSpc>
                <a:spcPct val="150000"/>
              </a:lnSpc>
            </a:pPr>
            <a:r>
              <a:rPr lang="en-US"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全球学龄儿童发病率</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grpSp>
        <p:nvGrpSpPr>
          <p:cNvPr id="25" name="组合 24"/>
          <p:cNvGrpSpPr/>
          <p:nvPr/>
        </p:nvGrpSpPr>
        <p:grpSpPr>
          <a:xfrm>
            <a:off x="7334250" y="2853690"/>
            <a:ext cx="4286250" cy="1513840"/>
            <a:chOff x="11550" y="4494"/>
            <a:chExt cx="6750" cy="2384"/>
          </a:xfrm>
          <a:effectLst>
            <a:outerShdw blurRad="114300" dist="19050" dir="5399999" algn="ctr" rotWithShape="0">
              <a:srgbClr val="2D5B99">
                <a:alpha val="7843"/>
              </a:srgbClr>
            </a:outerShdw>
          </a:effectLst>
        </p:grpSpPr>
        <p:sp>
          <p:nvSpPr>
            <p:cNvPr id="16" name="任意多边形 15"/>
            <p:cNvSpPr/>
            <p:nvPr>
              <p:custDataLst>
                <p:tags r:id="rId14"/>
              </p:custDataLst>
            </p:nvPr>
          </p:nvSpPr>
          <p:spPr>
            <a:xfrm>
              <a:off x="11550" y="4494"/>
              <a:ext cx="6750" cy="2385"/>
            </a:xfrm>
            <a:custGeom>
              <a:avLst/>
              <a:gdLst>
                <a:gd name="sw" fmla="*/ 1 w 6750"/>
                <a:gd name="sh" fmla="*/ 1 h 2385"/>
                <a:gd name="mins" fmla="min sw sh"/>
                <a:gd name="dsw" fmla="+- 0 sw mins"/>
                <a:gd name="dsh" fmla="+- 0 sh mins"/>
                <a:gd name="p0x0" fmla="*/ 0 w 6750"/>
                <a:gd name="p0y0" fmla="*/ 0 h 2385"/>
                <a:gd name="p0x1" fmla="*/ 6750 w 6750"/>
                <a:gd name="p0y1" fmla="*/ 0 h 2385"/>
                <a:gd name="p0x2" fmla="*/ 6750 w 6750"/>
                <a:gd name="p0y2" fmla="*/ 2385 h 2385"/>
                <a:gd name="p0x3" fmla="*/ 0 w 6750"/>
                <a:gd name="p0y3" fmla="*/ 2385 h 2385"/>
                <a:gd name="p0x4" fmla="*/ 0 w 6750"/>
                <a:gd name="p0y4" fmla="*/ 0 h 2385"/>
              </a:gdLst>
              <a:ahLst/>
              <a:cxnLst/>
              <a:pathLst>
                <a:path>
                  <a:moveTo>
                    <a:pt x="p0x0" y="p0y0"/>
                  </a:moveTo>
                  <a:lnTo>
                    <a:pt x="p0x1" y="p0y1"/>
                  </a:lnTo>
                  <a:lnTo>
                    <a:pt x="p0x2" y="p0y2"/>
                  </a:lnTo>
                  <a:lnTo>
                    <a:pt x="p0x3" y="p0y3"/>
                  </a:lnTo>
                  <a:lnTo>
                    <a:pt x="p0x4" y="p0y4"/>
                  </a:ln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15"/>
              </p:custDataLst>
            </p:nvPr>
          </p:nvSpPr>
          <p:spPr>
            <a:xfrm>
              <a:off x="11550" y="4494"/>
              <a:ext cx="60" cy="2385"/>
            </a:xfrm>
            <a:custGeom>
              <a:avLst/>
              <a:gdLst>
                <a:gd name="sw" fmla="*/ 1 w 60"/>
                <a:gd name="sh" fmla="*/ 1 h 2385"/>
                <a:gd name="mins" fmla="min sw sh"/>
                <a:gd name="dsw" fmla="+- 0 sw mins"/>
                <a:gd name="dsh" fmla="+- 0 sh mins"/>
                <a:gd name="p0x0" fmla="*/ 0 w 60"/>
                <a:gd name="p0y0" fmla="*/ 2385 h 2385"/>
                <a:gd name="p0x1" fmla="*/ 0 w 60"/>
                <a:gd name="p0y1" fmla="*/ 0 h 2385"/>
                <a:gd name="p0x2" fmla="*/ 60 w 60"/>
                <a:gd name="p0y2" fmla="*/ 0 h 2385"/>
                <a:gd name="p0x3" fmla="*/ 60 w 60"/>
                <a:gd name="p0y3" fmla="*/ 2385 h 2385"/>
                <a:gd name="p0x4" fmla="*/ 0 w 60"/>
                <a:gd name="p0y4" fmla="*/ 2385 h 2385"/>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p:cNvSpPr txBox="1"/>
          <p:nvPr>
            <p:custDataLst>
              <p:tags r:id="rId16"/>
            </p:custDataLst>
          </p:nvPr>
        </p:nvSpPr>
        <p:spPr>
          <a:xfrm>
            <a:off x="7639050" y="3120866"/>
            <a:ext cx="3714750" cy="1002982"/>
          </a:xfrm>
          <a:prstGeom prst="rect">
            <a:avLst/>
          </a:prstGeom>
          <a:noFill/>
        </p:spPr>
        <p:txBody>
          <a:bodyPr wrap="square" lIns="0" tIns="0" rIns="0" bIns="0" rtlCol="0" anchor="t">
            <a:noAutofit/>
          </a:bodyPr>
          <a:p>
            <a:pPr algn="l">
              <a:lnSpc>
                <a:spcPct val="150000"/>
              </a:lnSpc>
              <a:spcAft>
                <a:spcPts val="900"/>
              </a:spcAft>
            </a:pPr>
            <a:r>
              <a:rPr lang="zh-CN" altLang="en-US" sz="3000" b="1">
                <a:solidFill>
                  <a:srgbClr val="2D5B99"/>
                </a:solidFill>
                <a:latin typeface="黑体" panose="02010609060101010101" charset="-122"/>
                <a:ea typeface="黑体" panose="02010609060101010101" charset="-122"/>
                <a:cs typeface="黑体" panose="02010609060101010101" charset="-122"/>
              </a:rPr>
              <a:t>不足</a:t>
            </a:r>
            <a:r>
              <a:rPr lang="en-US" altLang="zh-CN" sz="3000" b="1">
                <a:solidFill>
                  <a:srgbClr val="2D5B99"/>
                </a:solidFill>
                <a:latin typeface="黑体" panose="02010609060101010101" charset="-122"/>
                <a:ea typeface="黑体" panose="02010609060101010101" charset="-122"/>
                <a:cs typeface="黑体" panose="02010609060101010101" charset="-122"/>
              </a:rPr>
              <a:t>30%</a:t>
            </a:r>
            <a:endParaRPr lang="en-US" altLang="zh-CN" sz="3000" b="1">
              <a:solidFill>
                <a:srgbClr val="2D5B99"/>
              </a:solidFill>
              <a:latin typeface="黑体" panose="02010609060101010101" charset="-122"/>
              <a:ea typeface="黑体" panose="02010609060101010101" charset="-122"/>
              <a:cs typeface="黑体" panose="02010609060101010101" charset="-122"/>
            </a:endParaRPr>
          </a:p>
          <a:p>
            <a:pPr algn="l">
              <a:lnSpc>
                <a:spcPct val="150000"/>
              </a:lnSpc>
            </a:pPr>
            <a:r>
              <a:rPr sz="1125">
                <a:solidFill>
                  <a:srgbClr val="1E293B"/>
                </a:solidFill>
                <a:latin typeface="宋体" panose="02010600030101010101" pitchFamily="2" charset="-122"/>
                <a:ea typeface="宋体" panose="02010600030101010101" pitchFamily="2" charset="-122"/>
              </a:rPr>
              <a:t>传统干预方案依从率</a:t>
            </a:r>
            <a:endParaRPr sz="1125">
              <a:solidFill>
                <a:srgbClr val="1E293B"/>
              </a:solidFill>
              <a:latin typeface="宋体" panose="02010600030101010101" pitchFamily="2" charset="-122"/>
              <a:ea typeface="宋体" panose="02010600030101010101" pitchFamily="2" charset="-122"/>
            </a:endParaRPr>
          </a:p>
        </p:txBody>
      </p:sp>
      <p:sp>
        <p:nvSpPr>
          <p:cNvPr id="20" name="矩形 19"/>
          <p:cNvSpPr/>
          <p:nvPr>
            <p:custDataLst>
              <p:tags r:id="rId17"/>
            </p:custDataLst>
          </p:nvPr>
        </p:nvSpPr>
        <p:spPr>
          <a:xfrm>
            <a:off x="4445" y="5052695"/>
            <a:ext cx="12182475" cy="1343025"/>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custDataLst>
              <p:tags r:id="rId18"/>
            </p:custDataLst>
          </p:nvPr>
        </p:nvSpPr>
        <p:spPr>
          <a:xfrm>
            <a:off x="161925" y="5220653"/>
            <a:ext cx="2095500" cy="230505"/>
          </a:xfrm>
          <a:prstGeom prst="rect">
            <a:avLst/>
          </a:prstGeom>
          <a:noFill/>
        </p:spPr>
        <p:txBody>
          <a:bodyPr wrap="square" lIns="0" tIns="0" rIns="0" bIns="0" rtlCol="0" anchor="t">
            <a:noAutofit/>
          </a:bodyPr>
          <a:p>
            <a:pPr algn="l">
              <a:lnSpc>
                <a:spcPct val="150000"/>
              </a:lnSpc>
            </a:pPr>
            <a:r>
              <a:rPr sz="1125" b="1">
                <a:solidFill>
                  <a:srgbClr val="1E293B"/>
                </a:solidFill>
                <a:latin typeface="宋体" panose="02010600030101010101" pitchFamily="2" charset="-122"/>
                <a:ea typeface="宋体" panose="02010600030101010101" pitchFamily="2" charset="-122"/>
              </a:rPr>
              <a:t>【答辩备注】</a:t>
            </a:r>
            <a:endParaRPr sz="1125" b="1">
              <a:solidFill>
                <a:srgbClr val="1E293B"/>
              </a:solidFill>
              <a:latin typeface="宋体" panose="02010600030101010101" pitchFamily="2" charset="-122"/>
              <a:ea typeface="宋体" panose="02010600030101010101" pitchFamily="2" charset="-122"/>
            </a:endParaRPr>
          </a:p>
        </p:txBody>
      </p:sp>
      <p:sp>
        <p:nvSpPr>
          <p:cNvPr id="22" name="文本框 21"/>
          <p:cNvSpPr txBox="1"/>
          <p:nvPr>
            <p:custDataLst>
              <p:tags r:id="rId19"/>
            </p:custDataLst>
          </p:nvPr>
        </p:nvSpPr>
        <p:spPr>
          <a:xfrm>
            <a:off x="2447925" y="5220653"/>
            <a:ext cx="6534150" cy="1002030"/>
          </a:xfrm>
          <a:prstGeom prst="rect">
            <a:avLst/>
          </a:prstGeom>
          <a:noFill/>
        </p:spPr>
        <p:txBody>
          <a:bodyPr wrap="square" lIns="0" tIns="0" rIns="0" bIns="0" rtlCol="0" anchor="t">
            <a:noAutofit/>
          </a:bodyPr>
          <a:p>
            <a:pPr algn="l">
              <a:lnSpc>
                <a:spcPct val="150000"/>
              </a:lnSpc>
            </a:pPr>
            <a:r>
              <a:rPr sz="1125" b="1">
                <a:solidFill>
                  <a:srgbClr val="1E293B"/>
                </a:solidFill>
                <a:latin typeface="宋体" panose="02010600030101010101" pitchFamily="2" charset="-122"/>
                <a:ea typeface="宋体" panose="02010600030101010101" pitchFamily="2" charset="-122"/>
              </a:rPr>
              <a:t>讲解话术：</a:t>
            </a:r>
            <a:r>
              <a:rPr lang="en-US"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接下来我们进入第一部分，研究背景与意义。首先看一下行业痛点：第一个是</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在学龄儿童中的发病率其实不低，有</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5%</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到</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7%</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，也就是差不多每</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20</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个小孩里就有</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1</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个。第二个是传统的干预方式，要么是吃药有副作用，要么是线下的行为矫正，价格贵而且家长还要花很多时间精力去配合。第三个是现有</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App</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对</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孩子适配性差。所以我们想用</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AI</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技术来降低家长负担，帮助孩子养成好习惯。</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endPar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23" name="文本框 22"/>
          <p:cNvSpPr txBox="1"/>
          <p:nvPr>
            <p:custDataLst>
              <p:tags r:id="rId20"/>
            </p:custDataLst>
          </p:nvPr>
        </p:nvSpPr>
        <p:spPr>
          <a:xfrm>
            <a:off x="9172575" y="5220653"/>
            <a:ext cx="2857500" cy="487680"/>
          </a:xfrm>
          <a:prstGeom prst="rect">
            <a:avLst/>
          </a:prstGeom>
          <a:noFill/>
        </p:spPr>
        <p:txBody>
          <a:bodyPr wrap="square" lIns="0" tIns="0" rIns="0" bIns="0" rtlCol="0" anchor="t">
            <a:noAutofit/>
          </a:bodyPr>
          <a:p>
            <a:pPr algn="l">
              <a:lnSpc>
                <a:spcPct val="150000"/>
              </a:lnSpc>
            </a:pPr>
            <a:r>
              <a:rPr sz="1125" b="1">
                <a:solidFill>
                  <a:srgbClr val="1E293B"/>
                </a:solidFill>
                <a:latin typeface="宋体" panose="02010600030101010101" pitchFamily="2" charset="-122"/>
                <a:ea typeface="宋体" panose="02010600030101010101" pitchFamily="2" charset="-122"/>
              </a:rPr>
              <a:t>要点提示：</a:t>
            </a:r>
            <a:r>
              <a:rPr lang="en-US" sz="1125">
                <a:solidFill>
                  <a:srgbClr val="1E293B"/>
                </a:solidFill>
                <a:latin typeface="宋体" panose="02010600030101010101" pitchFamily="2" charset="-122"/>
                <a:ea typeface="宋体" panose="02010600030101010101" pitchFamily="2" charset="-122"/>
                <a:cs typeface="宋体" panose="02010600030101010101" pitchFamily="2" charset="-122"/>
              </a:rPr>
              <a:t>1. </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重点突出三个痛点，说明项目必要性；</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2. </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右侧数字数据可重点强调。</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grpSp>
        <p:nvGrpSpPr>
          <p:cNvPr id="35" name="组合 34"/>
          <p:cNvGrpSpPr/>
          <p:nvPr/>
        </p:nvGrpSpPr>
        <p:grpSpPr>
          <a:xfrm>
            <a:off x="609600" y="868680"/>
            <a:ext cx="10972800" cy="953770"/>
            <a:chOff x="960" y="1368"/>
            <a:chExt cx="17280" cy="1502"/>
          </a:xfrm>
          <a:effectLst>
            <a:outerShdw blurRad="42863" dist="9525" dir="5399999" algn="ctr" rotWithShape="0">
              <a:srgbClr val="000000">
                <a:alpha val="5882"/>
              </a:srgbClr>
            </a:outerShdw>
          </a:effectLst>
        </p:grpSpPr>
        <p:sp>
          <p:nvSpPr>
            <p:cNvPr id="4" name="任意多边形 3"/>
            <p:cNvSpPr/>
            <p:nvPr>
              <p:custDataLst>
                <p:tags r:id="rId1"/>
              </p:custDataLst>
            </p:nvPr>
          </p:nvSpPr>
          <p:spPr>
            <a:xfrm>
              <a:off x="960" y="1368"/>
              <a:ext cx="17280" cy="1503"/>
            </a:xfrm>
            <a:custGeom>
              <a:avLst/>
              <a:gdLst>
                <a:gd name="sw" fmla="*/ 1 w 17280"/>
                <a:gd name="sh" fmla="*/ 1 h 1503"/>
                <a:gd name="mins" fmla="min sw sh"/>
                <a:gd name="dsw" fmla="+- 0 sw mins"/>
                <a:gd name="dsh" fmla="+- 0 sh mins"/>
                <a:gd name="p0x0" fmla="*/ 60 w 17280"/>
                <a:gd name="p0y0" fmla="*/ 0 h 1503"/>
                <a:gd name="p0x1" fmla="*/ 17220 w 17280"/>
                <a:gd name="p0y1" fmla="*/ 0 h 1503"/>
                <a:gd name="p0x2" fmla="*/ 17253 w 17280"/>
                <a:gd name="p0y2" fmla="*/ 0 h 1503"/>
                <a:gd name="p0x3" fmla="*/ 17280 w 17280"/>
                <a:gd name="p0y3" fmla="*/ 26 h 1503"/>
                <a:gd name="p0x4" fmla="*/ 17280 w 17280"/>
                <a:gd name="p0y4" fmla="*/ 60 h 1503"/>
                <a:gd name="p0x5" fmla="*/ 17280 w 17280"/>
                <a:gd name="p0y5" fmla="*/ 1443 h 1503"/>
                <a:gd name="p0x6" fmla="*/ 17280 w 17280"/>
                <a:gd name="p0y6" fmla="*/ 1476 h 1503"/>
                <a:gd name="p0x7" fmla="*/ 17253 w 17280"/>
                <a:gd name="p0y7" fmla="*/ 1503 h 1503"/>
                <a:gd name="p0x8" fmla="*/ 17220 w 17280"/>
                <a:gd name="p0y8" fmla="*/ 1503 h 1503"/>
                <a:gd name="p0x9" fmla="*/ 60 w 17280"/>
                <a:gd name="p0y9" fmla="*/ 1503 h 1503"/>
                <a:gd name="p0x10" fmla="*/ 26 w 17280"/>
                <a:gd name="p0y10" fmla="*/ 1503 h 1503"/>
                <a:gd name="p0x11" fmla="*/ 0 w 17280"/>
                <a:gd name="p0y11" fmla="*/ 1476 h 1503"/>
                <a:gd name="p0x12" fmla="*/ 0 w 17280"/>
                <a:gd name="p0y12" fmla="*/ 1443 h 1503"/>
                <a:gd name="p0x13" fmla="*/ 0 w 17280"/>
                <a:gd name="p0y13" fmla="*/ 60 h 1503"/>
                <a:gd name="p0x14" fmla="*/ 0 w 17280"/>
                <a:gd name="p0y14" fmla="*/ 26 h 1503"/>
                <a:gd name="p0x15" fmla="*/ 26 w 17280"/>
                <a:gd name="p0y15" fmla="*/ 0 h 1503"/>
                <a:gd name="p0x16" fmla="*/ 60 w 17280"/>
                <a:gd name="p0y16" fmla="*/ 0 h 1503"/>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2"/>
              </p:custDataLst>
            </p:nvPr>
          </p:nvSpPr>
          <p:spPr>
            <a:xfrm>
              <a:off x="960" y="1368"/>
              <a:ext cx="60" cy="1503"/>
            </a:xfrm>
            <a:custGeom>
              <a:avLst/>
              <a:gdLst>
                <a:gd name="sw" fmla="*/ 1 w 60"/>
                <a:gd name="sh" fmla="*/ 1 h 1503"/>
                <a:gd name="mins" fmla="min sw sh"/>
                <a:gd name="dsw" fmla="+- 0 sw mins"/>
                <a:gd name="dsh" fmla="+- 0 sh mins"/>
                <a:gd name="p0x0" fmla="*/ 0 w 60"/>
                <a:gd name="p0y0" fmla="*/ 1443 h 1503"/>
                <a:gd name="p0x1" fmla="*/ 0 w 60"/>
                <a:gd name="p0y1" fmla="*/ 60 h 1503"/>
                <a:gd name="p0x2" fmla="*/ 0 w 60"/>
                <a:gd name="p0y2" fmla="*/ 26 h 1503"/>
                <a:gd name="p0x3" fmla="*/ 26 w 60"/>
                <a:gd name="p0y3" fmla="*/ 0 h 1503"/>
                <a:gd name="p0x4" fmla="*/ 60 w 60"/>
                <a:gd name="p0y4" fmla="*/ 0 h 1503"/>
                <a:gd name="p0x5" fmla="*/ 60 w 60"/>
                <a:gd name="p0y5" fmla="*/ 1443 h 1503"/>
                <a:gd name="p0x6" fmla="*/ 60 w 60"/>
                <a:gd name="p0y6" fmla="*/ 1503 h 1503"/>
                <a:gd name="p0x7" fmla="*/ 26 w 60"/>
                <a:gd name="p0y7" fmla="*/ 1503 h 1503"/>
                <a:gd name="p0x8" fmla="*/ 0 w 60"/>
                <a:gd name="p0y8" fmla="*/ 1476 h 1503"/>
                <a:gd name="p0x9" fmla="*/ 0 w 60"/>
                <a:gd name="p0y9" fmla="*/ 1443 h 1503"/>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 name="矩形 1"/>
          <p:cNvSpPr/>
          <p:nvPr>
            <p:custDataLst>
              <p:tags r:id="rId3"/>
            </p:custDataLst>
          </p:nvPr>
        </p:nvSpPr>
        <p:spPr>
          <a:xfrm>
            <a:off x="609600" y="358140"/>
            <a:ext cx="38100" cy="2667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4"/>
            </p:custDataLst>
          </p:nvPr>
        </p:nvSpPr>
        <p:spPr>
          <a:xfrm>
            <a:off x="800100" y="331470"/>
            <a:ext cx="2933700" cy="320040"/>
          </a:xfrm>
          <a:prstGeom prst="rect">
            <a:avLst/>
          </a:prstGeom>
          <a:noFill/>
        </p:spPr>
        <p:txBody>
          <a:bodyPr wrap="square" lIns="0" tIns="0" rIns="0" bIns="0" rtlCol="0" anchor="t">
            <a:noAutofit/>
          </a:bodyPr>
          <a:p>
            <a:pPr algn="l">
              <a:lnSpc>
                <a:spcPct val="117000"/>
              </a:lnSpc>
            </a:pPr>
            <a:r>
              <a:rPr sz="2100" b="1">
                <a:solidFill>
                  <a:srgbClr val="1E293B"/>
                </a:solidFill>
                <a:latin typeface="黑体" panose="02010609060101010101" charset="-122"/>
                <a:ea typeface="黑体" panose="02010609060101010101" charset="-122"/>
              </a:rPr>
              <a:t>研究目标与核心创新点</a:t>
            </a:r>
            <a:endParaRPr sz="2100" b="1">
              <a:solidFill>
                <a:srgbClr val="1E293B"/>
              </a:solidFill>
              <a:latin typeface="黑体" panose="02010609060101010101" charset="-122"/>
              <a:ea typeface="黑体" panose="02010609060101010101" charset="-122"/>
            </a:endParaRPr>
          </a:p>
        </p:txBody>
      </p:sp>
      <p:sp>
        <p:nvSpPr>
          <p:cNvPr id="7" name="文本框 6"/>
          <p:cNvSpPr txBox="1"/>
          <p:nvPr>
            <p:custDataLst>
              <p:tags r:id="rId5"/>
            </p:custDataLst>
          </p:nvPr>
        </p:nvSpPr>
        <p:spPr>
          <a:xfrm>
            <a:off x="952500" y="1052513"/>
            <a:ext cx="103251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研究目标</a:t>
            </a:r>
            <a:endParaRPr sz="1350" b="1">
              <a:solidFill>
                <a:srgbClr val="2D5B99"/>
              </a:solidFill>
              <a:latin typeface="黑体" panose="02010609060101010101" charset="-122"/>
              <a:ea typeface="黑体" panose="02010609060101010101" charset="-122"/>
            </a:endParaRPr>
          </a:p>
        </p:txBody>
      </p:sp>
      <p:sp>
        <p:nvSpPr>
          <p:cNvPr id="8" name="文本框 7"/>
          <p:cNvSpPr txBox="1"/>
          <p:nvPr>
            <p:custDataLst>
              <p:tags r:id="rId6"/>
            </p:custDataLst>
          </p:nvPr>
        </p:nvSpPr>
        <p:spPr>
          <a:xfrm>
            <a:off x="952500" y="1407795"/>
            <a:ext cx="10325100" cy="228600"/>
          </a:xfrm>
          <a:prstGeom prst="rect">
            <a:avLst/>
          </a:prstGeom>
          <a:noFill/>
        </p:spPr>
        <p:txBody>
          <a:bodyPr wrap="square" lIns="0" tIns="0" rIns="0" bIns="0" rtlCol="0" anchor="t">
            <a:noAutofit/>
          </a:bodyPr>
          <a:p>
            <a:pPr algn="l">
              <a:lnSpc>
                <a:spcPct val="142000"/>
              </a:lnSpc>
            </a:pPr>
            <a:r>
              <a:rPr lang="zh-CN" altLang="en-US" sz="1200">
                <a:solidFill>
                  <a:srgbClr val="1E293B"/>
                </a:solidFill>
                <a:latin typeface="宋体" panose="02010600030101010101" pitchFamily="2" charset="-122"/>
                <a:ea typeface="宋体" panose="02010600030101010101" pitchFamily="2" charset="-122"/>
                <a:cs typeface="宋体" panose="02010600030101010101" pitchFamily="2" charset="-122"/>
              </a:rPr>
              <a:t>构建一套面向</a:t>
            </a:r>
            <a:r>
              <a:rPr lang="en-US" altLang="zh-CN" sz="1200">
                <a:solidFill>
                  <a:srgbClr val="1E293B"/>
                </a:solidFill>
                <a:latin typeface="宋体" panose="02010600030101010101" pitchFamily="2" charset="-122"/>
                <a:ea typeface="宋体" panose="02010600030101010101" pitchFamily="2" charset="-122"/>
                <a:cs typeface="宋体" panose="02010600030101010101" pitchFamily="2" charset="-122"/>
              </a:rPr>
              <a:t>ADHD</a:t>
            </a:r>
            <a:r>
              <a:rPr lang="zh-CN" altLang="en-US" sz="1200">
                <a:solidFill>
                  <a:srgbClr val="1E293B"/>
                </a:solidFill>
                <a:latin typeface="宋体" panose="02010600030101010101" pitchFamily="2" charset="-122"/>
                <a:ea typeface="宋体" panose="02010600030101010101" pitchFamily="2" charset="-122"/>
                <a:cs typeface="宋体" panose="02010600030101010101" pitchFamily="2" charset="-122"/>
              </a:rPr>
              <a:t>中小学生的三端协同行为习惯辅助系统，通过数字化干预降低认知负担，缓解亲子冲突，实现正向行为激励。</a:t>
            </a:r>
            <a:endParaRPr lang="zh-CN" altLang="en-US" sz="1200">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28" name="矩形 27"/>
          <p:cNvSpPr/>
          <p:nvPr>
            <p:custDataLst>
              <p:tags r:id="rId7"/>
            </p:custDataLst>
          </p:nvPr>
        </p:nvSpPr>
        <p:spPr>
          <a:xfrm>
            <a:off x="4445" y="4749800"/>
            <a:ext cx="12182475" cy="2103120"/>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161925" y="6151245"/>
            <a:ext cx="11868150" cy="544830"/>
            <a:chOff x="255" y="9687"/>
            <a:chExt cx="18690" cy="858"/>
          </a:xfrm>
        </p:grpSpPr>
        <p:sp>
          <p:nvSpPr>
            <p:cNvPr id="31" name="任意多边形 30"/>
            <p:cNvSpPr/>
            <p:nvPr>
              <p:custDataLst>
                <p:tags r:id="rId8"/>
              </p:custDataLst>
            </p:nvPr>
          </p:nvSpPr>
          <p:spPr>
            <a:xfrm>
              <a:off x="255" y="9687"/>
              <a:ext cx="18690" cy="858"/>
            </a:xfrm>
            <a:custGeom>
              <a:avLst/>
              <a:gdLst>
                <a:gd name="sw" fmla="*/ 1 w 18690"/>
                <a:gd name="sh" fmla="*/ 1 h 858"/>
                <a:gd name="mins" fmla="min sw sh"/>
                <a:gd name="dsw" fmla="+- 0 sw mins"/>
                <a:gd name="dsh" fmla="+- 0 sh mins"/>
                <a:gd name="p0x0" fmla="*/ 0 w 18690"/>
                <a:gd name="p0y0" fmla="*/ 0 h 858"/>
                <a:gd name="p0x1" fmla="*/ 18690 w 18690"/>
                <a:gd name="p0y1" fmla="*/ 0 h 858"/>
                <a:gd name="p0x2" fmla="*/ 18690 w 18690"/>
                <a:gd name="p0y2" fmla="*/ 858 h 858"/>
                <a:gd name="p0x3" fmla="*/ 0 w 18690"/>
                <a:gd name="p0y3" fmla="*/ 858 h 858"/>
                <a:gd name="p0x4" fmla="*/ 0 w 18690"/>
                <a:gd name="p0y4" fmla="*/ 0 h 858"/>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任意多边形 31"/>
            <p:cNvSpPr/>
            <p:nvPr>
              <p:custDataLst>
                <p:tags r:id="rId9"/>
              </p:custDataLst>
            </p:nvPr>
          </p:nvSpPr>
          <p:spPr>
            <a:xfrm>
              <a:off x="270" y="9687"/>
              <a:ext cx="18660" cy="15"/>
            </a:xfrm>
            <a:custGeom>
              <a:avLst/>
              <a:gdLst>
                <a:gd name="sw" fmla="*/ 1 w 18659"/>
                <a:gd name="sh" fmla="*/ 1 h 15"/>
                <a:gd name="mins" fmla="min sw sh"/>
                <a:gd name="dsw" fmla="+- 0 sw mins"/>
                <a:gd name="dsh" fmla="+- 0 sh mins"/>
                <a:gd name="p0x0" fmla="*/ 0 w 18659"/>
                <a:gd name="p0y0" fmla="*/ 0 h 15"/>
                <a:gd name="p0x1" fmla="*/ 29 w 18659"/>
                <a:gd name="p0y1" fmla="*/ 0 h 15"/>
                <a:gd name="p0x2" fmla="*/ 30 w 18659"/>
                <a:gd name="p0y2" fmla="*/ 15 h 15"/>
                <a:gd name="p0x3" fmla="*/ 0 w 18659"/>
                <a:gd name="p0y3" fmla="*/ 15 h 15"/>
                <a:gd name="p0x4" fmla="*/ 0 w 18659"/>
                <a:gd name="p0y4" fmla="*/ 0 h 15"/>
                <a:gd name="p0x5" fmla="*/ 45 w 18659"/>
                <a:gd name="p0y5" fmla="*/ 0 h 15"/>
                <a:gd name="p0x6" fmla="*/ 75 w 18659"/>
                <a:gd name="p0y6" fmla="*/ 0 h 15"/>
                <a:gd name="p0x7" fmla="*/ 75 w 18659"/>
                <a:gd name="p0y7" fmla="*/ 15 h 15"/>
                <a:gd name="p0x8" fmla="*/ 45 w 18659"/>
                <a:gd name="p0y8" fmla="*/ 15 h 15"/>
                <a:gd name="p0x9" fmla="*/ 45 w 18659"/>
                <a:gd name="p0y9" fmla="*/ 0 h 15"/>
                <a:gd name="p0x10" fmla="*/ 90 w 18659"/>
                <a:gd name="p0y10" fmla="*/ 0 h 15"/>
                <a:gd name="p0x11" fmla="*/ 120 w 18659"/>
                <a:gd name="p0y11" fmla="*/ 0 h 15"/>
                <a:gd name="p0x12" fmla="*/ 120 w 18659"/>
                <a:gd name="p0y12" fmla="*/ 15 h 15"/>
                <a:gd name="p0x13" fmla="*/ 90 w 18659"/>
                <a:gd name="p0y13" fmla="*/ 15 h 15"/>
                <a:gd name="p0x14" fmla="*/ 90 w 18659"/>
                <a:gd name="p0y14" fmla="*/ 0 h 15"/>
                <a:gd name="p0x15" fmla="*/ 135 w 18659"/>
                <a:gd name="p0y15" fmla="*/ 0 h 15"/>
                <a:gd name="p0x16" fmla="*/ 164 w 18659"/>
                <a:gd name="p0y16" fmla="*/ 0 h 15"/>
                <a:gd name="p0x17" fmla="*/ 165 w 18659"/>
                <a:gd name="p0y17" fmla="*/ 15 h 15"/>
                <a:gd name="p0x18" fmla="*/ 135 w 18659"/>
                <a:gd name="p0y18" fmla="*/ 15 h 15"/>
                <a:gd name="p0x19" fmla="*/ 135 w 18659"/>
                <a:gd name="p0y19" fmla="*/ 0 h 15"/>
                <a:gd name="p0x20" fmla="*/ 180 w 18659"/>
                <a:gd name="p0y20" fmla="*/ 0 h 15"/>
                <a:gd name="p0x21" fmla="*/ 210 w 18659"/>
                <a:gd name="p0y21" fmla="*/ 0 h 15"/>
                <a:gd name="p0x22" fmla="*/ 209 w 18659"/>
                <a:gd name="p0y22" fmla="*/ 15 h 15"/>
                <a:gd name="p0x23" fmla="*/ 180 w 18659"/>
                <a:gd name="p0y23" fmla="*/ 15 h 15"/>
                <a:gd name="p0x24" fmla="*/ 180 w 18659"/>
                <a:gd name="p0y24" fmla="*/ 0 h 15"/>
                <a:gd name="p0x25" fmla="*/ 225 w 18659"/>
                <a:gd name="p0y25" fmla="*/ 0 h 15"/>
                <a:gd name="p0x26" fmla="*/ 255 w 18659"/>
                <a:gd name="p0y26" fmla="*/ 0 h 15"/>
                <a:gd name="p0x27" fmla="*/ 255 w 18659"/>
                <a:gd name="p0y27" fmla="*/ 15 h 15"/>
                <a:gd name="p0x28" fmla="*/ 225 w 18659"/>
                <a:gd name="p0y28" fmla="*/ 15 h 15"/>
                <a:gd name="p0x29" fmla="*/ 225 w 18659"/>
                <a:gd name="p0y29" fmla="*/ 0 h 15"/>
                <a:gd name="p0x30" fmla="*/ 269 w 18659"/>
                <a:gd name="p0y30" fmla="*/ 0 h 15"/>
                <a:gd name="p0x31" fmla="*/ 300 w 18659"/>
                <a:gd name="p0y31" fmla="*/ 0 h 15"/>
                <a:gd name="p0x32" fmla="*/ 300 w 18659"/>
                <a:gd name="p0y32" fmla="*/ 15 h 15"/>
                <a:gd name="p0x33" fmla="*/ 270 w 18659"/>
                <a:gd name="p0y33" fmla="*/ 15 h 15"/>
                <a:gd name="p0x34" fmla="*/ 269 w 18659"/>
                <a:gd name="p0y34" fmla="*/ 0 h 15"/>
                <a:gd name="p0x35" fmla="*/ 315 w 18659"/>
                <a:gd name="p0y35" fmla="*/ 0 h 15"/>
                <a:gd name="p0x36" fmla="*/ 345 w 18659"/>
                <a:gd name="p0y36" fmla="*/ 0 h 15"/>
                <a:gd name="p0x37" fmla="*/ 345 w 18659"/>
                <a:gd name="p0y37" fmla="*/ 15 h 15"/>
                <a:gd name="p0x38" fmla="*/ 315 w 18659"/>
                <a:gd name="p0y38" fmla="*/ 15 h 15"/>
                <a:gd name="p0x39" fmla="*/ 315 w 18659"/>
                <a:gd name="p0y39" fmla="*/ 0 h 15"/>
                <a:gd name="p0x40" fmla="*/ 360 w 18659"/>
                <a:gd name="p0y40" fmla="*/ 0 h 15"/>
                <a:gd name="p0x41" fmla="*/ 390 w 18659"/>
                <a:gd name="p0y41" fmla="*/ 0 h 15"/>
                <a:gd name="p0x42" fmla="*/ 390 w 18659"/>
                <a:gd name="p0y42" fmla="*/ 15 h 15"/>
                <a:gd name="p0x43" fmla="*/ 360 w 18659"/>
                <a:gd name="p0y43" fmla="*/ 15 h 15"/>
                <a:gd name="p0x44" fmla="*/ 360 w 18659"/>
                <a:gd name="p0y44" fmla="*/ 0 h 15"/>
                <a:gd name="p0x45" fmla="*/ 405 w 18659"/>
                <a:gd name="p0y45" fmla="*/ 0 h 15"/>
                <a:gd name="p0x46" fmla="*/ 435 w 18659"/>
                <a:gd name="p0y46" fmla="*/ 0 h 15"/>
                <a:gd name="p0x47" fmla="*/ 435 w 18659"/>
                <a:gd name="p0y47" fmla="*/ 15 h 15"/>
                <a:gd name="p0x48" fmla="*/ 405 w 18659"/>
                <a:gd name="p0y48" fmla="*/ 15 h 15"/>
                <a:gd name="p0x49" fmla="*/ 405 w 18659"/>
                <a:gd name="p0y49" fmla="*/ 0 h 15"/>
                <a:gd name="p0x50" fmla="*/ 450 w 18659"/>
                <a:gd name="p0y50" fmla="*/ 0 h 15"/>
                <a:gd name="p0x51" fmla="*/ 480 w 18659"/>
                <a:gd name="p0y51" fmla="*/ 0 h 15"/>
                <a:gd name="p0x52" fmla="*/ 480 w 18659"/>
                <a:gd name="p0y52" fmla="*/ 15 h 15"/>
                <a:gd name="p0x53" fmla="*/ 450 w 18659"/>
                <a:gd name="p0y53" fmla="*/ 15 h 15"/>
                <a:gd name="p0x54" fmla="*/ 450 w 18659"/>
                <a:gd name="p0y54" fmla="*/ 0 h 15"/>
                <a:gd name="p0x55" fmla="*/ 495 w 18659"/>
                <a:gd name="p0y55" fmla="*/ 0 h 15"/>
                <a:gd name="p0x56" fmla="*/ 525 w 18659"/>
                <a:gd name="p0y56" fmla="*/ 0 h 15"/>
                <a:gd name="p0x57" fmla="*/ 525 w 18659"/>
                <a:gd name="p0y57" fmla="*/ 15 h 15"/>
                <a:gd name="p0x58" fmla="*/ 495 w 18659"/>
                <a:gd name="p0y58" fmla="*/ 15 h 15"/>
                <a:gd name="p0x59" fmla="*/ 495 w 18659"/>
                <a:gd name="p0y59" fmla="*/ 0 h 15"/>
                <a:gd name="p0x60" fmla="*/ 540 w 18659"/>
                <a:gd name="p0y60" fmla="*/ 0 h 15"/>
                <a:gd name="p0x61" fmla="*/ 570 w 18659"/>
                <a:gd name="p0y61" fmla="*/ 0 h 15"/>
                <a:gd name="p0x62" fmla="*/ 570 w 18659"/>
                <a:gd name="p0y62" fmla="*/ 15 h 15"/>
                <a:gd name="p0x63" fmla="*/ 540 w 18659"/>
                <a:gd name="p0y63" fmla="*/ 15 h 15"/>
                <a:gd name="p0x64" fmla="*/ 540 w 18659"/>
                <a:gd name="p0y64" fmla="*/ 0 h 15"/>
                <a:gd name="p0x65" fmla="*/ 585 w 18659"/>
                <a:gd name="p0y65" fmla="*/ 0 h 15"/>
                <a:gd name="p0x66" fmla="*/ 615 w 18659"/>
                <a:gd name="p0y66" fmla="*/ 0 h 15"/>
                <a:gd name="p0x67" fmla="*/ 615 w 18659"/>
                <a:gd name="p0y67" fmla="*/ 15 h 15"/>
                <a:gd name="p0x68" fmla="*/ 585 w 18659"/>
                <a:gd name="p0y68" fmla="*/ 15 h 15"/>
                <a:gd name="p0x69" fmla="*/ 585 w 18659"/>
                <a:gd name="p0y69" fmla="*/ 0 h 15"/>
                <a:gd name="p0x70" fmla="*/ 630 w 18659"/>
                <a:gd name="p0y70" fmla="*/ 0 h 15"/>
                <a:gd name="p0x71" fmla="*/ 660 w 18659"/>
                <a:gd name="p0y71" fmla="*/ 0 h 15"/>
                <a:gd name="p0x72" fmla="*/ 660 w 18659"/>
                <a:gd name="p0y72" fmla="*/ 15 h 15"/>
                <a:gd name="p0x73" fmla="*/ 630 w 18659"/>
                <a:gd name="p0y73" fmla="*/ 15 h 15"/>
                <a:gd name="p0x74" fmla="*/ 630 w 18659"/>
                <a:gd name="p0y74" fmla="*/ 0 h 15"/>
                <a:gd name="p0x75" fmla="*/ 675 w 18659"/>
                <a:gd name="p0y75" fmla="*/ 0 h 15"/>
                <a:gd name="p0x76" fmla="*/ 704 w 18659"/>
                <a:gd name="p0y76" fmla="*/ 0 h 15"/>
                <a:gd name="p0x77" fmla="*/ 705 w 18659"/>
                <a:gd name="p0y77" fmla="*/ 15 h 15"/>
                <a:gd name="p0x78" fmla="*/ 675 w 18659"/>
                <a:gd name="p0y78" fmla="*/ 15 h 15"/>
                <a:gd name="p0x79" fmla="*/ 675 w 18659"/>
                <a:gd name="p0y79" fmla="*/ 0 h 15"/>
                <a:gd name="p0x80" fmla="*/ 720 w 18659"/>
                <a:gd name="p0y80" fmla="*/ 0 h 15"/>
                <a:gd name="p0x81" fmla="*/ 750 w 18659"/>
                <a:gd name="p0y81" fmla="*/ 0 h 15"/>
                <a:gd name="p0x82" fmla="*/ 750 w 18659"/>
                <a:gd name="p0y82" fmla="*/ 15 h 15"/>
                <a:gd name="p0x83" fmla="*/ 720 w 18659"/>
                <a:gd name="p0y83" fmla="*/ 15 h 15"/>
                <a:gd name="p0x84" fmla="*/ 720 w 18659"/>
                <a:gd name="p0y84" fmla="*/ 0 h 15"/>
                <a:gd name="p0x85" fmla="*/ 765 w 18659"/>
                <a:gd name="p0y85" fmla="*/ 0 h 15"/>
                <a:gd name="p0x86" fmla="*/ 795 w 18659"/>
                <a:gd name="p0y86" fmla="*/ 0 h 15"/>
                <a:gd name="p0x87" fmla="*/ 795 w 18659"/>
                <a:gd name="p0y87" fmla="*/ 15 h 15"/>
                <a:gd name="p0x88" fmla="*/ 765 w 18659"/>
                <a:gd name="p0y88" fmla="*/ 15 h 15"/>
                <a:gd name="p0x89" fmla="*/ 765 w 18659"/>
                <a:gd name="p0y89" fmla="*/ 0 h 15"/>
                <a:gd name="p0x90" fmla="*/ 810 w 18659"/>
                <a:gd name="p0y90" fmla="*/ 0 h 15"/>
                <a:gd name="p0x91" fmla="*/ 840 w 18659"/>
                <a:gd name="p0y91" fmla="*/ 0 h 15"/>
                <a:gd name="p0x92" fmla="*/ 840 w 18659"/>
                <a:gd name="p0y92" fmla="*/ 15 h 15"/>
                <a:gd name="p0x93" fmla="*/ 810 w 18659"/>
                <a:gd name="p0y93" fmla="*/ 15 h 15"/>
                <a:gd name="p0x94" fmla="*/ 810 w 18659"/>
                <a:gd name="p0y94" fmla="*/ 0 h 15"/>
                <a:gd name="p0x95" fmla="*/ 855 w 18659"/>
                <a:gd name="p0y95" fmla="*/ 0 h 15"/>
                <a:gd name="p0x96" fmla="*/ 885 w 18659"/>
                <a:gd name="p0y96" fmla="*/ 0 h 15"/>
                <a:gd name="p0x97" fmla="*/ 885 w 18659"/>
                <a:gd name="p0y97" fmla="*/ 15 h 15"/>
                <a:gd name="p0x98" fmla="*/ 855 w 18659"/>
                <a:gd name="p0y98" fmla="*/ 15 h 15"/>
                <a:gd name="p0x99" fmla="*/ 855 w 18659"/>
                <a:gd name="p0y99" fmla="*/ 0 h 15"/>
                <a:gd name="p0x100" fmla="*/ 900 w 18659"/>
                <a:gd name="p0y100" fmla="*/ 0 h 15"/>
                <a:gd name="p0x101" fmla="*/ 930 w 18659"/>
                <a:gd name="p0y101" fmla="*/ 0 h 15"/>
                <a:gd name="p0x102" fmla="*/ 930 w 18659"/>
                <a:gd name="p0y102" fmla="*/ 15 h 15"/>
                <a:gd name="p0x103" fmla="*/ 900 w 18659"/>
                <a:gd name="p0y103" fmla="*/ 15 h 15"/>
                <a:gd name="p0x104" fmla="*/ 900 w 18659"/>
                <a:gd name="p0y104" fmla="*/ 0 h 15"/>
                <a:gd name="p0x105" fmla="*/ 945 w 18659"/>
                <a:gd name="p0y105" fmla="*/ 0 h 15"/>
                <a:gd name="p0x106" fmla="*/ 975 w 18659"/>
                <a:gd name="p0y106" fmla="*/ 0 h 15"/>
                <a:gd name="p0x107" fmla="*/ 975 w 18659"/>
                <a:gd name="p0y107" fmla="*/ 15 h 15"/>
                <a:gd name="p0x108" fmla="*/ 945 w 18659"/>
                <a:gd name="p0y108" fmla="*/ 15 h 15"/>
                <a:gd name="p0x109" fmla="*/ 945 w 18659"/>
                <a:gd name="p0y109" fmla="*/ 0 h 15"/>
                <a:gd name="p0x110" fmla="*/ 990 w 18659"/>
                <a:gd name="p0y110" fmla="*/ 0 h 15"/>
                <a:gd name="p0x111" fmla="*/ 1020 w 18659"/>
                <a:gd name="p0y111" fmla="*/ 0 h 15"/>
                <a:gd name="p0x112" fmla="*/ 1020 w 18659"/>
                <a:gd name="p0y112" fmla="*/ 15 h 15"/>
                <a:gd name="p0x113" fmla="*/ 990 w 18659"/>
                <a:gd name="p0y113" fmla="*/ 15 h 15"/>
                <a:gd name="p0x114" fmla="*/ 990 w 18659"/>
                <a:gd name="p0y114" fmla="*/ 0 h 15"/>
                <a:gd name="p0x115" fmla="*/ 1035 w 18659"/>
                <a:gd name="p0y115" fmla="*/ 0 h 15"/>
                <a:gd name="p0x116" fmla="*/ 1065 w 18659"/>
                <a:gd name="p0y116" fmla="*/ 0 h 15"/>
                <a:gd name="p0x117" fmla="*/ 1065 w 18659"/>
                <a:gd name="p0y117" fmla="*/ 15 h 15"/>
                <a:gd name="p0x118" fmla="*/ 1035 w 18659"/>
                <a:gd name="p0y118" fmla="*/ 15 h 15"/>
                <a:gd name="p0x119" fmla="*/ 1035 w 18659"/>
                <a:gd name="p0y119" fmla="*/ 0 h 15"/>
                <a:gd name="p0x120" fmla="*/ 1080 w 18659"/>
                <a:gd name="p0y120" fmla="*/ 0 h 15"/>
                <a:gd name="p0x121" fmla="*/ 1110 w 18659"/>
                <a:gd name="p0y121" fmla="*/ 0 h 15"/>
                <a:gd name="p0x122" fmla="*/ 1109 w 18659"/>
                <a:gd name="p0y122" fmla="*/ 15 h 15"/>
                <a:gd name="p0x123" fmla="*/ 1080 w 18659"/>
                <a:gd name="p0y123" fmla="*/ 15 h 15"/>
                <a:gd name="p0x124" fmla="*/ 1080 w 18659"/>
                <a:gd name="p0y124" fmla="*/ 0 h 15"/>
                <a:gd name="p0x125" fmla="*/ 1125 w 18659"/>
                <a:gd name="p0y125" fmla="*/ 0 h 15"/>
                <a:gd name="p0x126" fmla="*/ 1155 w 18659"/>
                <a:gd name="p0y126" fmla="*/ 0 h 15"/>
                <a:gd name="p0x127" fmla="*/ 1155 w 18659"/>
                <a:gd name="p0y127" fmla="*/ 15 h 15"/>
                <a:gd name="p0x128" fmla="*/ 1125 w 18659"/>
                <a:gd name="p0y128" fmla="*/ 15 h 15"/>
                <a:gd name="p0x129" fmla="*/ 1125 w 18659"/>
                <a:gd name="p0y129" fmla="*/ 0 h 15"/>
                <a:gd name="p0x130" fmla="*/ 1170 w 18659"/>
                <a:gd name="p0y130" fmla="*/ 0 h 15"/>
                <a:gd name="p0x131" fmla="*/ 1200 w 18659"/>
                <a:gd name="p0y131" fmla="*/ 0 h 15"/>
                <a:gd name="p0x132" fmla="*/ 1200 w 18659"/>
                <a:gd name="p0y132" fmla="*/ 15 h 15"/>
                <a:gd name="p0x133" fmla="*/ 1170 w 18659"/>
                <a:gd name="p0y133" fmla="*/ 15 h 15"/>
                <a:gd name="p0x134" fmla="*/ 1170 w 18659"/>
                <a:gd name="p0y134" fmla="*/ 0 h 15"/>
                <a:gd name="p0x135" fmla="*/ 1215 w 18659"/>
                <a:gd name="p0y135" fmla="*/ 0 h 15"/>
                <a:gd name="p0x136" fmla="*/ 1245 w 18659"/>
                <a:gd name="p0y136" fmla="*/ 0 h 15"/>
                <a:gd name="p0x137" fmla="*/ 1245 w 18659"/>
                <a:gd name="p0y137" fmla="*/ 15 h 15"/>
                <a:gd name="p0x138" fmla="*/ 1215 w 18659"/>
                <a:gd name="p0y138" fmla="*/ 15 h 15"/>
                <a:gd name="p0x139" fmla="*/ 1215 w 18659"/>
                <a:gd name="p0y139" fmla="*/ 0 h 15"/>
                <a:gd name="p0x140" fmla="*/ 1260 w 18659"/>
                <a:gd name="p0y140" fmla="*/ 0 h 15"/>
                <a:gd name="p0x141" fmla="*/ 1290 w 18659"/>
                <a:gd name="p0y141" fmla="*/ 0 h 15"/>
                <a:gd name="p0x142" fmla="*/ 1290 w 18659"/>
                <a:gd name="p0y142" fmla="*/ 15 h 15"/>
                <a:gd name="p0x143" fmla="*/ 1260 w 18659"/>
                <a:gd name="p0y143" fmla="*/ 15 h 15"/>
                <a:gd name="p0x144" fmla="*/ 1260 w 18659"/>
                <a:gd name="p0y144" fmla="*/ 0 h 15"/>
                <a:gd name="p0x145" fmla="*/ 1305 w 18659"/>
                <a:gd name="p0y145" fmla="*/ 0 h 15"/>
                <a:gd name="p0x146" fmla="*/ 1335 w 18659"/>
                <a:gd name="p0y146" fmla="*/ 0 h 15"/>
                <a:gd name="p0x147" fmla="*/ 1335 w 18659"/>
                <a:gd name="p0y147" fmla="*/ 15 h 15"/>
                <a:gd name="p0x148" fmla="*/ 1305 w 18659"/>
                <a:gd name="p0y148" fmla="*/ 15 h 15"/>
                <a:gd name="p0x149" fmla="*/ 1305 w 18659"/>
                <a:gd name="p0y149" fmla="*/ 0 h 15"/>
                <a:gd name="p0x150" fmla="*/ 1350 w 18659"/>
                <a:gd name="p0y150" fmla="*/ 0 h 15"/>
                <a:gd name="p0x151" fmla="*/ 1380 w 18659"/>
                <a:gd name="p0y151" fmla="*/ 0 h 15"/>
                <a:gd name="p0x152" fmla="*/ 1380 w 18659"/>
                <a:gd name="p0y152" fmla="*/ 15 h 15"/>
                <a:gd name="p0x153" fmla="*/ 1349 w 18659"/>
                <a:gd name="p0y153" fmla="*/ 15 h 15"/>
                <a:gd name="p0x154" fmla="*/ 1350 w 18659"/>
                <a:gd name="p0y154" fmla="*/ 0 h 15"/>
                <a:gd name="p0x155" fmla="*/ 1395 w 18659"/>
                <a:gd name="p0y155" fmla="*/ 0 h 15"/>
                <a:gd name="p0x156" fmla="*/ 1425 w 18659"/>
                <a:gd name="p0y156" fmla="*/ 0 h 15"/>
                <a:gd name="p0x157" fmla="*/ 1425 w 18659"/>
                <a:gd name="p0y157" fmla="*/ 15 h 15"/>
                <a:gd name="p0x158" fmla="*/ 1395 w 18659"/>
                <a:gd name="p0y158" fmla="*/ 15 h 15"/>
                <a:gd name="p0x159" fmla="*/ 1395 w 18659"/>
                <a:gd name="p0y159" fmla="*/ 0 h 15"/>
                <a:gd name="p0x160" fmla="*/ 1440 w 18659"/>
                <a:gd name="p0y160" fmla="*/ 0 h 15"/>
                <a:gd name="p0x161" fmla="*/ 1470 w 18659"/>
                <a:gd name="p0y161" fmla="*/ 0 h 15"/>
                <a:gd name="p0x162" fmla="*/ 1470 w 18659"/>
                <a:gd name="p0y162" fmla="*/ 15 h 15"/>
                <a:gd name="p0x163" fmla="*/ 1440 w 18659"/>
                <a:gd name="p0y163" fmla="*/ 15 h 15"/>
                <a:gd name="p0x164" fmla="*/ 1440 w 18659"/>
                <a:gd name="p0y164" fmla="*/ 0 h 15"/>
                <a:gd name="p0x165" fmla="*/ 1485 w 18659"/>
                <a:gd name="p0y165" fmla="*/ 0 h 15"/>
                <a:gd name="p0x166" fmla="*/ 1515 w 18659"/>
                <a:gd name="p0y166" fmla="*/ 0 h 15"/>
                <a:gd name="p0x167" fmla="*/ 1515 w 18659"/>
                <a:gd name="p0y167" fmla="*/ 15 h 15"/>
                <a:gd name="p0x168" fmla="*/ 1485 w 18659"/>
                <a:gd name="p0y168" fmla="*/ 15 h 15"/>
                <a:gd name="p0x169" fmla="*/ 1485 w 18659"/>
                <a:gd name="p0y169" fmla="*/ 0 h 15"/>
                <a:gd name="p0x170" fmla="*/ 1530 w 18659"/>
                <a:gd name="p0y170" fmla="*/ 0 h 15"/>
                <a:gd name="p0x171" fmla="*/ 1560 w 18659"/>
                <a:gd name="p0y171" fmla="*/ 0 h 15"/>
                <a:gd name="p0x172" fmla="*/ 1559 w 18659"/>
                <a:gd name="p0y172" fmla="*/ 15 h 15"/>
                <a:gd name="p0x173" fmla="*/ 1530 w 18659"/>
                <a:gd name="p0y173" fmla="*/ 15 h 15"/>
                <a:gd name="p0x174" fmla="*/ 1530 w 18659"/>
                <a:gd name="p0y174" fmla="*/ 0 h 15"/>
                <a:gd name="p0x175" fmla="*/ 1575 w 18659"/>
                <a:gd name="p0y175" fmla="*/ 0 h 15"/>
                <a:gd name="p0x176" fmla="*/ 1604 w 18659"/>
                <a:gd name="p0y176" fmla="*/ 0 h 15"/>
                <a:gd name="p0x177" fmla="*/ 1605 w 18659"/>
                <a:gd name="p0y177" fmla="*/ 15 h 15"/>
                <a:gd name="p0x178" fmla="*/ 1575 w 18659"/>
                <a:gd name="p0y178" fmla="*/ 15 h 15"/>
                <a:gd name="p0x179" fmla="*/ 1575 w 18659"/>
                <a:gd name="p0y179" fmla="*/ 0 h 15"/>
                <a:gd name="p0x180" fmla="*/ 1620 w 18659"/>
                <a:gd name="p0y180" fmla="*/ 0 h 15"/>
                <a:gd name="p0x181" fmla="*/ 1650 w 18659"/>
                <a:gd name="p0y181" fmla="*/ 0 h 15"/>
                <a:gd name="p0x182" fmla="*/ 1650 w 18659"/>
                <a:gd name="p0y182" fmla="*/ 15 h 15"/>
                <a:gd name="p0x183" fmla="*/ 1620 w 18659"/>
                <a:gd name="p0y183" fmla="*/ 15 h 15"/>
                <a:gd name="p0x184" fmla="*/ 1620 w 18659"/>
                <a:gd name="p0y184" fmla="*/ 0 h 15"/>
                <a:gd name="p0x185" fmla="*/ 1665 w 18659"/>
                <a:gd name="p0y185" fmla="*/ 0 h 15"/>
                <a:gd name="p0x186" fmla="*/ 1695 w 18659"/>
                <a:gd name="p0y186" fmla="*/ 0 h 15"/>
                <a:gd name="p0x187" fmla="*/ 1695 w 18659"/>
                <a:gd name="p0y187" fmla="*/ 15 h 15"/>
                <a:gd name="p0x188" fmla="*/ 1665 w 18659"/>
                <a:gd name="p0y188" fmla="*/ 15 h 15"/>
                <a:gd name="p0x189" fmla="*/ 1665 w 18659"/>
                <a:gd name="p0y189" fmla="*/ 0 h 15"/>
                <a:gd name="p0x190" fmla="*/ 1709 w 18659"/>
                <a:gd name="p0y190" fmla="*/ 0 h 15"/>
                <a:gd name="p0x191" fmla="*/ 1740 w 18659"/>
                <a:gd name="p0y191" fmla="*/ 0 h 15"/>
                <a:gd name="p0x192" fmla="*/ 1740 w 18659"/>
                <a:gd name="p0y192" fmla="*/ 15 h 15"/>
                <a:gd name="p0x193" fmla="*/ 1710 w 18659"/>
                <a:gd name="p0y193" fmla="*/ 15 h 15"/>
                <a:gd name="p0x194" fmla="*/ 1709 w 18659"/>
                <a:gd name="p0y194" fmla="*/ 0 h 15"/>
                <a:gd name="p0x195" fmla="*/ 1755 w 18659"/>
                <a:gd name="p0y195" fmla="*/ 0 h 15"/>
                <a:gd name="p0x196" fmla="*/ 1785 w 18659"/>
                <a:gd name="p0y196" fmla="*/ 0 h 15"/>
                <a:gd name="p0x197" fmla="*/ 1785 w 18659"/>
                <a:gd name="p0y197" fmla="*/ 15 h 15"/>
                <a:gd name="p0x198" fmla="*/ 1755 w 18659"/>
                <a:gd name="p0y198" fmla="*/ 15 h 15"/>
                <a:gd name="p0x199" fmla="*/ 1755 w 18659"/>
                <a:gd name="p0y199" fmla="*/ 0 h 15"/>
                <a:gd name="p0x200" fmla="*/ 1800 w 18659"/>
                <a:gd name="p0y200" fmla="*/ 0 h 15"/>
                <a:gd name="p0x201" fmla="*/ 1830 w 18659"/>
                <a:gd name="p0y201" fmla="*/ 0 h 15"/>
                <a:gd name="p0x202" fmla="*/ 1830 w 18659"/>
                <a:gd name="p0y202" fmla="*/ 15 h 15"/>
                <a:gd name="p0x203" fmla="*/ 1800 w 18659"/>
                <a:gd name="p0y203" fmla="*/ 15 h 15"/>
                <a:gd name="p0x204" fmla="*/ 1800 w 18659"/>
                <a:gd name="p0y204" fmla="*/ 0 h 15"/>
                <a:gd name="p0x205" fmla="*/ 1844 w 18659"/>
                <a:gd name="p0y205" fmla="*/ 0 h 15"/>
                <a:gd name="p0x206" fmla="*/ 1875 w 18659"/>
                <a:gd name="p0y206" fmla="*/ 0 h 15"/>
                <a:gd name="p0x207" fmla="*/ 1875 w 18659"/>
                <a:gd name="p0y207" fmla="*/ 15 h 15"/>
                <a:gd name="p0x208" fmla="*/ 1845 w 18659"/>
                <a:gd name="p0y208" fmla="*/ 15 h 15"/>
                <a:gd name="p0x209" fmla="*/ 1844 w 18659"/>
                <a:gd name="p0y209" fmla="*/ 0 h 15"/>
                <a:gd name="p0x210" fmla="*/ 1890 w 18659"/>
                <a:gd name="p0y210" fmla="*/ 0 h 15"/>
                <a:gd name="p0x211" fmla="*/ 1920 w 18659"/>
                <a:gd name="p0y211" fmla="*/ 0 h 15"/>
                <a:gd name="p0x212" fmla="*/ 1920 w 18659"/>
                <a:gd name="p0y212" fmla="*/ 15 h 15"/>
                <a:gd name="p0x213" fmla="*/ 1890 w 18659"/>
                <a:gd name="p0y213" fmla="*/ 15 h 15"/>
                <a:gd name="p0x214" fmla="*/ 1890 w 18659"/>
                <a:gd name="p0y214" fmla="*/ 0 h 15"/>
                <a:gd name="p0x215" fmla="*/ 1935 w 18659"/>
                <a:gd name="p0y215" fmla="*/ 0 h 15"/>
                <a:gd name="p0x216" fmla="*/ 1965 w 18659"/>
                <a:gd name="p0y216" fmla="*/ 0 h 15"/>
                <a:gd name="p0x217" fmla="*/ 1965 w 18659"/>
                <a:gd name="p0y217" fmla="*/ 15 h 15"/>
                <a:gd name="p0x218" fmla="*/ 1935 w 18659"/>
                <a:gd name="p0y218" fmla="*/ 15 h 15"/>
                <a:gd name="p0x219" fmla="*/ 1935 w 18659"/>
                <a:gd name="p0y219" fmla="*/ 0 h 15"/>
                <a:gd name="p0x220" fmla="*/ 1980 w 18659"/>
                <a:gd name="p0y220" fmla="*/ 0 h 15"/>
                <a:gd name="p0x221" fmla="*/ 2010 w 18659"/>
                <a:gd name="p0y221" fmla="*/ 0 h 15"/>
                <a:gd name="p0x222" fmla="*/ 2010 w 18659"/>
                <a:gd name="p0y222" fmla="*/ 15 h 15"/>
                <a:gd name="p0x223" fmla="*/ 1980 w 18659"/>
                <a:gd name="p0y223" fmla="*/ 15 h 15"/>
                <a:gd name="p0x224" fmla="*/ 1980 w 18659"/>
                <a:gd name="p0y224" fmla="*/ 0 h 15"/>
                <a:gd name="p0x225" fmla="*/ 2025 w 18659"/>
                <a:gd name="p0y225" fmla="*/ 0 h 15"/>
                <a:gd name="p0x226" fmla="*/ 2055 w 18659"/>
                <a:gd name="p0y226" fmla="*/ 0 h 15"/>
                <a:gd name="p0x227" fmla="*/ 2055 w 18659"/>
                <a:gd name="p0y227" fmla="*/ 15 h 15"/>
                <a:gd name="p0x228" fmla="*/ 2025 w 18659"/>
                <a:gd name="p0y228" fmla="*/ 15 h 15"/>
                <a:gd name="p0x229" fmla="*/ 2025 w 18659"/>
                <a:gd name="p0y229" fmla="*/ 0 h 15"/>
                <a:gd name="p0x230" fmla="*/ 2070 w 18659"/>
                <a:gd name="p0y230" fmla="*/ 0 h 15"/>
                <a:gd name="p0x231" fmla="*/ 2100 w 18659"/>
                <a:gd name="p0y231" fmla="*/ 0 h 15"/>
                <a:gd name="p0x232" fmla="*/ 2100 w 18659"/>
                <a:gd name="p0y232" fmla="*/ 15 h 15"/>
                <a:gd name="p0x233" fmla="*/ 2070 w 18659"/>
                <a:gd name="p0y233" fmla="*/ 15 h 15"/>
                <a:gd name="p0x234" fmla="*/ 2070 w 18659"/>
                <a:gd name="p0y234" fmla="*/ 0 h 15"/>
                <a:gd name="p0x235" fmla="*/ 2115 w 18659"/>
                <a:gd name="p0y235" fmla="*/ 0 h 15"/>
                <a:gd name="p0x236" fmla="*/ 2145 w 18659"/>
                <a:gd name="p0y236" fmla="*/ 0 h 15"/>
                <a:gd name="p0x237" fmla="*/ 2145 w 18659"/>
                <a:gd name="p0y237" fmla="*/ 15 h 15"/>
                <a:gd name="p0x238" fmla="*/ 2115 w 18659"/>
                <a:gd name="p0y238" fmla="*/ 15 h 15"/>
                <a:gd name="p0x239" fmla="*/ 2115 w 18659"/>
                <a:gd name="p0y239" fmla="*/ 0 h 15"/>
                <a:gd name="p0x240" fmla="*/ 2160 w 18659"/>
                <a:gd name="p0y240" fmla="*/ 0 h 15"/>
                <a:gd name="p0x241" fmla="*/ 2190 w 18659"/>
                <a:gd name="p0y241" fmla="*/ 0 h 15"/>
                <a:gd name="p0x242" fmla="*/ 2190 w 18659"/>
                <a:gd name="p0y242" fmla="*/ 15 h 15"/>
                <a:gd name="p0x243" fmla="*/ 2160 w 18659"/>
                <a:gd name="p0y243" fmla="*/ 15 h 15"/>
                <a:gd name="p0x244" fmla="*/ 2160 w 18659"/>
                <a:gd name="p0y244" fmla="*/ 0 h 15"/>
                <a:gd name="p0x245" fmla="*/ 2205 w 18659"/>
                <a:gd name="p0y245" fmla="*/ 0 h 15"/>
                <a:gd name="p0x246" fmla="*/ 2235 w 18659"/>
                <a:gd name="p0y246" fmla="*/ 0 h 15"/>
                <a:gd name="p0x247" fmla="*/ 2235 w 18659"/>
                <a:gd name="p0y247" fmla="*/ 15 h 15"/>
                <a:gd name="p0x248" fmla="*/ 2205 w 18659"/>
                <a:gd name="p0y248" fmla="*/ 15 h 15"/>
                <a:gd name="p0x249" fmla="*/ 2205 w 18659"/>
                <a:gd name="p0y249" fmla="*/ 0 h 15"/>
                <a:gd name="p0x250" fmla="*/ 2250 w 18659"/>
                <a:gd name="p0y250" fmla="*/ 0 h 15"/>
                <a:gd name="p0x251" fmla="*/ 2280 w 18659"/>
                <a:gd name="p0y251" fmla="*/ 0 h 15"/>
                <a:gd name="p0x252" fmla="*/ 2280 w 18659"/>
                <a:gd name="p0y252" fmla="*/ 15 h 15"/>
                <a:gd name="p0x253" fmla="*/ 2250 w 18659"/>
                <a:gd name="p0y253" fmla="*/ 15 h 15"/>
                <a:gd name="p0x254" fmla="*/ 2250 w 18659"/>
                <a:gd name="p0y254" fmla="*/ 0 h 15"/>
                <a:gd name="p0x255" fmla="*/ 2295 w 18659"/>
                <a:gd name="p0y255" fmla="*/ 0 h 15"/>
                <a:gd name="p0x256" fmla="*/ 2325 w 18659"/>
                <a:gd name="p0y256" fmla="*/ 0 h 15"/>
                <a:gd name="p0x257" fmla="*/ 2325 w 18659"/>
                <a:gd name="p0y257" fmla="*/ 15 h 15"/>
                <a:gd name="p0x258" fmla="*/ 2295 w 18659"/>
                <a:gd name="p0y258" fmla="*/ 15 h 15"/>
                <a:gd name="p0x259" fmla="*/ 2295 w 18659"/>
                <a:gd name="p0y259" fmla="*/ 0 h 15"/>
                <a:gd name="p0x260" fmla="*/ 2340 w 18659"/>
                <a:gd name="p0y260" fmla="*/ 0 h 15"/>
                <a:gd name="p0x261" fmla="*/ 2370 w 18659"/>
                <a:gd name="p0y261" fmla="*/ 0 h 15"/>
                <a:gd name="p0x262" fmla="*/ 2370 w 18659"/>
                <a:gd name="p0y262" fmla="*/ 15 h 15"/>
                <a:gd name="p0x263" fmla="*/ 2340 w 18659"/>
                <a:gd name="p0y263" fmla="*/ 15 h 15"/>
                <a:gd name="p0x264" fmla="*/ 2340 w 18659"/>
                <a:gd name="p0y264" fmla="*/ 0 h 15"/>
                <a:gd name="p0x265" fmla="*/ 2385 w 18659"/>
                <a:gd name="p0y265" fmla="*/ 0 h 15"/>
                <a:gd name="p0x266" fmla="*/ 2415 w 18659"/>
                <a:gd name="p0y266" fmla="*/ 0 h 15"/>
                <a:gd name="p0x267" fmla="*/ 2415 w 18659"/>
                <a:gd name="p0y267" fmla="*/ 15 h 15"/>
                <a:gd name="p0x268" fmla="*/ 2385 w 18659"/>
                <a:gd name="p0y268" fmla="*/ 15 h 15"/>
                <a:gd name="p0x269" fmla="*/ 2385 w 18659"/>
                <a:gd name="p0y269" fmla="*/ 0 h 15"/>
                <a:gd name="p0x270" fmla="*/ 2430 w 18659"/>
                <a:gd name="p0y270" fmla="*/ 0 h 15"/>
                <a:gd name="p0x271" fmla="*/ 2459 w 18659"/>
                <a:gd name="p0y271" fmla="*/ 0 h 15"/>
                <a:gd name="p0x272" fmla="*/ 2460 w 18659"/>
                <a:gd name="p0y272" fmla="*/ 15 h 15"/>
                <a:gd name="p0x273" fmla="*/ 2430 w 18659"/>
                <a:gd name="p0y273" fmla="*/ 15 h 15"/>
                <a:gd name="p0x274" fmla="*/ 2430 w 18659"/>
                <a:gd name="p0y274" fmla="*/ 0 h 15"/>
                <a:gd name="p0x275" fmla="*/ 2475 w 18659"/>
                <a:gd name="p0y275" fmla="*/ 0 h 15"/>
                <a:gd name="p0x276" fmla="*/ 2505 w 18659"/>
                <a:gd name="p0y276" fmla="*/ 0 h 15"/>
                <a:gd name="p0x277" fmla="*/ 2505 w 18659"/>
                <a:gd name="p0y277" fmla="*/ 15 h 15"/>
                <a:gd name="p0x278" fmla="*/ 2475 w 18659"/>
                <a:gd name="p0y278" fmla="*/ 15 h 15"/>
                <a:gd name="p0x279" fmla="*/ 2475 w 18659"/>
                <a:gd name="p0y279" fmla="*/ 0 h 15"/>
                <a:gd name="p0x280" fmla="*/ 2520 w 18659"/>
                <a:gd name="p0y280" fmla="*/ 0 h 15"/>
                <a:gd name="p0x281" fmla="*/ 2550 w 18659"/>
                <a:gd name="p0y281" fmla="*/ 0 h 15"/>
                <a:gd name="p0x282" fmla="*/ 2550 w 18659"/>
                <a:gd name="p0y282" fmla="*/ 15 h 15"/>
                <a:gd name="p0x283" fmla="*/ 2520 w 18659"/>
                <a:gd name="p0y283" fmla="*/ 15 h 15"/>
                <a:gd name="p0x284" fmla="*/ 2520 w 18659"/>
                <a:gd name="p0y284" fmla="*/ 0 h 15"/>
                <a:gd name="p0x285" fmla="*/ 2565 w 18659"/>
                <a:gd name="p0y285" fmla="*/ 0 h 15"/>
                <a:gd name="p0x286" fmla="*/ 2595 w 18659"/>
                <a:gd name="p0y286" fmla="*/ 0 h 15"/>
                <a:gd name="p0x287" fmla="*/ 2595 w 18659"/>
                <a:gd name="p0y287" fmla="*/ 15 h 15"/>
                <a:gd name="p0x288" fmla="*/ 2565 w 18659"/>
                <a:gd name="p0y288" fmla="*/ 15 h 15"/>
                <a:gd name="p0x289" fmla="*/ 2565 w 18659"/>
                <a:gd name="p0y289" fmla="*/ 0 h 15"/>
                <a:gd name="p0x290" fmla="*/ 2610 w 18659"/>
                <a:gd name="p0y290" fmla="*/ 0 h 15"/>
                <a:gd name="p0x291" fmla="*/ 2640 w 18659"/>
                <a:gd name="p0y291" fmla="*/ 0 h 15"/>
                <a:gd name="p0x292" fmla="*/ 2640 w 18659"/>
                <a:gd name="p0y292" fmla="*/ 15 h 15"/>
                <a:gd name="p0x293" fmla="*/ 2610 w 18659"/>
                <a:gd name="p0y293" fmla="*/ 15 h 15"/>
                <a:gd name="p0x294" fmla="*/ 2610 w 18659"/>
                <a:gd name="p0y294" fmla="*/ 0 h 15"/>
                <a:gd name="p0x295" fmla="*/ 2655 w 18659"/>
                <a:gd name="p0y295" fmla="*/ 0 h 15"/>
                <a:gd name="p0x296" fmla="*/ 2685 w 18659"/>
                <a:gd name="p0y296" fmla="*/ 0 h 15"/>
                <a:gd name="p0x297" fmla="*/ 2685 w 18659"/>
                <a:gd name="p0y297" fmla="*/ 15 h 15"/>
                <a:gd name="p0x298" fmla="*/ 2655 w 18659"/>
                <a:gd name="p0y298" fmla="*/ 15 h 15"/>
                <a:gd name="p0x299" fmla="*/ 2655 w 18659"/>
                <a:gd name="p0y299" fmla="*/ 0 h 15"/>
                <a:gd name="p0x300" fmla="*/ 2700 w 18659"/>
                <a:gd name="p0y300" fmla="*/ 0 h 15"/>
                <a:gd name="p0x301" fmla="*/ 2730 w 18659"/>
                <a:gd name="p0y301" fmla="*/ 0 h 15"/>
                <a:gd name="p0x302" fmla="*/ 2730 w 18659"/>
                <a:gd name="p0y302" fmla="*/ 15 h 15"/>
                <a:gd name="p0x303" fmla="*/ 2699 w 18659"/>
                <a:gd name="p0y303" fmla="*/ 15 h 15"/>
                <a:gd name="p0x304" fmla="*/ 2700 w 18659"/>
                <a:gd name="p0y304" fmla="*/ 0 h 15"/>
                <a:gd name="p0x305" fmla="*/ 2745 w 18659"/>
                <a:gd name="p0y305" fmla="*/ 0 h 15"/>
                <a:gd name="p0x306" fmla="*/ 2775 w 18659"/>
                <a:gd name="p0y306" fmla="*/ 0 h 15"/>
                <a:gd name="p0x307" fmla="*/ 2775 w 18659"/>
                <a:gd name="p0y307" fmla="*/ 15 h 15"/>
                <a:gd name="p0x308" fmla="*/ 2745 w 18659"/>
                <a:gd name="p0y308" fmla="*/ 15 h 15"/>
                <a:gd name="p0x309" fmla="*/ 2745 w 18659"/>
                <a:gd name="p0y309" fmla="*/ 0 h 15"/>
                <a:gd name="p0x310" fmla="*/ 2790 w 18659"/>
                <a:gd name="p0y310" fmla="*/ 0 h 15"/>
                <a:gd name="p0x311" fmla="*/ 2820 w 18659"/>
                <a:gd name="p0y311" fmla="*/ 0 h 15"/>
                <a:gd name="p0x312" fmla="*/ 2820 w 18659"/>
                <a:gd name="p0y312" fmla="*/ 15 h 15"/>
                <a:gd name="p0x313" fmla="*/ 2790 w 18659"/>
                <a:gd name="p0y313" fmla="*/ 15 h 15"/>
                <a:gd name="p0x314" fmla="*/ 2790 w 18659"/>
                <a:gd name="p0y314" fmla="*/ 0 h 15"/>
                <a:gd name="p0x315" fmla="*/ 2835 w 18659"/>
                <a:gd name="p0y315" fmla="*/ 0 h 15"/>
                <a:gd name="p0x316" fmla="*/ 2865 w 18659"/>
                <a:gd name="p0y316" fmla="*/ 0 h 15"/>
                <a:gd name="p0x317" fmla="*/ 2865 w 18659"/>
                <a:gd name="p0y317" fmla="*/ 15 h 15"/>
                <a:gd name="p0x318" fmla="*/ 2835 w 18659"/>
                <a:gd name="p0y318" fmla="*/ 15 h 15"/>
                <a:gd name="p0x319" fmla="*/ 2835 w 18659"/>
                <a:gd name="p0y319" fmla="*/ 0 h 15"/>
                <a:gd name="p0x320" fmla="*/ 2880 w 18659"/>
                <a:gd name="p0y320" fmla="*/ 0 h 15"/>
                <a:gd name="p0x321" fmla="*/ 2910 w 18659"/>
                <a:gd name="p0y321" fmla="*/ 0 h 15"/>
                <a:gd name="p0x322" fmla="*/ 2910 w 18659"/>
                <a:gd name="p0y322" fmla="*/ 15 h 15"/>
                <a:gd name="p0x323" fmla="*/ 2880 w 18659"/>
                <a:gd name="p0y323" fmla="*/ 15 h 15"/>
                <a:gd name="p0x324" fmla="*/ 2880 w 18659"/>
                <a:gd name="p0y324" fmla="*/ 0 h 15"/>
                <a:gd name="p0x325" fmla="*/ 2925 w 18659"/>
                <a:gd name="p0y325" fmla="*/ 0 h 15"/>
                <a:gd name="p0x326" fmla="*/ 2955 w 18659"/>
                <a:gd name="p0y326" fmla="*/ 0 h 15"/>
                <a:gd name="p0x327" fmla="*/ 2955 w 18659"/>
                <a:gd name="p0y327" fmla="*/ 15 h 15"/>
                <a:gd name="p0x328" fmla="*/ 2925 w 18659"/>
                <a:gd name="p0y328" fmla="*/ 15 h 15"/>
                <a:gd name="p0x329" fmla="*/ 2925 w 18659"/>
                <a:gd name="p0y329" fmla="*/ 0 h 15"/>
                <a:gd name="p0x330" fmla="*/ 2970 w 18659"/>
                <a:gd name="p0y330" fmla="*/ 0 h 15"/>
                <a:gd name="p0x331" fmla="*/ 3000 w 18659"/>
                <a:gd name="p0y331" fmla="*/ 0 h 15"/>
                <a:gd name="p0x332" fmla="*/ 3000 w 18659"/>
                <a:gd name="p0y332" fmla="*/ 15 h 15"/>
                <a:gd name="p0x333" fmla="*/ 2970 w 18659"/>
                <a:gd name="p0y333" fmla="*/ 15 h 15"/>
                <a:gd name="p0x334" fmla="*/ 2970 w 18659"/>
                <a:gd name="p0y334" fmla="*/ 0 h 15"/>
                <a:gd name="p0x335" fmla="*/ 3014 w 18659"/>
                <a:gd name="p0y335" fmla="*/ 0 h 15"/>
                <a:gd name="p0x336" fmla="*/ 3045 w 18659"/>
                <a:gd name="p0y336" fmla="*/ 0 h 15"/>
                <a:gd name="p0x337" fmla="*/ 3045 w 18659"/>
                <a:gd name="p0y337" fmla="*/ 15 h 15"/>
                <a:gd name="p0x338" fmla="*/ 3015 w 18659"/>
                <a:gd name="p0y338" fmla="*/ 15 h 15"/>
                <a:gd name="p0x339" fmla="*/ 3014 w 18659"/>
                <a:gd name="p0y339" fmla="*/ 0 h 15"/>
                <a:gd name="p0x340" fmla="*/ 3060 w 18659"/>
                <a:gd name="p0y340" fmla="*/ 0 h 15"/>
                <a:gd name="p0x341" fmla="*/ 3090 w 18659"/>
                <a:gd name="p0y341" fmla="*/ 0 h 15"/>
                <a:gd name="p0x342" fmla="*/ 3090 w 18659"/>
                <a:gd name="p0y342" fmla="*/ 15 h 15"/>
                <a:gd name="p0x343" fmla="*/ 3060 w 18659"/>
                <a:gd name="p0y343" fmla="*/ 15 h 15"/>
                <a:gd name="p0x344" fmla="*/ 3060 w 18659"/>
                <a:gd name="p0y344" fmla="*/ 0 h 15"/>
                <a:gd name="p0x345" fmla="*/ 3105 w 18659"/>
                <a:gd name="p0y345" fmla="*/ 0 h 15"/>
                <a:gd name="p0x346" fmla="*/ 3135 w 18659"/>
                <a:gd name="p0y346" fmla="*/ 0 h 15"/>
                <a:gd name="p0x347" fmla="*/ 3135 w 18659"/>
                <a:gd name="p0y347" fmla="*/ 15 h 15"/>
                <a:gd name="p0x348" fmla="*/ 3105 w 18659"/>
                <a:gd name="p0y348" fmla="*/ 15 h 15"/>
                <a:gd name="p0x349" fmla="*/ 3105 w 18659"/>
                <a:gd name="p0y349" fmla="*/ 0 h 15"/>
                <a:gd name="p0x350" fmla="*/ 3150 w 18659"/>
                <a:gd name="p0y350" fmla="*/ 0 h 15"/>
                <a:gd name="p0x351" fmla="*/ 3180 w 18659"/>
                <a:gd name="p0y351" fmla="*/ 0 h 15"/>
                <a:gd name="p0x352" fmla="*/ 3180 w 18659"/>
                <a:gd name="p0y352" fmla="*/ 15 h 15"/>
                <a:gd name="p0x353" fmla="*/ 3150 w 18659"/>
                <a:gd name="p0y353" fmla="*/ 15 h 15"/>
                <a:gd name="p0x354" fmla="*/ 3150 w 18659"/>
                <a:gd name="p0y354" fmla="*/ 0 h 15"/>
                <a:gd name="p0x355" fmla="*/ 3195 w 18659"/>
                <a:gd name="p0y355" fmla="*/ 0 h 15"/>
                <a:gd name="p0x356" fmla="*/ 3224 w 18659"/>
                <a:gd name="p0y356" fmla="*/ 0 h 15"/>
                <a:gd name="p0x357" fmla="*/ 3225 w 18659"/>
                <a:gd name="p0y357" fmla="*/ 15 h 15"/>
                <a:gd name="p0x358" fmla="*/ 3195 w 18659"/>
                <a:gd name="p0y358" fmla="*/ 15 h 15"/>
                <a:gd name="p0x359" fmla="*/ 3195 w 18659"/>
                <a:gd name="p0y359" fmla="*/ 0 h 15"/>
                <a:gd name="p0x360" fmla="*/ 3240 w 18659"/>
                <a:gd name="p0y360" fmla="*/ 0 h 15"/>
                <a:gd name="p0x361" fmla="*/ 3270 w 18659"/>
                <a:gd name="p0y361" fmla="*/ 0 h 15"/>
                <a:gd name="p0x362" fmla="*/ 3270 w 18659"/>
                <a:gd name="p0y362" fmla="*/ 15 h 15"/>
                <a:gd name="p0x363" fmla="*/ 3240 w 18659"/>
                <a:gd name="p0y363" fmla="*/ 15 h 15"/>
                <a:gd name="p0x364" fmla="*/ 3240 w 18659"/>
                <a:gd name="p0y364" fmla="*/ 0 h 15"/>
                <a:gd name="p0x365" fmla="*/ 3285 w 18659"/>
                <a:gd name="p0y365" fmla="*/ 0 h 15"/>
                <a:gd name="p0x366" fmla="*/ 3315 w 18659"/>
                <a:gd name="p0y366" fmla="*/ 0 h 15"/>
                <a:gd name="p0x367" fmla="*/ 3315 w 18659"/>
                <a:gd name="p0y367" fmla="*/ 15 h 15"/>
                <a:gd name="p0x368" fmla="*/ 3285 w 18659"/>
                <a:gd name="p0y368" fmla="*/ 15 h 15"/>
                <a:gd name="p0x369" fmla="*/ 3285 w 18659"/>
                <a:gd name="p0y369" fmla="*/ 0 h 15"/>
                <a:gd name="p0x370" fmla="*/ 3330 w 18659"/>
                <a:gd name="p0y370" fmla="*/ 0 h 15"/>
                <a:gd name="p0x371" fmla="*/ 3360 w 18659"/>
                <a:gd name="p0y371" fmla="*/ 0 h 15"/>
                <a:gd name="p0x372" fmla="*/ 3360 w 18659"/>
                <a:gd name="p0y372" fmla="*/ 15 h 15"/>
                <a:gd name="p0x373" fmla="*/ 3329 w 18659"/>
                <a:gd name="p0y373" fmla="*/ 15 h 15"/>
                <a:gd name="p0x374" fmla="*/ 3330 w 18659"/>
                <a:gd name="p0y374" fmla="*/ 0 h 15"/>
                <a:gd name="p0x375" fmla="*/ 3375 w 18659"/>
                <a:gd name="p0y375" fmla="*/ 0 h 15"/>
                <a:gd name="p0x376" fmla="*/ 3405 w 18659"/>
                <a:gd name="p0y376" fmla="*/ 0 h 15"/>
                <a:gd name="p0x377" fmla="*/ 3405 w 18659"/>
                <a:gd name="p0y377" fmla="*/ 15 h 15"/>
                <a:gd name="p0x378" fmla="*/ 3375 w 18659"/>
                <a:gd name="p0y378" fmla="*/ 15 h 15"/>
                <a:gd name="p0x379" fmla="*/ 3375 w 18659"/>
                <a:gd name="p0y379" fmla="*/ 0 h 15"/>
                <a:gd name="p0x380" fmla="*/ 3420 w 18659"/>
                <a:gd name="p0y380" fmla="*/ 0 h 15"/>
                <a:gd name="p0x381" fmla="*/ 3450 w 18659"/>
                <a:gd name="p0y381" fmla="*/ 0 h 15"/>
                <a:gd name="p0x382" fmla="*/ 3450 w 18659"/>
                <a:gd name="p0y382" fmla="*/ 15 h 15"/>
                <a:gd name="p0x383" fmla="*/ 3420 w 18659"/>
                <a:gd name="p0y383" fmla="*/ 15 h 15"/>
                <a:gd name="p0x384" fmla="*/ 3420 w 18659"/>
                <a:gd name="p0y384" fmla="*/ 0 h 15"/>
                <a:gd name="p0x385" fmla="*/ 3465 w 18659"/>
                <a:gd name="p0y385" fmla="*/ 0 h 15"/>
                <a:gd name="p0x386" fmla="*/ 3495 w 18659"/>
                <a:gd name="p0y386" fmla="*/ 0 h 15"/>
                <a:gd name="p0x387" fmla="*/ 3495 w 18659"/>
                <a:gd name="p0y387" fmla="*/ 15 h 15"/>
                <a:gd name="p0x388" fmla="*/ 3464 w 18659"/>
                <a:gd name="p0y388" fmla="*/ 15 h 15"/>
                <a:gd name="p0x389" fmla="*/ 3465 w 18659"/>
                <a:gd name="p0y389" fmla="*/ 0 h 15"/>
                <a:gd name="p0x390" fmla="*/ 3510 w 18659"/>
                <a:gd name="p0y390" fmla="*/ 0 h 15"/>
                <a:gd name="p0x391" fmla="*/ 3540 w 18659"/>
                <a:gd name="p0y391" fmla="*/ 0 h 15"/>
                <a:gd name="p0x392" fmla="*/ 3540 w 18659"/>
                <a:gd name="p0y392" fmla="*/ 15 h 15"/>
                <a:gd name="p0x393" fmla="*/ 3510 w 18659"/>
                <a:gd name="p0y393" fmla="*/ 15 h 15"/>
                <a:gd name="p0x394" fmla="*/ 3510 w 18659"/>
                <a:gd name="p0y394" fmla="*/ 0 h 15"/>
                <a:gd name="p0x395" fmla="*/ 3555 w 18659"/>
                <a:gd name="p0y395" fmla="*/ 0 h 15"/>
                <a:gd name="p0x396" fmla="*/ 3585 w 18659"/>
                <a:gd name="p0y396" fmla="*/ 0 h 15"/>
                <a:gd name="p0x397" fmla="*/ 3585 w 18659"/>
                <a:gd name="p0y397" fmla="*/ 15 h 15"/>
                <a:gd name="p0x398" fmla="*/ 3555 w 18659"/>
                <a:gd name="p0y398" fmla="*/ 15 h 15"/>
                <a:gd name="p0x399" fmla="*/ 3555 w 18659"/>
                <a:gd name="p0y399" fmla="*/ 0 h 15"/>
                <a:gd name="p0x400" fmla="*/ 3600 w 18659"/>
                <a:gd name="p0y400" fmla="*/ 0 h 15"/>
                <a:gd name="p0x401" fmla="*/ 3630 w 18659"/>
                <a:gd name="p0y401" fmla="*/ 0 h 15"/>
                <a:gd name="p0x402" fmla="*/ 3630 w 18659"/>
                <a:gd name="p0y402" fmla="*/ 15 h 15"/>
                <a:gd name="p0x403" fmla="*/ 3599 w 18659"/>
                <a:gd name="p0y403" fmla="*/ 15 h 15"/>
                <a:gd name="p0x404" fmla="*/ 3600 w 18659"/>
                <a:gd name="p0y404" fmla="*/ 0 h 15"/>
                <a:gd name="p0x405" fmla="*/ 3644 w 18659"/>
                <a:gd name="p0y405" fmla="*/ 0 h 15"/>
                <a:gd name="p0x406" fmla="*/ 3675 w 18659"/>
                <a:gd name="p0y406" fmla="*/ 0 h 15"/>
                <a:gd name="p0x407" fmla="*/ 3675 w 18659"/>
                <a:gd name="p0y407" fmla="*/ 15 h 15"/>
                <a:gd name="p0x408" fmla="*/ 3645 w 18659"/>
                <a:gd name="p0y408" fmla="*/ 15 h 15"/>
                <a:gd name="p0x409" fmla="*/ 3644 w 18659"/>
                <a:gd name="p0y409" fmla="*/ 0 h 15"/>
                <a:gd name="p0x410" fmla="*/ 3690 w 18659"/>
                <a:gd name="p0y410" fmla="*/ 0 h 15"/>
                <a:gd name="p0x411" fmla="*/ 3720 w 18659"/>
                <a:gd name="p0y411" fmla="*/ 0 h 15"/>
                <a:gd name="p0x412" fmla="*/ 3720 w 18659"/>
                <a:gd name="p0y412" fmla="*/ 15 h 15"/>
                <a:gd name="p0x413" fmla="*/ 3690 w 18659"/>
                <a:gd name="p0y413" fmla="*/ 15 h 15"/>
                <a:gd name="p0x414" fmla="*/ 3690 w 18659"/>
                <a:gd name="p0y414" fmla="*/ 0 h 15"/>
                <a:gd name="p0x415" fmla="*/ 3735 w 18659"/>
                <a:gd name="p0y415" fmla="*/ 0 h 15"/>
                <a:gd name="p0x416" fmla="*/ 3765 w 18659"/>
                <a:gd name="p0y416" fmla="*/ 0 h 15"/>
                <a:gd name="p0x417" fmla="*/ 3765 w 18659"/>
                <a:gd name="p0y417" fmla="*/ 15 h 15"/>
                <a:gd name="p0x418" fmla="*/ 3734 w 18659"/>
                <a:gd name="p0y418" fmla="*/ 15 h 15"/>
                <a:gd name="p0x419" fmla="*/ 3735 w 18659"/>
                <a:gd name="p0y419" fmla="*/ 0 h 15"/>
                <a:gd name="p0x420" fmla="*/ 3780 w 18659"/>
                <a:gd name="p0y420" fmla="*/ 0 h 15"/>
                <a:gd name="p0x421" fmla="*/ 3810 w 18659"/>
                <a:gd name="p0y421" fmla="*/ 0 h 15"/>
                <a:gd name="p0x422" fmla="*/ 3810 w 18659"/>
                <a:gd name="p0y422" fmla="*/ 15 h 15"/>
                <a:gd name="p0x423" fmla="*/ 3780 w 18659"/>
                <a:gd name="p0y423" fmla="*/ 15 h 15"/>
                <a:gd name="p0x424" fmla="*/ 3780 w 18659"/>
                <a:gd name="p0y424" fmla="*/ 0 h 15"/>
                <a:gd name="p0x425" fmla="*/ 3825 w 18659"/>
                <a:gd name="p0y425" fmla="*/ 0 h 15"/>
                <a:gd name="p0x426" fmla="*/ 3855 w 18659"/>
                <a:gd name="p0y426" fmla="*/ 0 h 15"/>
                <a:gd name="p0x427" fmla="*/ 3855 w 18659"/>
                <a:gd name="p0y427" fmla="*/ 15 h 15"/>
                <a:gd name="p0x428" fmla="*/ 3825 w 18659"/>
                <a:gd name="p0y428" fmla="*/ 15 h 15"/>
                <a:gd name="p0x429" fmla="*/ 3825 w 18659"/>
                <a:gd name="p0y429" fmla="*/ 0 h 15"/>
                <a:gd name="p0x430" fmla="*/ 3870 w 18659"/>
                <a:gd name="p0y430" fmla="*/ 0 h 15"/>
                <a:gd name="p0x431" fmla="*/ 3900 w 18659"/>
                <a:gd name="p0y431" fmla="*/ 0 h 15"/>
                <a:gd name="p0x432" fmla="*/ 3900 w 18659"/>
                <a:gd name="p0y432" fmla="*/ 15 h 15"/>
                <a:gd name="p0x433" fmla="*/ 3870 w 18659"/>
                <a:gd name="p0y433" fmla="*/ 15 h 15"/>
                <a:gd name="p0x434" fmla="*/ 3870 w 18659"/>
                <a:gd name="p0y434" fmla="*/ 0 h 15"/>
                <a:gd name="p0x435" fmla="*/ 3915 w 18659"/>
                <a:gd name="p0y435" fmla="*/ 0 h 15"/>
                <a:gd name="p0x436" fmla="*/ 3945 w 18659"/>
                <a:gd name="p0y436" fmla="*/ 0 h 15"/>
                <a:gd name="p0x437" fmla="*/ 3945 w 18659"/>
                <a:gd name="p0y437" fmla="*/ 15 h 15"/>
                <a:gd name="p0x438" fmla="*/ 3915 w 18659"/>
                <a:gd name="p0y438" fmla="*/ 15 h 15"/>
                <a:gd name="p0x439" fmla="*/ 3915 w 18659"/>
                <a:gd name="p0y439" fmla="*/ 0 h 15"/>
                <a:gd name="p0x440" fmla="*/ 3960 w 18659"/>
                <a:gd name="p0y440" fmla="*/ 0 h 15"/>
                <a:gd name="p0x441" fmla="*/ 3990 w 18659"/>
                <a:gd name="p0y441" fmla="*/ 0 h 15"/>
                <a:gd name="p0x442" fmla="*/ 3990 w 18659"/>
                <a:gd name="p0y442" fmla="*/ 15 h 15"/>
                <a:gd name="p0x443" fmla="*/ 3960 w 18659"/>
                <a:gd name="p0y443" fmla="*/ 15 h 15"/>
                <a:gd name="p0x444" fmla="*/ 3960 w 18659"/>
                <a:gd name="p0y444" fmla="*/ 0 h 15"/>
                <a:gd name="p0x445" fmla="*/ 4005 w 18659"/>
                <a:gd name="p0y445" fmla="*/ 0 h 15"/>
                <a:gd name="p0x446" fmla="*/ 4035 w 18659"/>
                <a:gd name="p0y446" fmla="*/ 0 h 15"/>
                <a:gd name="p0x447" fmla="*/ 4035 w 18659"/>
                <a:gd name="p0y447" fmla="*/ 15 h 15"/>
                <a:gd name="p0x448" fmla="*/ 4005 w 18659"/>
                <a:gd name="p0y448" fmla="*/ 15 h 15"/>
                <a:gd name="p0x449" fmla="*/ 4005 w 18659"/>
                <a:gd name="p0y449" fmla="*/ 0 h 15"/>
                <a:gd name="p0x450" fmla="*/ 4050 w 18659"/>
                <a:gd name="p0y450" fmla="*/ 0 h 15"/>
                <a:gd name="p0x451" fmla="*/ 4080 w 18659"/>
                <a:gd name="p0y451" fmla="*/ 0 h 15"/>
                <a:gd name="p0x452" fmla="*/ 4080 w 18659"/>
                <a:gd name="p0y452" fmla="*/ 15 h 15"/>
                <a:gd name="p0x453" fmla="*/ 4050 w 18659"/>
                <a:gd name="p0y453" fmla="*/ 15 h 15"/>
                <a:gd name="p0x454" fmla="*/ 4050 w 18659"/>
                <a:gd name="p0y454" fmla="*/ 0 h 15"/>
                <a:gd name="p0x455" fmla="*/ 4095 w 18659"/>
                <a:gd name="p0y455" fmla="*/ 0 h 15"/>
                <a:gd name="p0x456" fmla="*/ 4125 w 18659"/>
                <a:gd name="p0y456" fmla="*/ 0 h 15"/>
                <a:gd name="p0x457" fmla="*/ 4125 w 18659"/>
                <a:gd name="p0y457" fmla="*/ 15 h 15"/>
                <a:gd name="p0x458" fmla="*/ 4095 w 18659"/>
                <a:gd name="p0y458" fmla="*/ 15 h 15"/>
                <a:gd name="p0x459" fmla="*/ 4095 w 18659"/>
                <a:gd name="p0y459" fmla="*/ 0 h 15"/>
                <a:gd name="p0x460" fmla="*/ 4140 w 18659"/>
                <a:gd name="p0y460" fmla="*/ 0 h 15"/>
                <a:gd name="p0x461" fmla="*/ 4170 w 18659"/>
                <a:gd name="p0y461" fmla="*/ 0 h 15"/>
                <a:gd name="p0x462" fmla="*/ 4170 w 18659"/>
                <a:gd name="p0y462" fmla="*/ 15 h 15"/>
                <a:gd name="p0x463" fmla="*/ 4140 w 18659"/>
                <a:gd name="p0y463" fmla="*/ 15 h 15"/>
                <a:gd name="p0x464" fmla="*/ 4140 w 18659"/>
                <a:gd name="p0y464" fmla="*/ 0 h 15"/>
                <a:gd name="p0x465" fmla="*/ 4185 w 18659"/>
                <a:gd name="p0y465" fmla="*/ 0 h 15"/>
                <a:gd name="p0x466" fmla="*/ 4215 w 18659"/>
                <a:gd name="p0y466" fmla="*/ 0 h 15"/>
                <a:gd name="p0x467" fmla="*/ 4215 w 18659"/>
                <a:gd name="p0y467" fmla="*/ 15 h 15"/>
                <a:gd name="p0x468" fmla="*/ 4185 w 18659"/>
                <a:gd name="p0y468" fmla="*/ 15 h 15"/>
                <a:gd name="p0x469" fmla="*/ 4185 w 18659"/>
                <a:gd name="p0y469" fmla="*/ 0 h 15"/>
                <a:gd name="p0x470" fmla="*/ 4230 w 18659"/>
                <a:gd name="p0y470" fmla="*/ 0 h 15"/>
                <a:gd name="p0x471" fmla="*/ 4260 w 18659"/>
                <a:gd name="p0y471" fmla="*/ 0 h 15"/>
                <a:gd name="p0x472" fmla="*/ 4260 w 18659"/>
                <a:gd name="p0y472" fmla="*/ 15 h 15"/>
                <a:gd name="p0x473" fmla="*/ 4230 w 18659"/>
                <a:gd name="p0y473" fmla="*/ 15 h 15"/>
                <a:gd name="p0x474" fmla="*/ 4230 w 18659"/>
                <a:gd name="p0y474" fmla="*/ 0 h 15"/>
                <a:gd name="p0x475" fmla="*/ 4275 w 18659"/>
                <a:gd name="p0y475" fmla="*/ 0 h 15"/>
                <a:gd name="p0x476" fmla="*/ 4305 w 18659"/>
                <a:gd name="p0y476" fmla="*/ 0 h 15"/>
                <a:gd name="p0x477" fmla="*/ 4304 w 18659"/>
                <a:gd name="p0y477" fmla="*/ 15 h 15"/>
                <a:gd name="p0x478" fmla="*/ 4275 w 18659"/>
                <a:gd name="p0y478" fmla="*/ 15 h 15"/>
                <a:gd name="p0x479" fmla="*/ 4275 w 18659"/>
                <a:gd name="p0y479" fmla="*/ 0 h 15"/>
                <a:gd name="p0x480" fmla="*/ 4320 w 18659"/>
                <a:gd name="p0y480" fmla="*/ 0 h 15"/>
                <a:gd name="p0x481" fmla="*/ 4350 w 18659"/>
                <a:gd name="p0y481" fmla="*/ 0 h 15"/>
                <a:gd name="p0x482" fmla="*/ 4350 w 18659"/>
                <a:gd name="p0y482" fmla="*/ 15 h 15"/>
                <a:gd name="p0x483" fmla="*/ 4320 w 18659"/>
                <a:gd name="p0y483" fmla="*/ 15 h 15"/>
                <a:gd name="p0x484" fmla="*/ 4320 w 18659"/>
                <a:gd name="p0y484" fmla="*/ 0 h 15"/>
                <a:gd name="p0x485" fmla="*/ 4365 w 18659"/>
                <a:gd name="p0y485" fmla="*/ 0 h 15"/>
                <a:gd name="p0x486" fmla="*/ 4395 w 18659"/>
                <a:gd name="p0y486" fmla="*/ 0 h 15"/>
                <a:gd name="p0x487" fmla="*/ 4395 w 18659"/>
                <a:gd name="p0y487" fmla="*/ 15 h 15"/>
                <a:gd name="p0x488" fmla="*/ 4365 w 18659"/>
                <a:gd name="p0y488" fmla="*/ 15 h 15"/>
                <a:gd name="p0x489" fmla="*/ 4365 w 18659"/>
                <a:gd name="p0y489" fmla="*/ 0 h 15"/>
                <a:gd name="p0x490" fmla="*/ 4410 w 18659"/>
                <a:gd name="p0y490" fmla="*/ 0 h 15"/>
                <a:gd name="p0x491" fmla="*/ 4440 w 18659"/>
                <a:gd name="p0y491" fmla="*/ 0 h 15"/>
                <a:gd name="p0x492" fmla="*/ 4439 w 18659"/>
                <a:gd name="p0y492" fmla="*/ 15 h 15"/>
                <a:gd name="p0x493" fmla="*/ 4410 w 18659"/>
                <a:gd name="p0y493" fmla="*/ 15 h 15"/>
                <a:gd name="p0x494" fmla="*/ 4410 w 18659"/>
                <a:gd name="p0y494" fmla="*/ 0 h 15"/>
                <a:gd name="p0x495" fmla="*/ 4455 w 18659"/>
                <a:gd name="p0y495" fmla="*/ 0 h 15"/>
                <a:gd name="p0x496" fmla="*/ 4485 w 18659"/>
                <a:gd name="p0y496" fmla="*/ 0 h 15"/>
                <a:gd name="p0x497" fmla="*/ 4485 w 18659"/>
                <a:gd name="p0y497" fmla="*/ 15 h 15"/>
                <a:gd name="p0x498" fmla="*/ 4455 w 18659"/>
                <a:gd name="p0y498" fmla="*/ 15 h 15"/>
                <a:gd name="p0x499" fmla="*/ 4455 w 18659"/>
                <a:gd name="p0y499" fmla="*/ 0 h 15"/>
                <a:gd name="p0x500" fmla="*/ 4500 w 18659"/>
                <a:gd name="p0y500" fmla="*/ 0 h 15"/>
                <a:gd name="p0x501" fmla="*/ 4530 w 18659"/>
                <a:gd name="p0y501" fmla="*/ 0 h 15"/>
                <a:gd name="p0x502" fmla="*/ 4530 w 18659"/>
                <a:gd name="p0y502" fmla="*/ 15 h 15"/>
                <a:gd name="p0x503" fmla="*/ 4500 w 18659"/>
                <a:gd name="p0y503" fmla="*/ 15 h 15"/>
                <a:gd name="p0x504" fmla="*/ 4500 w 18659"/>
                <a:gd name="p0y504" fmla="*/ 0 h 15"/>
                <a:gd name="p0x505" fmla="*/ 4545 w 18659"/>
                <a:gd name="p0y505" fmla="*/ 0 h 15"/>
                <a:gd name="p0x506" fmla="*/ 4575 w 18659"/>
                <a:gd name="p0y506" fmla="*/ 0 h 15"/>
                <a:gd name="p0x507" fmla="*/ 4574 w 18659"/>
                <a:gd name="p0y507" fmla="*/ 15 h 15"/>
                <a:gd name="p0x508" fmla="*/ 4545 w 18659"/>
                <a:gd name="p0y508" fmla="*/ 15 h 15"/>
                <a:gd name="p0x509" fmla="*/ 4545 w 18659"/>
                <a:gd name="p0y509" fmla="*/ 0 h 15"/>
                <a:gd name="p0x510" fmla="*/ 4590 w 18659"/>
                <a:gd name="p0y510" fmla="*/ 0 h 15"/>
                <a:gd name="p0x511" fmla="*/ 4620 w 18659"/>
                <a:gd name="p0y511" fmla="*/ 0 h 15"/>
                <a:gd name="p0x512" fmla="*/ 4620 w 18659"/>
                <a:gd name="p0y512" fmla="*/ 15 h 15"/>
                <a:gd name="p0x513" fmla="*/ 4590 w 18659"/>
                <a:gd name="p0y513" fmla="*/ 15 h 15"/>
                <a:gd name="p0x514" fmla="*/ 4590 w 18659"/>
                <a:gd name="p0y514" fmla="*/ 0 h 15"/>
                <a:gd name="p0x515" fmla="*/ 4635 w 18659"/>
                <a:gd name="p0y515" fmla="*/ 0 h 15"/>
                <a:gd name="p0x516" fmla="*/ 4665 w 18659"/>
                <a:gd name="p0y516" fmla="*/ 0 h 15"/>
                <a:gd name="p0x517" fmla="*/ 4665 w 18659"/>
                <a:gd name="p0y517" fmla="*/ 15 h 15"/>
                <a:gd name="p0x518" fmla="*/ 4635 w 18659"/>
                <a:gd name="p0y518" fmla="*/ 15 h 15"/>
                <a:gd name="p0x519" fmla="*/ 4635 w 18659"/>
                <a:gd name="p0y519" fmla="*/ 0 h 15"/>
                <a:gd name="p0x520" fmla="*/ 4680 w 18659"/>
                <a:gd name="p0y520" fmla="*/ 0 h 15"/>
                <a:gd name="p0x521" fmla="*/ 4710 w 18659"/>
                <a:gd name="p0y521" fmla="*/ 0 h 15"/>
                <a:gd name="p0x522" fmla="*/ 4710 w 18659"/>
                <a:gd name="p0y522" fmla="*/ 15 h 15"/>
                <a:gd name="p0x523" fmla="*/ 4680 w 18659"/>
                <a:gd name="p0y523" fmla="*/ 15 h 15"/>
                <a:gd name="p0x524" fmla="*/ 4680 w 18659"/>
                <a:gd name="p0y524" fmla="*/ 0 h 15"/>
                <a:gd name="p0x525" fmla="*/ 4725 w 18659"/>
                <a:gd name="p0y525" fmla="*/ 0 h 15"/>
                <a:gd name="p0x526" fmla="*/ 4755 w 18659"/>
                <a:gd name="p0y526" fmla="*/ 0 h 15"/>
                <a:gd name="p0x527" fmla="*/ 4755 w 18659"/>
                <a:gd name="p0y527" fmla="*/ 15 h 15"/>
                <a:gd name="p0x528" fmla="*/ 4725 w 18659"/>
                <a:gd name="p0y528" fmla="*/ 15 h 15"/>
                <a:gd name="p0x529" fmla="*/ 4725 w 18659"/>
                <a:gd name="p0y529" fmla="*/ 0 h 15"/>
                <a:gd name="p0x530" fmla="*/ 4769 w 18659"/>
                <a:gd name="p0y530" fmla="*/ 0 h 15"/>
                <a:gd name="p0x531" fmla="*/ 4800 w 18659"/>
                <a:gd name="p0y531" fmla="*/ 0 h 15"/>
                <a:gd name="p0x532" fmla="*/ 4800 w 18659"/>
                <a:gd name="p0y532" fmla="*/ 15 h 15"/>
                <a:gd name="p0x533" fmla="*/ 4769 w 18659"/>
                <a:gd name="p0y533" fmla="*/ 15 h 15"/>
                <a:gd name="p0x534" fmla="*/ 4769 w 18659"/>
                <a:gd name="p0y534" fmla="*/ 0 h 15"/>
                <a:gd name="p0x535" fmla="*/ 4815 w 18659"/>
                <a:gd name="p0y535" fmla="*/ 0 h 15"/>
                <a:gd name="p0x536" fmla="*/ 4845 w 18659"/>
                <a:gd name="p0y536" fmla="*/ 0 h 15"/>
                <a:gd name="p0x537" fmla="*/ 4845 w 18659"/>
                <a:gd name="p0y537" fmla="*/ 15 h 15"/>
                <a:gd name="p0x538" fmla="*/ 4815 w 18659"/>
                <a:gd name="p0y538" fmla="*/ 15 h 15"/>
                <a:gd name="p0x539" fmla="*/ 4815 w 18659"/>
                <a:gd name="p0y539" fmla="*/ 0 h 15"/>
                <a:gd name="p0x540" fmla="*/ 4860 w 18659"/>
                <a:gd name="p0y540" fmla="*/ 0 h 15"/>
                <a:gd name="p0x541" fmla="*/ 4890 w 18659"/>
                <a:gd name="p0y541" fmla="*/ 0 h 15"/>
                <a:gd name="p0x542" fmla="*/ 4890 w 18659"/>
                <a:gd name="p0y542" fmla="*/ 15 h 15"/>
                <a:gd name="p0x543" fmla="*/ 4860 w 18659"/>
                <a:gd name="p0y543" fmla="*/ 15 h 15"/>
                <a:gd name="p0x544" fmla="*/ 4860 w 18659"/>
                <a:gd name="p0y544" fmla="*/ 0 h 15"/>
                <a:gd name="p0x545" fmla="*/ 4904 w 18659"/>
                <a:gd name="p0y545" fmla="*/ 0 h 15"/>
                <a:gd name="p0x546" fmla="*/ 4934 w 18659"/>
                <a:gd name="p0y546" fmla="*/ 0 h 15"/>
                <a:gd name="p0x547" fmla="*/ 4935 w 18659"/>
                <a:gd name="p0y547" fmla="*/ 15 h 15"/>
                <a:gd name="p0x548" fmla="*/ 4904 w 18659"/>
                <a:gd name="p0y548" fmla="*/ 15 h 15"/>
                <a:gd name="p0x549" fmla="*/ 4904 w 18659"/>
                <a:gd name="p0y549" fmla="*/ 0 h 15"/>
                <a:gd name="p0x550" fmla="*/ 4950 w 18659"/>
                <a:gd name="p0y550" fmla="*/ 0 h 15"/>
                <a:gd name="p0x551" fmla="*/ 4980 w 18659"/>
                <a:gd name="p0y551" fmla="*/ 0 h 15"/>
                <a:gd name="p0x552" fmla="*/ 4980 w 18659"/>
                <a:gd name="p0y552" fmla="*/ 15 h 15"/>
                <a:gd name="p0x553" fmla="*/ 4950 w 18659"/>
                <a:gd name="p0y553" fmla="*/ 15 h 15"/>
                <a:gd name="p0x554" fmla="*/ 4950 w 18659"/>
                <a:gd name="p0y554" fmla="*/ 0 h 15"/>
                <a:gd name="p0x555" fmla="*/ 4995 w 18659"/>
                <a:gd name="p0y555" fmla="*/ 0 h 15"/>
                <a:gd name="p0x556" fmla="*/ 5025 w 18659"/>
                <a:gd name="p0y556" fmla="*/ 0 h 15"/>
                <a:gd name="p0x557" fmla="*/ 5025 w 18659"/>
                <a:gd name="p0y557" fmla="*/ 15 h 15"/>
                <a:gd name="p0x558" fmla="*/ 4995 w 18659"/>
                <a:gd name="p0y558" fmla="*/ 15 h 15"/>
                <a:gd name="p0x559" fmla="*/ 4995 w 18659"/>
                <a:gd name="p0y559" fmla="*/ 0 h 15"/>
                <a:gd name="p0x560" fmla="*/ 5040 w 18659"/>
                <a:gd name="p0y560" fmla="*/ 0 h 15"/>
                <a:gd name="p0x561" fmla="*/ 5069 w 18659"/>
                <a:gd name="p0y561" fmla="*/ 0 h 15"/>
                <a:gd name="p0x562" fmla="*/ 5070 w 18659"/>
                <a:gd name="p0y562" fmla="*/ 15 h 15"/>
                <a:gd name="p0x563" fmla="*/ 5040 w 18659"/>
                <a:gd name="p0y563" fmla="*/ 15 h 15"/>
                <a:gd name="p0x564" fmla="*/ 5040 w 18659"/>
                <a:gd name="p0y564" fmla="*/ 0 h 15"/>
                <a:gd name="p0x565" fmla="*/ 5085 w 18659"/>
                <a:gd name="p0y565" fmla="*/ 0 h 15"/>
                <a:gd name="p0x566" fmla="*/ 5115 w 18659"/>
                <a:gd name="p0y566" fmla="*/ 0 h 15"/>
                <a:gd name="p0x567" fmla="*/ 5115 w 18659"/>
                <a:gd name="p0y567" fmla="*/ 15 h 15"/>
                <a:gd name="p0x568" fmla="*/ 5085 w 18659"/>
                <a:gd name="p0y568" fmla="*/ 15 h 15"/>
                <a:gd name="p0x569" fmla="*/ 5085 w 18659"/>
                <a:gd name="p0y569" fmla="*/ 0 h 15"/>
                <a:gd name="p0x570" fmla="*/ 5130 w 18659"/>
                <a:gd name="p0y570" fmla="*/ 0 h 15"/>
                <a:gd name="p0x571" fmla="*/ 5160 w 18659"/>
                <a:gd name="p0y571" fmla="*/ 0 h 15"/>
                <a:gd name="p0x572" fmla="*/ 5160 w 18659"/>
                <a:gd name="p0y572" fmla="*/ 15 h 15"/>
                <a:gd name="p0x573" fmla="*/ 5130 w 18659"/>
                <a:gd name="p0y573" fmla="*/ 15 h 15"/>
                <a:gd name="p0x574" fmla="*/ 5130 w 18659"/>
                <a:gd name="p0y574" fmla="*/ 0 h 15"/>
                <a:gd name="p0x575" fmla="*/ 5175 w 18659"/>
                <a:gd name="p0y575" fmla="*/ 0 h 15"/>
                <a:gd name="p0x576" fmla="*/ 5205 w 18659"/>
                <a:gd name="p0y576" fmla="*/ 0 h 15"/>
                <a:gd name="p0x577" fmla="*/ 5205 w 18659"/>
                <a:gd name="p0y577" fmla="*/ 15 h 15"/>
                <a:gd name="p0x578" fmla="*/ 5175 w 18659"/>
                <a:gd name="p0y578" fmla="*/ 15 h 15"/>
                <a:gd name="p0x579" fmla="*/ 5175 w 18659"/>
                <a:gd name="p0y579" fmla="*/ 0 h 15"/>
                <a:gd name="p0x580" fmla="*/ 5220 w 18659"/>
                <a:gd name="p0y580" fmla="*/ 0 h 15"/>
                <a:gd name="p0x581" fmla="*/ 5250 w 18659"/>
                <a:gd name="p0y581" fmla="*/ 0 h 15"/>
                <a:gd name="p0x582" fmla="*/ 5250 w 18659"/>
                <a:gd name="p0y582" fmla="*/ 15 h 15"/>
                <a:gd name="p0x583" fmla="*/ 5220 w 18659"/>
                <a:gd name="p0y583" fmla="*/ 15 h 15"/>
                <a:gd name="p0x584" fmla="*/ 5220 w 18659"/>
                <a:gd name="p0y584" fmla="*/ 0 h 15"/>
                <a:gd name="p0x585" fmla="*/ 5265 w 18659"/>
                <a:gd name="p0y585" fmla="*/ 0 h 15"/>
                <a:gd name="p0x586" fmla="*/ 5295 w 18659"/>
                <a:gd name="p0y586" fmla="*/ 0 h 15"/>
                <a:gd name="p0x587" fmla="*/ 5295 w 18659"/>
                <a:gd name="p0y587" fmla="*/ 15 h 15"/>
                <a:gd name="p0x588" fmla="*/ 5265 w 18659"/>
                <a:gd name="p0y588" fmla="*/ 15 h 15"/>
                <a:gd name="p0x589" fmla="*/ 5265 w 18659"/>
                <a:gd name="p0y589" fmla="*/ 0 h 15"/>
                <a:gd name="p0x590" fmla="*/ 5310 w 18659"/>
                <a:gd name="p0y590" fmla="*/ 0 h 15"/>
                <a:gd name="p0x591" fmla="*/ 5340 w 18659"/>
                <a:gd name="p0y591" fmla="*/ 0 h 15"/>
                <a:gd name="p0x592" fmla="*/ 5340 w 18659"/>
                <a:gd name="p0y592" fmla="*/ 15 h 15"/>
                <a:gd name="p0x593" fmla="*/ 5310 w 18659"/>
                <a:gd name="p0y593" fmla="*/ 15 h 15"/>
                <a:gd name="p0x594" fmla="*/ 5310 w 18659"/>
                <a:gd name="p0y594" fmla="*/ 0 h 15"/>
                <a:gd name="p0x595" fmla="*/ 5355 w 18659"/>
                <a:gd name="p0y595" fmla="*/ 0 h 15"/>
                <a:gd name="p0x596" fmla="*/ 5385 w 18659"/>
                <a:gd name="p0y596" fmla="*/ 0 h 15"/>
                <a:gd name="p0x597" fmla="*/ 5385 w 18659"/>
                <a:gd name="p0y597" fmla="*/ 15 h 15"/>
                <a:gd name="p0x598" fmla="*/ 5355 w 18659"/>
                <a:gd name="p0y598" fmla="*/ 15 h 15"/>
                <a:gd name="p0x599" fmla="*/ 5355 w 18659"/>
                <a:gd name="p0y599" fmla="*/ 0 h 15"/>
                <a:gd name="p0x600" fmla="*/ 5400 w 18659"/>
                <a:gd name="p0y600" fmla="*/ 0 h 15"/>
                <a:gd name="p0x601" fmla="*/ 5430 w 18659"/>
                <a:gd name="p0y601" fmla="*/ 0 h 15"/>
                <a:gd name="p0x602" fmla="*/ 5430 w 18659"/>
                <a:gd name="p0y602" fmla="*/ 15 h 15"/>
                <a:gd name="p0x603" fmla="*/ 5400 w 18659"/>
                <a:gd name="p0y603" fmla="*/ 15 h 15"/>
                <a:gd name="p0x604" fmla="*/ 5400 w 18659"/>
                <a:gd name="p0y604" fmla="*/ 0 h 15"/>
                <a:gd name="p0x605" fmla="*/ 5445 w 18659"/>
                <a:gd name="p0y605" fmla="*/ 0 h 15"/>
                <a:gd name="p0x606" fmla="*/ 5475 w 18659"/>
                <a:gd name="p0y606" fmla="*/ 0 h 15"/>
                <a:gd name="p0x607" fmla="*/ 5475 w 18659"/>
                <a:gd name="p0y607" fmla="*/ 15 h 15"/>
                <a:gd name="p0x608" fmla="*/ 5445 w 18659"/>
                <a:gd name="p0y608" fmla="*/ 15 h 15"/>
                <a:gd name="p0x609" fmla="*/ 5445 w 18659"/>
                <a:gd name="p0y609" fmla="*/ 0 h 15"/>
                <a:gd name="p0x610" fmla="*/ 5489 w 18659"/>
                <a:gd name="p0y610" fmla="*/ 0 h 15"/>
                <a:gd name="p0x611" fmla="*/ 5520 w 18659"/>
                <a:gd name="p0y611" fmla="*/ 0 h 15"/>
                <a:gd name="p0x612" fmla="*/ 5520 w 18659"/>
                <a:gd name="p0y612" fmla="*/ 15 h 15"/>
                <a:gd name="p0x613" fmla="*/ 5490 w 18659"/>
                <a:gd name="p0y613" fmla="*/ 15 h 15"/>
                <a:gd name="p0x614" fmla="*/ 5489 w 18659"/>
                <a:gd name="p0y614" fmla="*/ 0 h 15"/>
                <a:gd name="p0x615" fmla="*/ 5535 w 18659"/>
                <a:gd name="p0y615" fmla="*/ 0 h 15"/>
                <a:gd name="p0x616" fmla="*/ 5565 w 18659"/>
                <a:gd name="p0y616" fmla="*/ 0 h 15"/>
                <a:gd name="p0x617" fmla="*/ 5565 w 18659"/>
                <a:gd name="p0y617" fmla="*/ 15 h 15"/>
                <a:gd name="p0x618" fmla="*/ 5535 w 18659"/>
                <a:gd name="p0y618" fmla="*/ 15 h 15"/>
                <a:gd name="p0x619" fmla="*/ 5535 w 18659"/>
                <a:gd name="p0y619" fmla="*/ 0 h 15"/>
                <a:gd name="p0x620" fmla="*/ 5580 w 18659"/>
                <a:gd name="p0y620" fmla="*/ 0 h 15"/>
                <a:gd name="p0x621" fmla="*/ 5610 w 18659"/>
                <a:gd name="p0y621" fmla="*/ 0 h 15"/>
                <a:gd name="p0x622" fmla="*/ 5610 w 18659"/>
                <a:gd name="p0y622" fmla="*/ 15 h 15"/>
                <a:gd name="p0x623" fmla="*/ 5580 w 18659"/>
                <a:gd name="p0y623" fmla="*/ 15 h 15"/>
                <a:gd name="p0x624" fmla="*/ 5580 w 18659"/>
                <a:gd name="p0y624" fmla="*/ 0 h 15"/>
                <a:gd name="p0x625" fmla="*/ 5625 w 18659"/>
                <a:gd name="p0y625" fmla="*/ 0 h 15"/>
                <a:gd name="p0x626" fmla="*/ 5655 w 18659"/>
                <a:gd name="p0y626" fmla="*/ 0 h 15"/>
                <a:gd name="p0x627" fmla="*/ 5655 w 18659"/>
                <a:gd name="p0y627" fmla="*/ 15 h 15"/>
                <a:gd name="p0x628" fmla="*/ 5625 w 18659"/>
                <a:gd name="p0y628" fmla="*/ 15 h 15"/>
                <a:gd name="p0x629" fmla="*/ 5625 w 18659"/>
                <a:gd name="p0y629" fmla="*/ 0 h 15"/>
                <a:gd name="p0x630" fmla="*/ 5670 w 18659"/>
                <a:gd name="p0y630" fmla="*/ 0 h 15"/>
                <a:gd name="p0x631" fmla="*/ 5700 w 18659"/>
                <a:gd name="p0y631" fmla="*/ 0 h 15"/>
                <a:gd name="p0x632" fmla="*/ 5700 w 18659"/>
                <a:gd name="p0y632" fmla="*/ 15 h 15"/>
                <a:gd name="p0x633" fmla="*/ 5670 w 18659"/>
                <a:gd name="p0y633" fmla="*/ 15 h 15"/>
                <a:gd name="p0x634" fmla="*/ 5670 w 18659"/>
                <a:gd name="p0y634" fmla="*/ 0 h 15"/>
                <a:gd name="p0x635" fmla="*/ 5715 w 18659"/>
                <a:gd name="p0y635" fmla="*/ 0 h 15"/>
                <a:gd name="p0x636" fmla="*/ 5745 w 18659"/>
                <a:gd name="p0y636" fmla="*/ 0 h 15"/>
                <a:gd name="p0x637" fmla="*/ 5745 w 18659"/>
                <a:gd name="p0y637" fmla="*/ 15 h 15"/>
                <a:gd name="p0x638" fmla="*/ 5715 w 18659"/>
                <a:gd name="p0y638" fmla="*/ 15 h 15"/>
                <a:gd name="p0x639" fmla="*/ 5715 w 18659"/>
                <a:gd name="p0y639" fmla="*/ 0 h 15"/>
                <a:gd name="p0x640" fmla="*/ 5760 w 18659"/>
                <a:gd name="p0y640" fmla="*/ 0 h 15"/>
                <a:gd name="p0x641" fmla="*/ 5790 w 18659"/>
                <a:gd name="p0y641" fmla="*/ 0 h 15"/>
                <a:gd name="p0x642" fmla="*/ 5790 w 18659"/>
                <a:gd name="p0y642" fmla="*/ 15 h 15"/>
                <a:gd name="p0x643" fmla="*/ 5760 w 18659"/>
                <a:gd name="p0y643" fmla="*/ 15 h 15"/>
                <a:gd name="p0x644" fmla="*/ 5760 w 18659"/>
                <a:gd name="p0y644" fmla="*/ 0 h 15"/>
                <a:gd name="p0x645" fmla="*/ 5805 w 18659"/>
                <a:gd name="p0y645" fmla="*/ 0 h 15"/>
                <a:gd name="p0x646" fmla="*/ 5835 w 18659"/>
                <a:gd name="p0y646" fmla="*/ 0 h 15"/>
                <a:gd name="p0x647" fmla="*/ 5835 w 18659"/>
                <a:gd name="p0y647" fmla="*/ 15 h 15"/>
                <a:gd name="p0x648" fmla="*/ 5805 w 18659"/>
                <a:gd name="p0y648" fmla="*/ 15 h 15"/>
                <a:gd name="p0x649" fmla="*/ 5805 w 18659"/>
                <a:gd name="p0y649" fmla="*/ 0 h 15"/>
                <a:gd name="p0x650" fmla="*/ 5850 w 18659"/>
                <a:gd name="p0y650" fmla="*/ 0 h 15"/>
                <a:gd name="p0x651" fmla="*/ 5880 w 18659"/>
                <a:gd name="p0y651" fmla="*/ 0 h 15"/>
                <a:gd name="p0x652" fmla="*/ 5880 w 18659"/>
                <a:gd name="p0y652" fmla="*/ 15 h 15"/>
                <a:gd name="p0x653" fmla="*/ 5850 w 18659"/>
                <a:gd name="p0y653" fmla="*/ 15 h 15"/>
                <a:gd name="p0x654" fmla="*/ 5850 w 18659"/>
                <a:gd name="p0y654" fmla="*/ 0 h 15"/>
                <a:gd name="p0x655" fmla="*/ 5895 w 18659"/>
                <a:gd name="p0y655" fmla="*/ 0 h 15"/>
                <a:gd name="p0x656" fmla="*/ 5925 w 18659"/>
                <a:gd name="p0y656" fmla="*/ 0 h 15"/>
                <a:gd name="p0x657" fmla="*/ 5925 w 18659"/>
                <a:gd name="p0y657" fmla="*/ 15 h 15"/>
                <a:gd name="p0x658" fmla="*/ 5895 w 18659"/>
                <a:gd name="p0y658" fmla="*/ 15 h 15"/>
                <a:gd name="p0x659" fmla="*/ 5895 w 18659"/>
                <a:gd name="p0y659" fmla="*/ 0 h 15"/>
                <a:gd name="p0x660" fmla="*/ 5940 w 18659"/>
                <a:gd name="p0y660" fmla="*/ 0 h 15"/>
                <a:gd name="p0x661" fmla="*/ 5970 w 18659"/>
                <a:gd name="p0y661" fmla="*/ 0 h 15"/>
                <a:gd name="p0x662" fmla="*/ 5970 w 18659"/>
                <a:gd name="p0y662" fmla="*/ 15 h 15"/>
                <a:gd name="p0x663" fmla="*/ 5940 w 18659"/>
                <a:gd name="p0y663" fmla="*/ 15 h 15"/>
                <a:gd name="p0x664" fmla="*/ 5940 w 18659"/>
                <a:gd name="p0y664" fmla="*/ 0 h 15"/>
                <a:gd name="p0x665" fmla="*/ 5985 w 18659"/>
                <a:gd name="p0y665" fmla="*/ 0 h 15"/>
                <a:gd name="p0x666" fmla="*/ 6015 w 18659"/>
                <a:gd name="p0y666" fmla="*/ 0 h 15"/>
                <a:gd name="p0x667" fmla="*/ 6015 w 18659"/>
                <a:gd name="p0y667" fmla="*/ 15 h 15"/>
                <a:gd name="p0x668" fmla="*/ 5985 w 18659"/>
                <a:gd name="p0y668" fmla="*/ 15 h 15"/>
                <a:gd name="p0x669" fmla="*/ 5985 w 18659"/>
                <a:gd name="p0y669" fmla="*/ 0 h 15"/>
                <a:gd name="p0x670" fmla="*/ 6030 w 18659"/>
                <a:gd name="p0y670" fmla="*/ 0 h 15"/>
                <a:gd name="p0x671" fmla="*/ 6060 w 18659"/>
                <a:gd name="p0y671" fmla="*/ 0 h 15"/>
                <a:gd name="p0x672" fmla="*/ 6060 w 18659"/>
                <a:gd name="p0y672" fmla="*/ 15 h 15"/>
                <a:gd name="p0x673" fmla="*/ 6030 w 18659"/>
                <a:gd name="p0y673" fmla="*/ 15 h 15"/>
                <a:gd name="p0x674" fmla="*/ 6030 w 18659"/>
                <a:gd name="p0y674" fmla="*/ 0 h 15"/>
                <a:gd name="p0x675" fmla="*/ 6075 w 18659"/>
                <a:gd name="p0y675" fmla="*/ 0 h 15"/>
                <a:gd name="p0x676" fmla="*/ 6105 w 18659"/>
                <a:gd name="p0y676" fmla="*/ 0 h 15"/>
                <a:gd name="p0x677" fmla="*/ 6105 w 18659"/>
                <a:gd name="p0y677" fmla="*/ 15 h 15"/>
                <a:gd name="p0x678" fmla="*/ 6075 w 18659"/>
                <a:gd name="p0y678" fmla="*/ 15 h 15"/>
                <a:gd name="p0x679" fmla="*/ 6075 w 18659"/>
                <a:gd name="p0y679" fmla="*/ 0 h 15"/>
                <a:gd name="p0x680" fmla="*/ 6120 w 18659"/>
                <a:gd name="p0y680" fmla="*/ 0 h 15"/>
                <a:gd name="p0x681" fmla="*/ 6150 w 18659"/>
                <a:gd name="p0y681" fmla="*/ 0 h 15"/>
                <a:gd name="p0x682" fmla="*/ 6150 w 18659"/>
                <a:gd name="p0y682" fmla="*/ 15 h 15"/>
                <a:gd name="p0x683" fmla="*/ 6119 w 18659"/>
                <a:gd name="p0y683" fmla="*/ 15 h 15"/>
                <a:gd name="p0x684" fmla="*/ 6120 w 18659"/>
                <a:gd name="p0y684" fmla="*/ 0 h 15"/>
                <a:gd name="p0x685" fmla="*/ 6165 w 18659"/>
                <a:gd name="p0y685" fmla="*/ 0 h 15"/>
                <a:gd name="p0x686" fmla="*/ 6195 w 18659"/>
                <a:gd name="p0y686" fmla="*/ 0 h 15"/>
                <a:gd name="p0x687" fmla="*/ 6195 w 18659"/>
                <a:gd name="p0y687" fmla="*/ 15 h 15"/>
                <a:gd name="p0x688" fmla="*/ 6165 w 18659"/>
                <a:gd name="p0y688" fmla="*/ 15 h 15"/>
                <a:gd name="p0x689" fmla="*/ 6165 w 18659"/>
                <a:gd name="p0y689" fmla="*/ 0 h 15"/>
                <a:gd name="p0x690" fmla="*/ 6210 w 18659"/>
                <a:gd name="p0y690" fmla="*/ 0 h 15"/>
                <a:gd name="p0x691" fmla="*/ 6240 w 18659"/>
                <a:gd name="p0y691" fmla="*/ 0 h 15"/>
                <a:gd name="p0x692" fmla="*/ 6240 w 18659"/>
                <a:gd name="p0y692" fmla="*/ 15 h 15"/>
                <a:gd name="p0x693" fmla="*/ 6210 w 18659"/>
                <a:gd name="p0y693" fmla="*/ 15 h 15"/>
                <a:gd name="p0x694" fmla="*/ 6210 w 18659"/>
                <a:gd name="p0y694" fmla="*/ 0 h 15"/>
                <a:gd name="p0x695" fmla="*/ 6255 w 18659"/>
                <a:gd name="p0y695" fmla="*/ 0 h 15"/>
                <a:gd name="p0x696" fmla="*/ 6285 w 18659"/>
                <a:gd name="p0y696" fmla="*/ 0 h 15"/>
                <a:gd name="p0x697" fmla="*/ 6285 w 18659"/>
                <a:gd name="p0y697" fmla="*/ 15 h 15"/>
                <a:gd name="p0x698" fmla="*/ 6254 w 18659"/>
                <a:gd name="p0y698" fmla="*/ 15 h 15"/>
                <a:gd name="p0x699" fmla="*/ 6255 w 18659"/>
                <a:gd name="p0y699" fmla="*/ 0 h 15"/>
                <a:gd name="p0x700" fmla="*/ 6300 w 18659"/>
                <a:gd name="p0y700" fmla="*/ 0 h 15"/>
                <a:gd name="p0x701" fmla="*/ 6329 w 18659"/>
                <a:gd name="p0y701" fmla="*/ 0 h 15"/>
                <a:gd name="p0x702" fmla="*/ 6330 w 18659"/>
                <a:gd name="p0y702" fmla="*/ 15 h 15"/>
                <a:gd name="p0x703" fmla="*/ 6300 w 18659"/>
                <a:gd name="p0y703" fmla="*/ 15 h 15"/>
                <a:gd name="p0x704" fmla="*/ 6300 w 18659"/>
                <a:gd name="p0y704" fmla="*/ 0 h 15"/>
                <a:gd name="p0x705" fmla="*/ 6345 w 18659"/>
                <a:gd name="p0y705" fmla="*/ 0 h 15"/>
                <a:gd name="p0x706" fmla="*/ 6375 w 18659"/>
                <a:gd name="p0y706" fmla="*/ 0 h 15"/>
                <a:gd name="p0x707" fmla="*/ 6375 w 18659"/>
                <a:gd name="p0y707" fmla="*/ 15 h 15"/>
                <a:gd name="p0x708" fmla="*/ 6345 w 18659"/>
                <a:gd name="p0y708" fmla="*/ 15 h 15"/>
                <a:gd name="p0x709" fmla="*/ 6345 w 18659"/>
                <a:gd name="p0y709" fmla="*/ 0 h 15"/>
                <a:gd name="p0x710" fmla="*/ 6390 w 18659"/>
                <a:gd name="p0y710" fmla="*/ 0 h 15"/>
                <a:gd name="p0x711" fmla="*/ 6420 w 18659"/>
                <a:gd name="p0y711" fmla="*/ 0 h 15"/>
                <a:gd name="p0x712" fmla="*/ 6420 w 18659"/>
                <a:gd name="p0y712" fmla="*/ 15 h 15"/>
                <a:gd name="p0x713" fmla="*/ 6389 w 18659"/>
                <a:gd name="p0y713" fmla="*/ 15 h 15"/>
                <a:gd name="p0x714" fmla="*/ 6390 w 18659"/>
                <a:gd name="p0y714" fmla="*/ 0 h 15"/>
                <a:gd name="p0x715" fmla="*/ 6435 w 18659"/>
                <a:gd name="p0y715" fmla="*/ 0 h 15"/>
                <a:gd name="p0x716" fmla="*/ 6464 w 18659"/>
                <a:gd name="p0y716" fmla="*/ 0 h 15"/>
                <a:gd name="p0x717" fmla="*/ 6465 w 18659"/>
                <a:gd name="p0y717" fmla="*/ 15 h 15"/>
                <a:gd name="p0x718" fmla="*/ 6435 w 18659"/>
                <a:gd name="p0y718" fmla="*/ 15 h 15"/>
                <a:gd name="p0x719" fmla="*/ 6435 w 18659"/>
                <a:gd name="p0y719" fmla="*/ 0 h 15"/>
                <a:gd name="p0x720" fmla="*/ 6480 w 18659"/>
                <a:gd name="p0y720" fmla="*/ 0 h 15"/>
                <a:gd name="p0x721" fmla="*/ 6510 w 18659"/>
                <a:gd name="p0y721" fmla="*/ 0 h 15"/>
                <a:gd name="p0x722" fmla="*/ 6510 w 18659"/>
                <a:gd name="p0y722" fmla="*/ 15 h 15"/>
                <a:gd name="p0x723" fmla="*/ 6480 w 18659"/>
                <a:gd name="p0y723" fmla="*/ 15 h 15"/>
                <a:gd name="p0x724" fmla="*/ 6480 w 18659"/>
                <a:gd name="p0y724" fmla="*/ 0 h 15"/>
                <a:gd name="p0x725" fmla="*/ 6525 w 18659"/>
                <a:gd name="p0y725" fmla="*/ 0 h 15"/>
                <a:gd name="p0x726" fmla="*/ 6555 w 18659"/>
                <a:gd name="p0y726" fmla="*/ 0 h 15"/>
                <a:gd name="p0x727" fmla="*/ 6555 w 18659"/>
                <a:gd name="p0y727" fmla="*/ 15 h 15"/>
                <a:gd name="p0x728" fmla="*/ 6524 w 18659"/>
                <a:gd name="p0y728" fmla="*/ 15 h 15"/>
                <a:gd name="p0x729" fmla="*/ 6525 w 18659"/>
                <a:gd name="p0y729" fmla="*/ 0 h 15"/>
                <a:gd name="p0x730" fmla="*/ 6570 w 18659"/>
                <a:gd name="p0y730" fmla="*/ 0 h 15"/>
                <a:gd name="p0x731" fmla="*/ 6600 w 18659"/>
                <a:gd name="p0y731" fmla="*/ 0 h 15"/>
                <a:gd name="p0x732" fmla="*/ 6600 w 18659"/>
                <a:gd name="p0y732" fmla="*/ 15 h 15"/>
                <a:gd name="p0x733" fmla="*/ 6570 w 18659"/>
                <a:gd name="p0y733" fmla="*/ 15 h 15"/>
                <a:gd name="p0x734" fmla="*/ 6570 w 18659"/>
                <a:gd name="p0y734" fmla="*/ 0 h 15"/>
                <a:gd name="p0x735" fmla="*/ 6615 w 18659"/>
                <a:gd name="p0y735" fmla="*/ 0 h 15"/>
                <a:gd name="p0x736" fmla="*/ 6645 w 18659"/>
                <a:gd name="p0y736" fmla="*/ 0 h 15"/>
                <a:gd name="p0x737" fmla="*/ 6645 w 18659"/>
                <a:gd name="p0y737" fmla="*/ 15 h 15"/>
                <a:gd name="p0x738" fmla="*/ 6615 w 18659"/>
                <a:gd name="p0y738" fmla="*/ 15 h 15"/>
                <a:gd name="p0x739" fmla="*/ 6615 w 18659"/>
                <a:gd name="p0y739" fmla="*/ 0 h 15"/>
                <a:gd name="p0x740" fmla="*/ 6660 w 18659"/>
                <a:gd name="p0y740" fmla="*/ 0 h 15"/>
                <a:gd name="p0x741" fmla="*/ 6690 w 18659"/>
                <a:gd name="p0y741" fmla="*/ 0 h 15"/>
                <a:gd name="p0x742" fmla="*/ 6690 w 18659"/>
                <a:gd name="p0y742" fmla="*/ 15 h 15"/>
                <a:gd name="p0x743" fmla="*/ 6660 w 18659"/>
                <a:gd name="p0y743" fmla="*/ 15 h 15"/>
                <a:gd name="p0x744" fmla="*/ 6660 w 18659"/>
                <a:gd name="p0y744" fmla="*/ 0 h 15"/>
                <a:gd name="p0x745" fmla="*/ 6705 w 18659"/>
                <a:gd name="p0y745" fmla="*/ 0 h 15"/>
                <a:gd name="p0x746" fmla="*/ 6735 w 18659"/>
                <a:gd name="p0y746" fmla="*/ 0 h 15"/>
                <a:gd name="p0x747" fmla="*/ 6735 w 18659"/>
                <a:gd name="p0y747" fmla="*/ 15 h 15"/>
                <a:gd name="p0x748" fmla="*/ 6705 w 18659"/>
                <a:gd name="p0y748" fmla="*/ 15 h 15"/>
                <a:gd name="p0x749" fmla="*/ 6705 w 18659"/>
                <a:gd name="p0y749" fmla="*/ 0 h 15"/>
                <a:gd name="p0x750" fmla="*/ 6750 w 18659"/>
                <a:gd name="p0y750" fmla="*/ 0 h 15"/>
                <a:gd name="p0x751" fmla="*/ 6780 w 18659"/>
                <a:gd name="p0y751" fmla="*/ 0 h 15"/>
                <a:gd name="p0x752" fmla="*/ 6780 w 18659"/>
                <a:gd name="p0y752" fmla="*/ 15 h 15"/>
                <a:gd name="p0x753" fmla="*/ 6750 w 18659"/>
                <a:gd name="p0y753" fmla="*/ 15 h 15"/>
                <a:gd name="p0x754" fmla="*/ 6750 w 18659"/>
                <a:gd name="p0y754" fmla="*/ 0 h 15"/>
                <a:gd name="p0x755" fmla="*/ 6795 w 18659"/>
                <a:gd name="p0y755" fmla="*/ 0 h 15"/>
                <a:gd name="p0x756" fmla="*/ 6825 w 18659"/>
                <a:gd name="p0y756" fmla="*/ 0 h 15"/>
                <a:gd name="p0x757" fmla="*/ 6825 w 18659"/>
                <a:gd name="p0y757" fmla="*/ 15 h 15"/>
                <a:gd name="p0x758" fmla="*/ 6795 w 18659"/>
                <a:gd name="p0y758" fmla="*/ 15 h 15"/>
                <a:gd name="p0x759" fmla="*/ 6795 w 18659"/>
                <a:gd name="p0y759" fmla="*/ 0 h 15"/>
                <a:gd name="p0x760" fmla="*/ 6840 w 18659"/>
                <a:gd name="p0y760" fmla="*/ 0 h 15"/>
                <a:gd name="p0x761" fmla="*/ 6870 w 18659"/>
                <a:gd name="p0y761" fmla="*/ 0 h 15"/>
                <a:gd name="p0x762" fmla="*/ 6870 w 18659"/>
                <a:gd name="p0y762" fmla="*/ 15 h 15"/>
                <a:gd name="p0x763" fmla="*/ 6840 w 18659"/>
                <a:gd name="p0y763" fmla="*/ 15 h 15"/>
                <a:gd name="p0x764" fmla="*/ 6840 w 18659"/>
                <a:gd name="p0y764" fmla="*/ 0 h 15"/>
                <a:gd name="p0x765" fmla="*/ 6884 w 18659"/>
                <a:gd name="p0y765" fmla="*/ 0 h 15"/>
                <a:gd name="p0x766" fmla="*/ 6915 w 18659"/>
                <a:gd name="p0y766" fmla="*/ 0 h 15"/>
                <a:gd name="p0x767" fmla="*/ 6915 w 18659"/>
                <a:gd name="p0y767" fmla="*/ 15 h 15"/>
                <a:gd name="p0x768" fmla="*/ 6885 w 18659"/>
                <a:gd name="p0y768" fmla="*/ 15 h 15"/>
                <a:gd name="p0x769" fmla="*/ 6884 w 18659"/>
                <a:gd name="p0y769" fmla="*/ 0 h 15"/>
                <a:gd name="p0x770" fmla="*/ 6930 w 18659"/>
                <a:gd name="p0y770" fmla="*/ 0 h 15"/>
                <a:gd name="p0x771" fmla="*/ 6960 w 18659"/>
                <a:gd name="p0y771" fmla="*/ 0 h 15"/>
                <a:gd name="p0x772" fmla="*/ 6960 w 18659"/>
                <a:gd name="p0y772" fmla="*/ 15 h 15"/>
                <a:gd name="p0x773" fmla="*/ 6930 w 18659"/>
                <a:gd name="p0y773" fmla="*/ 15 h 15"/>
                <a:gd name="p0x774" fmla="*/ 6930 w 18659"/>
                <a:gd name="p0y774" fmla="*/ 0 h 15"/>
                <a:gd name="p0x775" fmla="*/ 6975 w 18659"/>
                <a:gd name="p0y775" fmla="*/ 0 h 15"/>
                <a:gd name="p0x776" fmla="*/ 7005 w 18659"/>
                <a:gd name="p0y776" fmla="*/ 0 h 15"/>
                <a:gd name="p0x777" fmla="*/ 7005 w 18659"/>
                <a:gd name="p0y777" fmla="*/ 15 h 15"/>
                <a:gd name="p0x778" fmla="*/ 6975 w 18659"/>
                <a:gd name="p0y778" fmla="*/ 15 h 15"/>
                <a:gd name="p0x779" fmla="*/ 6975 w 18659"/>
                <a:gd name="p0y779" fmla="*/ 0 h 15"/>
                <a:gd name="p0x780" fmla="*/ 7020 w 18659"/>
                <a:gd name="p0y780" fmla="*/ 0 h 15"/>
                <a:gd name="p0x781" fmla="*/ 7050 w 18659"/>
                <a:gd name="p0y781" fmla="*/ 0 h 15"/>
                <a:gd name="p0x782" fmla="*/ 7050 w 18659"/>
                <a:gd name="p0y782" fmla="*/ 15 h 15"/>
                <a:gd name="p0x783" fmla="*/ 7020 w 18659"/>
                <a:gd name="p0y783" fmla="*/ 15 h 15"/>
                <a:gd name="p0x784" fmla="*/ 7020 w 18659"/>
                <a:gd name="p0y784" fmla="*/ 0 h 15"/>
                <a:gd name="p0x785" fmla="*/ 7065 w 18659"/>
                <a:gd name="p0y785" fmla="*/ 0 h 15"/>
                <a:gd name="p0x786" fmla="*/ 7095 w 18659"/>
                <a:gd name="p0y786" fmla="*/ 0 h 15"/>
                <a:gd name="p0x787" fmla="*/ 7094 w 18659"/>
                <a:gd name="p0y787" fmla="*/ 15 h 15"/>
                <a:gd name="p0x788" fmla="*/ 7065 w 18659"/>
                <a:gd name="p0y788" fmla="*/ 15 h 15"/>
                <a:gd name="p0x789" fmla="*/ 7065 w 18659"/>
                <a:gd name="p0y789" fmla="*/ 0 h 15"/>
                <a:gd name="p0x790" fmla="*/ 7110 w 18659"/>
                <a:gd name="p0y790" fmla="*/ 0 h 15"/>
                <a:gd name="p0x791" fmla="*/ 7140 w 18659"/>
                <a:gd name="p0y791" fmla="*/ 0 h 15"/>
                <a:gd name="p0x792" fmla="*/ 7140 w 18659"/>
                <a:gd name="p0y792" fmla="*/ 15 h 15"/>
                <a:gd name="p0x793" fmla="*/ 7110 w 18659"/>
                <a:gd name="p0y793" fmla="*/ 15 h 15"/>
                <a:gd name="p0x794" fmla="*/ 7110 w 18659"/>
                <a:gd name="p0y794" fmla="*/ 0 h 15"/>
                <a:gd name="p0x795" fmla="*/ 7155 w 18659"/>
                <a:gd name="p0y795" fmla="*/ 0 h 15"/>
                <a:gd name="p0x796" fmla="*/ 7185 w 18659"/>
                <a:gd name="p0y796" fmla="*/ 0 h 15"/>
                <a:gd name="p0x797" fmla="*/ 7185 w 18659"/>
                <a:gd name="p0y797" fmla="*/ 15 h 15"/>
                <a:gd name="p0x798" fmla="*/ 7155 w 18659"/>
                <a:gd name="p0y798" fmla="*/ 15 h 15"/>
                <a:gd name="p0x799" fmla="*/ 7155 w 18659"/>
                <a:gd name="p0y799" fmla="*/ 0 h 15"/>
                <a:gd name="p0x800" fmla="*/ 7200 w 18659"/>
                <a:gd name="p0y800" fmla="*/ 0 h 15"/>
                <a:gd name="p0x801" fmla="*/ 7230 w 18659"/>
                <a:gd name="p0y801" fmla="*/ 0 h 15"/>
                <a:gd name="p0x802" fmla="*/ 7229 w 18659"/>
                <a:gd name="p0y802" fmla="*/ 15 h 15"/>
                <a:gd name="p0x803" fmla="*/ 7200 w 18659"/>
                <a:gd name="p0y803" fmla="*/ 15 h 15"/>
                <a:gd name="p0x804" fmla="*/ 7200 w 18659"/>
                <a:gd name="p0y804" fmla="*/ 0 h 15"/>
                <a:gd name="p0x805" fmla="*/ 7245 w 18659"/>
                <a:gd name="p0y805" fmla="*/ 0 h 15"/>
                <a:gd name="p0x806" fmla="*/ 7275 w 18659"/>
                <a:gd name="p0y806" fmla="*/ 0 h 15"/>
                <a:gd name="p0x807" fmla="*/ 7275 w 18659"/>
                <a:gd name="p0y807" fmla="*/ 15 h 15"/>
                <a:gd name="p0x808" fmla="*/ 7245 w 18659"/>
                <a:gd name="p0y808" fmla="*/ 15 h 15"/>
                <a:gd name="p0x809" fmla="*/ 7245 w 18659"/>
                <a:gd name="p0y809" fmla="*/ 0 h 15"/>
                <a:gd name="p0x810" fmla="*/ 7290 w 18659"/>
                <a:gd name="p0y810" fmla="*/ 0 h 15"/>
                <a:gd name="p0x811" fmla="*/ 7320 w 18659"/>
                <a:gd name="p0y811" fmla="*/ 0 h 15"/>
                <a:gd name="p0x812" fmla="*/ 7320 w 18659"/>
                <a:gd name="p0y812" fmla="*/ 15 h 15"/>
                <a:gd name="p0x813" fmla="*/ 7290 w 18659"/>
                <a:gd name="p0y813" fmla="*/ 15 h 15"/>
                <a:gd name="p0x814" fmla="*/ 7290 w 18659"/>
                <a:gd name="p0y814" fmla="*/ 0 h 15"/>
                <a:gd name="p0x815" fmla="*/ 7335 w 18659"/>
                <a:gd name="p0y815" fmla="*/ 0 h 15"/>
                <a:gd name="p0x816" fmla="*/ 7365 w 18659"/>
                <a:gd name="p0y816" fmla="*/ 0 h 15"/>
                <a:gd name="p0x817" fmla="*/ 7364 w 18659"/>
                <a:gd name="p0y817" fmla="*/ 15 h 15"/>
                <a:gd name="p0x818" fmla="*/ 7335 w 18659"/>
                <a:gd name="p0y818" fmla="*/ 15 h 15"/>
                <a:gd name="p0x819" fmla="*/ 7335 w 18659"/>
                <a:gd name="p0y819" fmla="*/ 0 h 15"/>
                <a:gd name="p0x820" fmla="*/ 7380 w 18659"/>
                <a:gd name="p0y820" fmla="*/ 0 h 15"/>
                <a:gd name="p0x821" fmla="*/ 7410 w 18659"/>
                <a:gd name="p0y821" fmla="*/ 0 h 15"/>
                <a:gd name="p0x822" fmla="*/ 7410 w 18659"/>
                <a:gd name="p0y822" fmla="*/ 15 h 15"/>
                <a:gd name="p0x823" fmla="*/ 7380 w 18659"/>
                <a:gd name="p0y823" fmla="*/ 15 h 15"/>
                <a:gd name="p0x824" fmla="*/ 7380 w 18659"/>
                <a:gd name="p0y824" fmla="*/ 0 h 15"/>
                <a:gd name="p0x825" fmla="*/ 7425 w 18659"/>
                <a:gd name="p0y825" fmla="*/ 0 h 15"/>
                <a:gd name="p0x826" fmla="*/ 7455 w 18659"/>
                <a:gd name="p0y826" fmla="*/ 0 h 15"/>
                <a:gd name="p0x827" fmla="*/ 7455 w 18659"/>
                <a:gd name="p0y827" fmla="*/ 15 h 15"/>
                <a:gd name="p0x828" fmla="*/ 7425 w 18659"/>
                <a:gd name="p0y828" fmla="*/ 15 h 15"/>
                <a:gd name="p0x829" fmla="*/ 7425 w 18659"/>
                <a:gd name="p0y829" fmla="*/ 0 h 15"/>
                <a:gd name="p0x830" fmla="*/ 7470 w 18659"/>
                <a:gd name="p0y830" fmla="*/ 0 h 15"/>
                <a:gd name="p0x831" fmla="*/ 7500 w 18659"/>
                <a:gd name="p0y831" fmla="*/ 0 h 15"/>
                <a:gd name="p0x832" fmla="*/ 7499 w 18659"/>
                <a:gd name="p0y832" fmla="*/ 15 h 15"/>
                <a:gd name="p0x833" fmla="*/ 7470 w 18659"/>
                <a:gd name="p0y833" fmla="*/ 15 h 15"/>
                <a:gd name="p0x834" fmla="*/ 7470 w 18659"/>
                <a:gd name="p0y834" fmla="*/ 0 h 15"/>
                <a:gd name="p0x835" fmla="*/ 7515 w 18659"/>
                <a:gd name="p0y835" fmla="*/ 0 h 15"/>
                <a:gd name="p0x836" fmla="*/ 7545 w 18659"/>
                <a:gd name="p0y836" fmla="*/ 0 h 15"/>
                <a:gd name="p0x837" fmla="*/ 7545 w 18659"/>
                <a:gd name="p0y837" fmla="*/ 15 h 15"/>
                <a:gd name="p0x838" fmla="*/ 7515 w 18659"/>
                <a:gd name="p0y838" fmla="*/ 15 h 15"/>
                <a:gd name="p0x839" fmla="*/ 7515 w 18659"/>
                <a:gd name="p0y839" fmla="*/ 0 h 15"/>
                <a:gd name="p0x840" fmla="*/ 7560 w 18659"/>
                <a:gd name="p0y840" fmla="*/ 0 h 15"/>
                <a:gd name="p0x841" fmla="*/ 7590 w 18659"/>
                <a:gd name="p0y841" fmla="*/ 0 h 15"/>
                <a:gd name="p0x842" fmla="*/ 7590 w 18659"/>
                <a:gd name="p0y842" fmla="*/ 15 h 15"/>
                <a:gd name="p0x843" fmla="*/ 7560 w 18659"/>
                <a:gd name="p0y843" fmla="*/ 15 h 15"/>
                <a:gd name="p0x844" fmla="*/ 7560 w 18659"/>
                <a:gd name="p0y844" fmla="*/ 0 h 15"/>
                <a:gd name="p0x845" fmla="*/ 7605 w 18659"/>
                <a:gd name="p0y845" fmla="*/ 0 h 15"/>
                <a:gd name="p0x846" fmla="*/ 7635 w 18659"/>
                <a:gd name="p0y846" fmla="*/ 0 h 15"/>
                <a:gd name="p0x847" fmla="*/ 7635 w 18659"/>
                <a:gd name="p0y847" fmla="*/ 15 h 15"/>
                <a:gd name="p0x848" fmla="*/ 7605 w 18659"/>
                <a:gd name="p0y848" fmla="*/ 15 h 15"/>
                <a:gd name="p0x849" fmla="*/ 7605 w 18659"/>
                <a:gd name="p0y849" fmla="*/ 0 h 15"/>
                <a:gd name="p0x850" fmla="*/ 7650 w 18659"/>
                <a:gd name="p0y850" fmla="*/ 0 h 15"/>
                <a:gd name="p0x851" fmla="*/ 7680 w 18659"/>
                <a:gd name="p0y851" fmla="*/ 0 h 15"/>
                <a:gd name="p0x852" fmla="*/ 7680 w 18659"/>
                <a:gd name="p0y852" fmla="*/ 15 h 15"/>
                <a:gd name="p0x853" fmla="*/ 7650 w 18659"/>
                <a:gd name="p0y853" fmla="*/ 15 h 15"/>
                <a:gd name="p0x854" fmla="*/ 7650 w 18659"/>
                <a:gd name="p0y854" fmla="*/ 0 h 15"/>
                <a:gd name="p0x855" fmla="*/ 7695 w 18659"/>
                <a:gd name="p0y855" fmla="*/ 0 h 15"/>
                <a:gd name="p0x856" fmla="*/ 7724 w 18659"/>
                <a:gd name="p0y856" fmla="*/ 0 h 15"/>
                <a:gd name="p0x857" fmla="*/ 7725 w 18659"/>
                <a:gd name="p0y857" fmla="*/ 15 h 15"/>
                <a:gd name="p0x858" fmla="*/ 7695 w 18659"/>
                <a:gd name="p0y858" fmla="*/ 15 h 15"/>
                <a:gd name="p0x859" fmla="*/ 7695 w 18659"/>
                <a:gd name="p0y859" fmla="*/ 0 h 15"/>
                <a:gd name="p0x860" fmla="*/ 7740 w 18659"/>
                <a:gd name="p0y860" fmla="*/ 0 h 15"/>
                <a:gd name="p0x861" fmla="*/ 7770 w 18659"/>
                <a:gd name="p0y861" fmla="*/ 0 h 15"/>
                <a:gd name="p0x862" fmla="*/ 7770 w 18659"/>
                <a:gd name="p0y862" fmla="*/ 15 h 15"/>
                <a:gd name="p0x863" fmla="*/ 7740 w 18659"/>
                <a:gd name="p0y863" fmla="*/ 15 h 15"/>
                <a:gd name="p0x864" fmla="*/ 7740 w 18659"/>
                <a:gd name="p0y864" fmla="*/ 0 h 15"/>
                <a:gd name="p0x865" fmla="*/ 7785 w 18659"/>
                <a:gd name="p0y865" fmla="*/ 0 h 15"/>
                <a:gd name="p0x866" fmla="*/ 7815 w 18659"/>
                <a:gd name="p0y866" fmla="*/ 0 h 15"/>
                <a:gd name="p0x867" fmla="*/ 7815 w 18659"/>
                <a:gd name="p0y867" fmla="*/ 15 h 15"/>
                <a:gd name="p0x868" fmla="*/ 7785 w 18659"/>
                <a:gd name="p0y868" fmla="*/ 15 h 15"/>
                <a:gd name="p0x869" fmla="*/ 7785 w 18659"/>
                <a:gd name="p0y869" fmla="*/ 0 h 15"/>
                <a:gd name="p0x870" fmla="*/ 7830 w 18659"/>
                <a:gd name="p0y870" fmla="*/ 0 h 15"/>
                <a:gd name="p0x871" fmla="*/ 7859 w 18659"/>
                <a:gd name="p0y871" fmla="*/ 0 h 15"/>
                <a:gd name="p0x872" fmla="*/ 7860 w 18659"/>
                <a:gd name="p0y872" fmla="*/ 15 h 15"/>
                <a:gd name="p0x873" fmla="*/ 7830 w 18659"/>
                <a:gd name="p0y873" fmla="*/ 15 h 15"/>
                <a:gd name="p0x874" fmla="*/ 7830 w 18659"/>
                <a:gd name="p0y874" fmla="*/ 0 h 15"/>
                <a:gd name="p0x875" fmla="*/ 7875 w 18659"/>
                <a:gd name="p0y875" fmla="*/ 0 h 15"/>
                <a:gd name="p0x876" fmla="*/ 7905 w 18659"/>
                <a:gd name="p0y876" fmla="*/ 0 h 15"/>
                <a:gd name="p0x877" fmla="*/ 7905 w 18659"/>
                <a:gd name="p0y877" fmla="*/ 15 h 15"/>
                <a:gd name="p0x878" fmla="*/ 7875 w 18659"/>
                <a:gd name="p0y878" fmla="*/ 15 h 15"/>
                <a:gd name="p0x879" fmla="*/ 7875 w 18659"/>
                <a:gd name="p0y879" fmla="*/ 0 h 15"/>
                <a:gd name="p0x880" fmla="*/ 7920 w 18659"/>
                <a:gd name="p0y880" fmla="*/ 0 h 15"/>
                <a:gd name="p0x881" fmla="*/ 7950 w 18659"/>
                <a:gd name="p0y881" fmla="*/ 0 h 15"/>
                <a:gd name="p0x882" fmla="*/ 7950 w 18659"/>
                <a:gd name="p0y882" fmla="*/ 15 h 15"/>
                <a:gd name="p0x883" fmla="*/ 7920 w 18659"/>
                <a:gd name="p0y883" fmla="*/ 15 h 15"/>
                <a:gd name="p0x884" fmla="*/ 7920 w 18659"/>
                <a:gd name="p0y884" fmla="*/ 0 h 15"/>
                <a:gd name="p0x885" fmla="*/ 7965 w 18659"/>
                <a:gd name="p0y885" fmla="*/ 0 h 15"/>
                <a:gd name="p0x886" fmla="*/ 7995 w 18659"/>
                <a:gd name="p0y886" fmla="*/ 0 h 15"/>
                <a:gd name="p0x887" fmla="*/ 7995 w 18659"/>
                <a:gd name="p0y887" fmla="*/ 15 h 15"/>
                <a:gd name="p0x888" fmla="*/ 7965 w 18659"/>
                <a:gd name="p0y888" fmla="*/ 15 h 15"/>
                <a:gd name="p0x889" fmla="*/ 7965 w 18659"/>
                <a:gd name="p0y889" fmla="*/ 0 h 15"/>
                <a:gd name="p0x890" fmla="*/ 8010 w 18659"/>
                <a:gd name="p0y890" fmla="*/ 0 h 15"/>
                <a:gd name="p0x891" fmla="*/ 8040 w 18659"/>
                <a:gd name="p0y891" fmla="*/ 0 h 15"/>
                <a:gd name="p0x892" fmla="*/ 8040 w 18659"/>
                <a:gd name="p0y892" fmla="*/ 15 h 15"/>
                <a:gd name="p0x893" fmla="*/ 8010 w 18659"/>
                <a:gd name="p0y893" fmla="*/ 15 h 15"/>
                <a:gd name="p0x894" fmla="*/ 8010 w 18659"/>
                <a:gd name="p0y894" fmla="*/ 0 h 15"/>
                <a:gd name="p0x895" fmla="*/ 8055 w 18659"/>
                <a:gd name="p0y895" fmla="*/ 0 h 15"/>
                <a:gd name="p0x896" fmla="*/ 8085 w 18659"/>
                <a:gd name="p0y896" fmla="*/ 0 h 15"/>
                <a:gd name="p0x897" fmla="*/ 8085 w 18659"/>
                <a:gd name="p0y897" fmla="*/ 15 h 15"/>
                <a:gd name="p0x898" fmla="*/ 8055 w 18659"/>
                <a:gd name="p0y898" fmla="*/ 15 h 15"/>
                <a:gd name="p0x899" fmla="*/ 8055 w 18659"/>
                <a:gd name="p0y899" fmla="*/ 0 h 15"/>
                <a:gd name="p0x900" fmla="*/ 8100 w 18659"/>
                <a:gd name="p0y900" fmla="*/ 0 h 15"/>
                <a:gd name="p0x901" fmla="*/ 8130 w 18659"/>
                <a:gd name="p0y901" fmla="*/ 0 h 15"/>
                <a:gd name="p0x902" fmla="*/ 8130 w 18659"/>
                <a:gd name="p0y902" fmla="*/ 15 h 15"/>
                <a:gd name="p0x903" fmla="*/ 8100 w 18659"/>
                <a:gd name="p0y903" fmla="*/ 15 h 15"/>
                <a:gd name="p0x904" fmla="*/ 8100 w 18659"/>
                <a:gd name="p0y904" fmla="*/ 0 h 15"/>
                <a:gd name="p0x905" fmla="*/ 8145 w 18659"/>
                <a:gd name="p0y905" fmla="*/ 0 h 15"/>
                <a:gd name="p0x906" fmla="*/ 8175 w 18659"/>
                <a:gd name="p0y906" fmla="*/ 0 h 15"/>
                <a:gd name="p0x907" fmla="*/ 8175 w 18659"/>
                <a:gd name="p0y907" fmla="*/ 15 h 15"/>
                <a:gd name="p0x908" fmla="*/ 8145 w 18659"/>
                <a:gd name="p0y908" fmla="*/ 15 h 15"/>
                <a:gd name="p0x909" fmla="*/ 8145 w 18659"/>
                <a:gd name="p0y909" fmla="*/ 0 h 15"/>
                <a:gd name="p0x910" fmla="*/ 8190 w 18659"/>
                <a:gd name="p0y910" fmla="*/ 0 h 15"/>
                <a:gd name="p0x911" fmla="*/ 8220 w 18659"/>
                <a:gd name="p0y911" fmla="*/ 0 h 15"/>
                <a:gd name="p0x912" fmla="*/ 8220 w 18659"/>
                <a:gd name="p0y912" fmla="*/ 15 h 15"/>
                <a:gd name="p0x913" fmla="*/ 8190 w 18659"/>
                <a:gd name="p0y913" fmla="*/ 15 h 15"/>
                <a:gd name="p0x914" fmla="*/ 8190 w 18659"/>
                <a:gd name="p0y914" fmla="*/ 0 h 15"/>
                <a:gd name="p0x915" fmla="*/ 8235 w 18659"/>
                <a:gd name="p0y915" fmla="*/ 0 h 15"/>
                <a:gd name="p0x916" fmla="*/ 8265 w 18659"/>
                <a:gd name="p0y916" fmla="*/ 0 h 15"/>
                <a:gd name="p0x917" fmla="*/ 8265 w 18659"/>
                <a:gd name="p0y917" fmla="*/ 15 h 15"/>
                <a:gd name="p0x918" fmla="*/ 8235 w 18659"/>
                <a:gd name="p0y918" fmla="*/ 15 h 15"/>
                <a:gd name="p0x919" fmla="*/ 8235 w 18659"/>
                <a:gd name="p0y919" fmla="*/ 0 h 15"/>
                <a:gd name="p0x920" fmla="*/ 8280 w 18659"/>
                <a:gd name="p0y920" fmla="*/ 0 h 15"/>
                <a:gd name="p0x921" fmla="*/ 8310 w 18659"/>
                <a:gd name="p0y921" fmla="*/ 0 h 15"/>
                <a:gd name="p0x922" fmla="*/ 8310 w 18659"/>
                <a:gd name="p0y922" fmla="*/ 15 h 15"/>
                <a:gd name="p0x923" fmla="*/ 8280 w 18659"/>
                <a:gd name="p0y923" fmla="*/ 15 h 15"/>
                <a:gd name="p0x924" fmla="*/ 8280 w 18659"/>
                <a:gd name="p0y924" fmla="*/ 0 h 15"/>
                <a:gd name="p0x925" fmla="*/ 8325 w 18659"/>
                <a:gd name="p0y925" fmla="*/ 0 h 15"/>
                <a:gd name="p0x926" fmla="*/ 8355 w 18659"/>
                <a:gd name="p0y926" fmla="*/ 0 h 15"/>
                <a:gd name="p0x927" fmla="*/ 8355 w 18659"/>
                <a:gd name="p0y927" fmla="*/ 15 h 15"/>
                <a:gd name="p0x928" fmla="*/ 8325 w 18659"/>
                <a:gd name="p0y928" fmla="*/ 15 h 15"/>
                <a:gd name="p0x929" fmla="*/ 8325 w 18659"/>
                <a:gd name="p0y929" fmla="*/ 0 h 15"/>
                <a:gd name="p0x930" fmla="*/ 8370 w 18659"/>
                <a:gd name="p0y930" fmla="*/ 0 h 15"/>
                <a:gd name="p0x931" fmla="*/ 8400 w 18659"/>
                <a:gd name="p0y931" fmla="*/ 0 h 15"/>
                <a:gd name="p0x932" fmla="*/ 8400 w 18659"/>
                <a:gd name="p0y932" fmla="*/ 15 h 15"/>
                <a:gd name="p0x933" fmla="*/ 8370 w 18659"/>
                <a:gd name="p0y933" fmla="*/ 15 h 15"/>
                <a:gd name="p0x934" fmla="*/ 8370 w 18659"/>
                <a:gd name="p0y934" fmla="*/ 0 h 15"/>
                <a:gd name="p0x935" fmla="*/ 8415 w 18659"/>
                <a:gd name="p0y935" fmla="*/ 0 h 15"/>
                <a:gd name="p0x936" fmla="*/ 8445 w 18659"/>
                <a:gd name="p0y936" fmla="*/ 0 h 15"/>
                <a:gd name="p0x937" fmla="*/ 8445 w 18659"/>
                <a:gd name="p0y937" fmla="*/ 15 h 15"/>
                <a:gd name="p0x938" fmla="*/ 8415 w 18659"/>
                <a:gd name="p0y938" fmla="*/ 15 h 15"/>
                <a:gd name="p0x939" fmla="*/ 8415 w 18659"/>
                <a:gd name="p0y939" fmla="*/ 0 h 15"/>
                <a:gd name="p0x940" fmla="*/ 8460 w 18659"/>
                <a:gd name="p0y940" fmla="*/ 0 h 15"/>
                <a:gd name="p0x941" fmla="*/ 8490 w 18659"/>
                <a:gd name="p0y941" fmla="*/ 0 h 15"/>
                <a:gd name="p0x942" fmla="*/ 8490 w 18659"/>
                <a:gd name="p0y942" fmla="*/ 15 h 15"/>
                <a:gd name="p0x943" fmla="*/ 8460 w 18659"/>
                <a:gd name="p0y943" fmla="*/ 15 h 15"/>
                <a:gd name="p0x944" fmla="*/ 8460 w 18659"/>
                <a:gd name="p0y944" fmla="*/ 0 h 15"/>
                <a:gd name="p0x945" fmla="*/ 8505 w 18659"/>
                <a:gd name="p0y945" fmla="*/ 0 h 15"/>
                <a:gd name="p0x946" fmla="*/ 8535 w 18659"/>
                <a:gd name="p0y946" fmla="*/ 0 h 15"/>
                <a:gd name="p0x947" fmla="*/ 8535 w 18659"/>
                <a:gd name="p0y947" fmla="*/ 15 h 15"/>
                <a:gd name="p0x948" fmla="*/ 8505 w 18659"/>
                <a:gd name="p0y948" fmla="*/ 15 h 15"/>
                <a:gd name="p0x949" fmla="*/ 8505 w 18659"/>
                <a:gd name="p0y949" fmla="*/ 0 h 15"/>
                <a:gd name="p0x950" fmla="*/ 8550 w 18659"/>
                <a:gd name="p0y950" fmla="*/ 0 h 15"/>
                <a:gd name="p0x951" fmla="*/ 8580 w 18659"/>
                <a:gd name="p0y951" fmla="*/ 0 h 15"/>
                <a:gd name="p0x952" fmla="*/ 8580 w 18659"/>
                <a:gd name="p0y952" fmla="*/ 15 h 15"/>
                <a:gd name="p0x953" fmla="*/ 8550 w 18659"/>
                <a:gd name="p0y953" fmla="*/ 15 h 15"/>
                <a:gd name="p0x954" fmla="*/ 8550 w 18659"/>
                <a:gd name="p0y954" fmla="*/ 0 h 15"/>
                <a:gd name="p0x955" fmla="*/ 8595 w 18659"/>
                <a:gd name="p0y955" fmla="*/ 0 h 15"/>
                <a:gd name="p0x956" fmla="*/ 8625 w 18659"/>
                <a:gd name="p0y956" fmla="*/ 0 h 15"/>
                <a:gd name="p0x957" fmla="*/ 8625 w 18659"/>
                <a:gd name="p0y957" fmla="*/ 15 h 15"/>
                <a:gd name="p0x958" fmla="*/ 8595 w 18659"/>
                <a:gd name="p0y958" fmla="*/ 15 h 15"/>
                <a:gd name="p0x959" fmla="*/ 8595 w 18659"/>
                <a:gd name="p0y959" fmla="*/ 0 h 15"/>
                <a:gd name="p0x960" fmla="*/ 8640 w 18659"/>
                <a:gd name="p0y960" fmla="*/ 0 h 15"/>
                <a:gd name="p0x961" fmla="*/ 8670 w 18659"/>
                <a:gd name="p0y961" fmla="*/ 0 h 15"/>
                <a:gd name="p0x962" fmla="*/ 8670 w 18659"/>
                <a:gd name="p0y962" fmla="*/ 15 h 15"/>
                <a:gd name="p0x963" fmla="*/ 8640 w 18659"/>
                <a:gd name="p0y963" fmla="*/ 15 h 15"/>
                <a:gd name="p0x964" fmla="*/ 8640 w 18659"/>
                <a:gd name="p0y964" fmla="*/ 0 h 15"/>
                <a:gd name="p0x965" fmla="*/ 8685 w 18659"/>
                <a:gd name="p0y965" fmla="*/ 0 h 15"/>
                <a:gd name="p0x966" fmla="*/ 8715 w 18659"/>
                <a:gd name="p0y966" fmla="*/ 0 h 15"/>
                <a:gd name="p0x967" fmla="*/ 8715 w 18659"/>
                <a:gd name="p0y967" fmla="*/ 15 h 15"/>
                <a:gd name="p0x968" fmla="*/ 8685 w 18659"/>
                <a:gd name="p0y968" fmla="*/ 15 h 15"/>
                <a:gd name="p0x969" fmla="*/ 8685 w 18659"/>
                <a:gd name="p0y969" fmla="*/ 0 h 15"/>
                <a:gd name="p0x970" fmla="*/ 8730 w 18659"/>
                <a:gd name="p0y970" fmla="*/ 0 h 15"/>
                <a:gd name="p0x971" fmla="*/ 8760 w 18659"/>
                <a:gd name="p0y971" fmla="*/ 0 h 15"/>
                <a:gd name="p0x972" fmla="*/ 8760 w 18659"/>
                <a:gd name="p0y972" fmla="*/ 15 h 15"/>
                <a:gd name="p0x973" fmla="*/ 8730 w 18659"/>
                <a:gd name="p0y973" fmla="*/ 15 h 15"/>
                <a:gd name="p0x974" fmla="*/ 8730 w 18659"/>
                <a:gd name="p0y974" fmla="*/ 0 h 15"/>
                <a:gd name="p0x975" fmla="*/ 8775 w 18659"/>
                <a:gd name="p0y975" fmla="*/ 0 h 15"/>
                <a:gd name="p0x976" fmla="*/ 8804 w 18659"/>
                <a:gd name="p0y976" fmla="*/ 0 h 15"/>
                <a:gd name="p0x977" fmla="*/ 8804 w 18659"/>
                <a:gd name="p0y977" fmla="*/ 15 h 15"/>
                <a:gd name="p0x978" fmla="*/ 8775 w 18659"/>
                <a:gd name="p0y978" fmla="*/ 15 h 15"/>
                <a:gd name="p0x979" fmla="*/ 8775 w 18659"/>
                <a:gd name="p0y979" fmla="*/ 0 h 15"/>
                <a:gd name="p0x980" fmla="*/ 8820 w 18659"/>
                <a:gd name="p0y980" fmla="*/ 0 h 15"/>
                <a:gd name="p0x981" fmla="*/ 8850 w 18659"/>
                <a:gd name="p0y981" fmla="*/ 0 h 15"/>
                <a:gd name="p0x982" fmla="*/ 8850 w 18659"/>
                <a:gd name="p0y982" fmla="*/ 15 h 15"/>
                <a:gd name="p0x983" fmla="*/ 8820 w 18659"/>
                <a:gd name="p0y983" fmla="*/ 15 h 15"/>
                <a:gd name="p0x984" fmla="*/ 8820 w 18659"/>
                <a:gd name="p0y984" fmla="*/ 0 h 15"/>
                <a:gd name="p0x985" fmla="*/ 8865 w 18659"/>
                <a:gd name="p0y985" fmla="*/ 0 h 15"/>
                <a:gd name="p0x986" fmla="*/ 8895 w 18659"/>
                <a:gd name="p0y986" fmla="*/ 0 h 15"/>
                <a:gd name="p0x987" fmla="*/ 8895 w 18659"/>
                <a:gd name="p0y987" fmla="*/ 15 h 15"/>
                <a:gd name="p0x988" fmla="*/ 8865 w 18659"/>
                <a:gd name="p0y988" fmla="*/ 15 h 15"/>
                <a:gd name="p0x989" fmla="*/ 8865 w 18659"/>
                <a:gd name="p0y989" fmla="*/ 0 h 15"/>
                <a:gd name="p0x990" fmla="*/ 8910 w 18659"/>
                <a:gd name="p0y990" fmla="*/ 0 h 15"/>
                <a:gd name="p0x991" fmla="*/ 8939 w 18659"/>
                <a:gd name="p0y991" fmla="*/ 0 h 15"/>
                <a:gd name="p0x992" fmla="*/ 8939 w 18659"/>
                <a:gd name="p0y992" fmla="*/ 15 h 15"/>
                <a:gd name="p0x993" fmla="*/ 8909 w 18659"/>
                <a:gd name="p0y993" fmla="*/ 15 h 15"/>
                <a:gd name="p0x994" fmla="*/ 8910 w 18659"/>
                <a:gd name="p0y994" fmla="*/ 0 h 15"/>
                <a:gd name="p0x995" fmla="*/ 8955 w 18659"/>
                <a:gd name="p0y995" fmla="*/ 0 h 15"/>
                <a:gd name="p0x996" fmla="*/ 8985 w 18659"/>
                <a:gd name="p0y996" fmla="*/ 0 h 15"/>
                <a:gd name="p0x997" fmla="*/ 8985 w 18659"/>
                <a:gd name="p0y997" fmla="*/ 15 h 15"/>
                <a:gd name="p0x998" fmla="*/ 8955 w 18659"/>
                <a:gd name="p0y998" fmla="*/ 15 h 15"/>
                <a:gd name="p0x999" fmla="*/ 8955 w 18659"/>
                <a:gd name="p0y999" fmla="*/ 0 h 15"/>
                <a:gd name="p0x1000" fmla="*/ 9000 w 18659"/>
                <a:gd name="p0y1000" fmla="*/ 0 h 15"/>
                <a:gd name="p0x1001" fmla="*/ 9030 w 18659"/>
                <a:gd name="p0y1001" fmla="*/ 0 h 15"/>
                <a:gd name="p0x1002" fmla="*/ 9030 w 18659"/>
                <a:gd name="p0y1002" fmla="*/ 15 h 15"/>
                <a:gd name="p0x1003" fmla="*/ 9000 w 18659"/>
                <a:gd name="p0y1003" fmla="*/ 15 h 15"/>
                <a:gd name="p0x1004" fmla="*/ 9000 w 18659"/>
                <a:gd name="p0y1004" fmla="*/ 0 h 15"/>
                <a:gd name="p0x1005" fmla="*/ 9045 w 18659"/>
                <a:gd name="p0y1005" fmla="*/ 0 h 15"/>
                <a:gd name="p0x1006" fmla="*/ 9075 w 18659"/>
                <a:gd name="p0y1006" fmla="*/ 0 h 15"/>
                <a:gd name="p0x1007" fmla="*/ 9075 w 18659"/>
                <a:gd name="p0y1007" fmla="*/ 15 h 15"/>
                <a:gd name="p0x1008" fmla="*/ 9044 w 18659"/>
                <a:gd name="p0y1008" fmla="*/ 15 h 15"/>
                <a:gd name="p0x1009" fmla="*/ 9045 w 18659"/>
                <a:gd name="p0y1009" fmla="*/ 0 h 15"/>
                <a:gd name="p0x1010" fmla="*/ 9090 w 18659"/>
                <a:gd name="p0y1010" fmla="*/ 0 h 15"/>
                <a:gd name="p0x1011" fmla="*/ 9120 w 18659"/>
                <a:gd name="p0y1011" fmla="*/ 0 h 15"/>
                <a:gd name="p0x1012" fmla="*/ 9120 w 18659"/>
                <a:gd name="p0y1012" fmla="*/ 15 h 15"/>
                <a:gd name="p0x1013" fmla="*/ 9090 w 18659"/>
                <a:gd name="p0y1013" fmla="*/ 15 h 15"/>
                <a:gd name="p0x1014" fmla="*/ 9090 w 18659"/>
                <a:gd name="p0y1014" fmla="*/ 0 h 15"/>
                <a:gd name="p0x1015" fmla="*/ 9135 w 18659"/>
                <a:gd name="p0y1015" fmla="*/ 0 h 15"/>
                <a:gd name="p0x1016" fmla="*/ 9165 w 18659"/>
                <a:gd name="p0y1016" fmla="*/ 0 h 15"/>
                <a:gd name="p0x1017" fmla="*/ 9165 w 18659"/>
                <a:gd name="p0y1017" fmla="*/ 15 h 15"/>
                <a:gd name="p0x1018" fmla="*/ 9135 w 18659"/>
                <a:gd name="p0y1018" fmla="*/ 15 h 15"/>
                <a:gd name="p0x1019" fmla="*/ 9135 w 18659"/>
                <a:gd name="p0y1019" fmla="*/ 0 h 15"/>
                <a:gd name="p0x1020" fmla="*/ 9180 w 18659"/>
                <a:gd name="p0y1020" fmla="*/ 0 h 15"/>
                <a:gd name="p0x1021" fmla="*/ 9210 w 18659"/>
                <a:gd name="p0y1021" fmla="*/ 0 h 15"/>
                <a:gd name="p0x1022" fmla="*/ 9210 w 18659"/>
                <a:gd name="p0y1022" fmla="*/ 15 h 15"/>
                <a:gd name="p0x1023" fmla="*/ 9179 w 18659"/>
                <a:gd name="p0y1023" fmla="*/ 15 h 15"/>
                <a:gd name="p0x1024" fmla="*/ 9180 w 18659"/>
                <a:gd name="p0y1024" fmla="*/ 0 h 15"/>
                <a:gd name="p0x1025" fmla="*/ 9225 w 18659"/>
                <a:gd name="p0y1025" fmla="*/ 0 h 15"/>
                <a:gd name="p0x1026" fmla="*/ 9255 w 18659"/>
                <a:gd name="p0y1026" fmla="*/ 0 h 15"/>
                <a:gd name="p0x1027" fmla="*/ 9255 w 18659"/>
                <a:gd name="p0y1027" fmla="*/ 15 h 15"/>
                <a:gd name="p0x1028" fmla="*/ 9225 w 18659"/>
                <a:gd name="p0y1028" fmla="*/ 15 h 15"/>
                <a:gd name="p0x1029" fmla="*/ 9225 w 18659"/>
                <a:gd name="p0y1029" fmla="*/ 0 h 15"/>
                <a:gd name="p0x1030" fmla="*/ 9270 w 18659"/>
                <a:gd name="p0y1030" fmla="*/ 0 h 15"/>
                <a:gd name="p0x1031" fmla="*/ 9300 w 18659"/>
                <a:gd name="p0y1031" fmla="*/ 0 h 15"/>
                <a:gd name="p0x1032" fmla="*/ 9300 w 18659"/>
                <a:gd name="p0y1032" fmla="*/ 15 h 15"/>
                <a:gd name="p0x1033" fmla="*/ 9270 w 18659"/>
                <a:gd name="p0y1033" fmla="*/ 15 h 15"/>
                <a:gd name="p0x1034" fmla="*/ 9270 w 18659"/>
                <a:gd name="p0y1034" fmla="*/ 0 h 15"/>
                <a:gd name="p0x1035" fmla="*/ 9315 w 18659"/>
                <a:gd name="p0y1035" fmla="*/ 0 h 15"/>
                <a:gd name="p0x1036" fmla="*/ 9345 w 18659"/>
                <a:gd name="p0y1036" fmla="*/ 0 h 15"/>
                <a:gd name="p0x1037" fmla="*/ 9345 w 18659"/>
                <a:gd name="p0y1037" fmla="*/ 15 h 15"/>
                <a:gd name="p0x1038" fmla="*/ 9314 w 18659"/>
                <a:gd name="p0y1038" fmla="*/ 15 h 15"/>
                <a:gd name="p0x1039" fmla="*/ 9315 w 18659"/>
                <a:gd name="p0y1039" fmla="*/ 0 h 15"/>
                <a:gd name="p0x1040" fmla="*/ 9360 w 18659"/>
                <a:gd name="p0y1040" fmla="*/ 0 h 15"/>
                <a:gd name="p0x1041" fmla="*/ 9390 w 18659"/>
                <a:gd name="p0y1041" fmla="*/ 0 h 15"/>
                <a:gd name="p0x1042" fmla="*/ 9390 w 18659"/>
                <a:gd name="p0y1042" fmla="*/ 15 h 15"/>
                <a:gd name="p0x1043" fmla="*/ 9360 w 18659"/>
                <a:gd name="p0y1043" fmla="*/ 15 h 15"/>
                <a:gd name="p0x1044" fmla="*/ 9360 w 18659"/>
                <a:gd name="p0y1044" fmla="*/ 0 h 15"/>
                <a:gd name="p0x1045" fmla="*/ 9405 w 18659"/>
                <a:gd name="p0y1045" fmla="*/ 0 h 15"/>
                <a:gd name="p0x1046" fmla="*/ 9435 w 18659"/>
                <a:gd name="p0y1046" fmla="*/ 0 h 15"/>
                <a:gd name="p0x1047" fmla="*/ 9435 w 18659"/>
                <a:gd name="p0y1047" fmla="*/ 15 h 15"/>
                <a:gd name="p0x1048" fmla="*/ 9405 w 18659"/>
                <a:gd name="p0y1048" fmla="*/ 15 h 15"/>
                <a:gd name="p0x1049" fmla="*/ 9405 w 18659"/>
                <a:gd name="p0y1049" fmla="*/ 0 h 15"/>
                <a:gd name="p0x1050" fmla="*/ 9450 w 18659"/>
                <a:gd name="p0y1050" fmla="*/ 0 h 15"/>
                <a:gd name="p0x1051" fmla="*/ 9480 w 18659"/>
                <a:gd name="p0y1051" fmla="*/ 0 h 15"/>
                <a:gd name="p0x1052" fmla="*/ 9480 w 18659"/>
                <a:gd name="p0y1052" fmla="*/ 15 h 15"/>
                <a:gd name="p0x1053" fmla="*/ 9450 w 18659"/>
                <a:gd name="p0y1053" fmla="*/ 15 h 15"/>
                <a:gd name="p0x1054" fmla="*/ 9450 w 18659"/>
                <a:gd name="p0y1054" fmla="*/ 0 h 15"/>
                <a:gd name="p0x1055" fmla="*/ 9495 w 18659"/>
                <a:gd name="p0y1055" fmla="*/ 0 h 15"/>
                <a:gd name="p0x1056" fmla="*/ 9525 w 18659"/>
                <a:gd name="p0y1056" fmla="*/ 0 h 15"/>
                <a:gd name="p0x1057" fmla="*/ 9525 w 18659"/>
                <a:gd name="p0y1057" fmla="*/ 15 h 15"/>
                <a:gd name="p0x1058" fmla="*/ 9495 w 18659"/>
                <a:gd name="p0y1058" fmla="*/ 15 h 15"/>
                <a:gd name="p0x1059" fmla="*/ 9495 w 18659"/>
                <a:gd name="p0y1059" fmla="*/ 0 h 15"/>
                <a:gd name="p0x1060" fmla="*/ 9540 w 18659"/>
                <a:gd name="p0y1060" fmla="*/ 0 h 15"/>
                <a:gd name="p0x1061" fmla="*/ 9570 w 18659"/>
                <a:gd name="p0y1061" fmla="*/ 0 h 15"/>
                <a:gd name="p0x1062" fmla="*/ 9570 w 18659"/>
                <a:gd name="p0y1062" fmla="*/ 15 h 15"/>
                <a:gd name="p0x1063" fmla="*/ 9540 w 18659"/>
                <a:gd name="p0y1063" fmla="*/ 15 h 15"/>
                <a:gd name="p0x1064" fmla="*/ 9540 w 18659"/>
                <a:gd name="p0y1064" fmla="*/ 0 h 15"/>
                <a:gd name="p0x1065" fmla="*/ 9585 w 18659"/>
                <a:gd name="p0y1065" fmla="*/ 0 h 15"/>
                <a:gd name="p0x1066" fmla="*/ 9615 w 18659"/>
                <a:gd name="p0y1066" fmla="*/ 0 h 15"/>
                <a:gd name="p0x1067" fmla="*/ 9615 w 18659"/>
                <a:gd name="p0y1067" fmla="*/ 15 h 15"/>
                <a:gd name="p0x1068" fmla="*/ 9585 w 18659"/>
                <a:gd name="p0y1068" fmla="*/ 15 h 15"/>
                <a:gd name="p0x1069" fmla="*/ 9585 w 18659"/>
                <a:gd name="p0y1069" fmla="*/ 0 h 15"/>
                <a:gd name="p0x1070" fmla="*/ 9630 w 18659"/>
                <a:gd name="p0y1070" fmla="*/ 0 h 15"/>
                <a:gd name="p0x1071" fmla="*/ 9660 w 18659"/>
                <a:gd name="p0y1071" fmla="*/ 0 h 15"/>
                <a:gd name="p0x1072" fmla="*/ 9660 w 18659"/>
                <a:gd name="p0y1072" fmla="*/ 15 h 15"/>
                <a:gd name="p0x1073" fmla="*/ 9630 w 18659"/>
                <a:gd name="p0y1073" fmla="*/ 15 h 15"/>
                <a:gd name="p0x1074" fmla="*/ 9630 w 18659"/>
                <a:gd name="p0y1074" fmla="*/ 0 h 15"/>
                <a:gd name="p0x1075" fmla="*/ 9675 w 18659"/>
                <a:gd name="p0y1075" fmla="*/ 0 h 15"/>
                <a:gd name="p0x1076" fmla="*/ 9705 w 18659"/>
                <a:gd name="p0y1076" fmla="*/ 0 h 15"/>
                <a:gd name="p0x1077" fmla="*/ 9705 w 18659"/>
                <a:gd name="p0y1077" fmla="*/ 15 h 15"/>
                <a:gd name="p0x1078" fmla="*/ 9675 w 18659"/>
                <a:gd name="p0y1078" fmla="*/ 15 h 15"/>
                <a:gd name="p0x1079" fmla="*/ 9675 w 18659"/>
                <a:gd name="p0y1079" fmla="*/ 0 h 15"/>
                <a:gd name="p0x1080" fmla="*/ 9720 w 18659"/>
                <a:gd name="p0y1080" fmla="*/ 0 h 15"/>
                <a:gd name="p0x1081" fmla="*/ 9750 w 18659"/>
                <a:gd name="p0y1081" fmla="*/ 0 h 15"/>
                <a:gd name="p0x1082" fmla="*/ 9750 w 18659"/>
                <a:gd name="p0y1082" fmla="*/ 15 h 15"/>
                <a:gd name="p0x1083" fmla="*/ 9720 w 18659"/>
                <a:gd name="p0y1083" fmla="*/ 15 h 15"/>
                <a:gd name="p0x1084" fmla="*/ 9720 w 18659"/>
                <a:gd name="p0y1084" fmla="*/ 0 h 15"/>
                <a:gd name="p0x1085" fmla="*/ 9765 w 18659"/>
                <a:gd name="p0y1085" fmla="*/ 0 h 15"/>
                <a:gd name="p0x1086" fmla="*/ 9795 w 18659"/>
                <a:gd name="p0y1086" fmla="*/ 0 h 15"/>
                <a:gd name="p0x1087" fmla="*/ 9795 w 18659"/>
                <a:gd name="p0y1087" fmla="*/ 15 h 15"/>
                <a:gd name="p0x1088" fmla="*/ 9765 w 18659"/>
                <a:gd name="p0y1088" fmla="*/ 15 h 15"/>
                <a:gd name="p0x1089" fmla="*/ 9765 w 18659"/>
                <a:gd name="p0y1089" fmla="*/ 0 h 15"/>
                <a:gd name="p0x1090" fmla="*/ 9810 w 18659"/>
                <a:gd name="p0y1090" fmla="*/ 0 h 15"/>
                <a:gd name="p0x1091" fmla="*/ 9840 w 18659"/>
                <a:gd name="p0y1091" fmla="*/ 0 h 15"/>
                <a:gd name="p0x1092" fmla="*/ 9840 w 18659"/>
                <a:gd name="p0y1092" fmla="*/ 15 h 15"/>
                <a:gd name="p0x1093" fmla="*/ 9810 w 18659"/>
                <a:gd name="p0y1093" fmla="*/ 15 h 15"/>
                <a:gd name="p0x1094" fmla="*/ 9810 w 18659"/>
                <a:gd name="p0y1094" fmla="*/ 0 h 15"/>
                <a:gd name="p0x1095" fmla="*/ 9855 w 18659"/>
                <a:gd name="p0y1095" fmla="*/ 0 h 15"/>
                <a:gd name="p0x1096" fmla="*/ 9884 w 18659"/>
                <a:gd name="p0y1096" fmla="*/ 0 h 15"/>
                <a:gd name="p0x1097" fmla="*/ 9885 w 18659"/>
                <a:gd name="p0y1097" fmla="*/ 15 h 15"/>
                <a:gd name="p0x1098" fmla="*/ 9855 w 18659"/>
                <a:gd name="p0y1098" fmla="*/ 15 h 15"/>
                <a:gd name="p0x1099" fmla="*/ 9855 w 18659"/>
                <a:gd name="p0y1099" fmla="*/ 0 h 15"/>
                <a:gd name="p0x1100" fmla="*/ 9900 w 18659"/>
                <a:gd name="p0y1100" fmla="*/ 0 h 15"/>
                <a:gd name="p0x1101" fmla="*/ 9930 w 18659"/>
                <a:gd name="p0y1101" fmla="*/ 0 h 15"/>
                <a:gd name="p0x1102" fmla="*/ 9930 w 18659"/>
                <a:gd name="p0y1102" fmla="*/ 15 h 15"/>
                <a:gd name="p0x1103" fmla="*/ 9900 w 18659"/>
                <a:gd name="p0y1103" fmla="*/ 15 h 15"/>
                <a:gd name="p0x1104" fmla="*/ 9900 w 18659"/>
                <a:gd name="p0y1104" fmla="*/ 0 h 15"/>
                <a:gd name="p0x1105" fmla="*/ 9945 w 18659"/>
                <a:gd name="p0y1105" fmla="*/ 0 h 15"/>
                <a:gd name="p0x1106" fmla="*/ 9975 w 18659"/>
                <a:gd name="p0y1106" fmla="*/ 0 h 15"/>
                <a:gd name="p0x1107" fmla="*/ 9975 w 18659"/>
                <a:gd name="p0y1107" fmla="*/ 15 h 15"/>
                <a:gd name="p0x1108" fmla="*/ 9945 w 18659"/>
                <a:gd name="p0y1108" fmla="*/ 15 h 15"/>
                <a:gd name="p0x1109" fmla="*/ 9945 w 18659"/>
                <a:gd name="p0y1109" fmla="*/ 0 h 15"/>
                <a:gd name="p0x1110" fmla="*/ 9990 w 18659"/>
                <a:gd name="p0y1110" fmla="*/ 0 h 15"/>
                <a:gd name="p0x1111" fmla="*/ 10019 w 18659"/>
                <a:gd name="p0y1111" fmla="*/ 0 h 15"/>
                <a:gd name="p0x1112" fmla="*/ 10020 w 18659"/>
                <a:gd name="p0y1112" fmla="*/ 15 h 15"/>
                <a:gd name="p0x1113" fmla="*/ 9990 w 18659"/>
                <a:gd name="p0y1113" fmla="*/ 15 h 15"/>
                <a:gd name="p0x1114" fmla="*/ 9990 w 18659"/>
                <a:gd name="p0y1114" fmla="*/ 0 h 15"/>
                <a:gd name="p0x1115" fmla="*/ 10035 w 18659"/>
                <a:gd name="p0y1115" fmla="*/ 0 h 15"/>
                <a:gd name="p0x1116" fmla="*/ 10065 w 18659"/>
                <a:gd name="p0y1116" fmla="*/ 0 h 15"/>
                <a:gd name="p0x1117" fmla="*/ 10065 w 18659"/>
                <a:gd name="p0y1117" fmla="*/ 15 h 15"/>
                <a:gd name="p0x1118" fmla="*/ 10035 w 18659"/>
                <a:gd name="p0y1118" fmla="*/ 15 h 15"/>
                <a:gd name="p0x1119" fmla="*/ 10035 w 18659"/>
                <a:gd name="p0y1119" fmla="*/ 0 h 15"/>
                <a:gd name="p0x1120" fmla="*/ 10080 w 18659"/>
                <a:gd name="p0y1120" fmla="*/ 0 h 15"/>
                <a:gd name="p0x1121" fmla="*/ 10110 w 18659"/>
                <a:gd name="p0y1121" fmla="*/ 0 h 15"/>
                <a:gd name="p0x1122" fmla="*/ 10110 w 18659"/>
                <a:gd name="p0y1122" fmla="*/ 15 h 15"/>
                <a:gd name="p0x1123" fmla="*/ 10080 w 18659"/>
                <a:gd name="p0y1123" fmla="*/ 15 h 15"/>
                <a:gd name="p0x1124" fmla="*/ 10080 w 18659"/>
                <a:gd name="p0y1124" fmla="*/ 0 h 15"/>
                <a:gd name="p0x1125" fmla="*/ 10125 w 18659"/>
                <a:gd name="p0y1125" fmla="*/ 0 h 15"/>
                <a:gd name="p0x1126" fmla="*/ 10154 w 18659"/>
                <a:gd name="p0y1126" fmla="*/ 0 h 15"/>
                <a:gd name="p0x1127" fmla="*/ 10155 w 18659"/>
                <a:gd name="p0y1127" fmla="*/ 15 h 15"/>
                <a:gd name="p0x1128" fmla="*/ 10125 w 18659"/>
                <a:gd name="p0y1128" fmla="*/ 15 h 15"/>
                <a:gd name="p0x1129" fmla="*/ 10125 w 18659"/>
                <a:gd name="p0y1129" fmla="*/ 0 h 15"/>
                <a:gd name="p0x1130" fmla="*/ 10170 w 18659"/>
                <a:gd name="p0y1130" fmla="*/ 0 h 15"/>
                <a:gd name="p0x1131" fmla="*/ 10200 w 18659"/>
                <a:gd name="p0y1131" fmla="*/ 0 h 15"/>
                <a:gd name="p0x1132" fmla="*/ 10200 w 18659"/>
                <a:gd name="p0y1132" fmla="*/ 15 h 15"/>
                <a:gd name="p0x1133" fmla="*/ 10170 w 18659"/>
                <a:gd name="p0y1133" fmla="*/ 15 h 15"/>
                <a:gd name="p0x1134" fmla="*/ 10170 w 18659"/>
                <a:gd name="p0y1134" fmla="*/ 0 h 15"/>
                <a:gd name="p0x1135" fmla="*/ 10215 w 18659"/>
                <a:gd name="p0y1135" fmla="*/ 0 h 15"/>
                <a:gd name="p0x1136" fmla="*/ 10245 w 18659"/>
                <a:gd name="p0y1136" fmla="*/ 0 h 15"/>
                <a:gd name="p0x1137" fmla="*/ 10245 w 18659"/>
                <a:gd name="p0y1137" fmla="*/ 15 h 15"/>
                <a:gd name="p0x1138" fmla="*/ 10215 w 18659"/>
                <a:gd name="p0y1138" fmla="*/ 15 h 15"/>
                <a:gd name="p0x1139" fmla="*/ 10215 w 18659"/>
                <a:gd name="p0y1139" fmla="*/ 0 h 15"/>
                <a:gd name="p0x1140" fmla="*/ 10260 w 18659"/>
                <a:gd name="p0y1140" fmla="*/ 0 h 15"/>
                <a:gd name="p0x1141" fmla="*/ 10289 w 18659"/>
                <a:gd name="p0y1141" fmla="*/ 0 h 15"/>
                <a:gd name="p0x1142" fmla="*/ 10290 w 18659"/>
                <a:gd name="p0y1142" fmla="*/ 15 h 15"/>
                <a:gd name="p0x1143" fmla="*/ 10260 w 18659"/>
                <a:gd name="p0y1143" fmla="*/ 15 h 15"/>
                <a:gd name="p0x1144" fmla="*/ 10260 w 18659"/>
                <a:gd name="p0y1144" fmla="*/ 0 h 15"/>
                <a:gd name="p0x1145" fmla="*/ 10305 w 18659"/>
                <a:gd name="p0y1145" fmla="*/ 0 h 15"/>
                <a:gd name="p0x1146" fmla="*/ 10335 w 18659"/>
                <a:gd name="p0y1146" fmla="*/ 0 h 15"/>
                <a:gd name="p0x1147" fmla="*/ 10335 w 18659"/>
                <a:gd name="p0y1147" fmla="*/ 15 h 15"/>
                <a:gd name="p0x1148" fmla="*/ 10305 w 18659"/>
                <a:gd name="p0y1148" fmla="*/ 15 h 15"/>
                <a:gd name="p0x1149" fmla="*/ 10305 w 18659"/>
                <a:gd name="p0y1149" fmla="*/ 0 h 15"/>
                <a:gd name="p0x1150" fmla="*/ 10350 w 18659"/>
                <a:gd name="p0y1150" fmla="*/ 0 h 15"/>
                <a:gd name="p0x1151" fmla="*/ 10380 w 18659"/>
                <a:gd name="p0y1151" fmla="*/ 0 h 15"/>
                <a:gd name="p0x1152" fmla="*/ 10380 w 18659"/>
                <a:gd name="p0y1152" fmla="*/ 15 h 15"/>
                <a:gd name="p0x1153" fmla="*/ 10350 w 18659"/>
                <a:gd name="p0y1153" fmla="*/ 15 h 15"/>
                <a:gd name="p0x1154" fmla="*/ 10350 w 18659"/>
                <a:gd name="p0y1154" fmla="*/ 0 h 15"/>
                <a:gd name="p0x1155" fmla="*/ 10395 w 18659"/>
                <a:gd name="p0y1155" fmla="*/ 0 h 15"/>
                <a:gd name="p0x1156" fmla="*/ 10425 w 18659"/>
                <a:gd name="p0y1156" fmla="*/ 0 h 15"/>
                <a:gd name="p0x1157" fmla="*/ 10425 w 18659"/>
                <a:gd name="p0y1157" fmla="*/ 15 h 15"/>
                <a:gd name="p0x1158" fmla="*/ 10395 w 18659"/>
                <a:gd name="p0y1158" fmla="*/ 15 h 15"/>
                <a:gd name="p0x1159" fmla="*/ 10395 w 18659"/>
                <a:gd name="p0y1159" fmla="*/ 0 h 15"/>
                <a:gd name="p0x1160" fmla="*/ 10440 w 18659"/>
                <a:gd name="p0y1160" fmla="*/ 0 h 15"/>
                <a:gd name="p0x1161" fmla="*/ 10470 w 18659"/>
                <a:gd name="p0y1161" fmla="*/ 0 h 15"/>
                <a:gd name="p0x1162" fmla="*/ 10470 w 18659"/>
                <a:gd name="p0y1162" fmla="*/ 15 h 15"/>
                <a:gd name="p0x1163" fmla="*/ 10440 w 18659"/>
                <a:gd name="p0y1163" fmla="*/ 15 h 15"/>
                <a:gd name="p0x1164" fmla="*/ 10440 w 18659"/>
                <a:gd name="p0y1164" fmla="*/ 0 h 15"/>
                <a:gd name="p0x1165" fmla="*/ 10485 w 18659"/>
                <a:gd name="p0y1165" fmla="*/ 0 h 15"/>
                <a:gd name="p0x1166" fmla="*/ 10515 w 18659"/>
                <a:gd name="p0y1166" fmla="*/ 0 h 15"/>
                <a:gd name="p0x1167" fmla="*/ 10515 w 18659"/>
                <a:gd name="p0y1167" fmla="*/ 15 h 15"/>
                <a:gd name="p0x1168" fmla="*/ 10485 w 18659"/>
                <a:gd name="p0y1168" fmla="*/ 15 h 15"/>
                <a:gd name="p0x1169" fmla="*/ 10485 w 18659"/>
                <a:gd name="p0y1169" fmla="*/ 0 h 15"/>
                <a:gd name="p0x1170" fmla="*/ 10530 w 18659"/>
                <a:gd name="p0y1170" fmla="*/ 0 h 15"/>
                <a:gd name="p0x1171" fmla="*/ 10560 w 18659"/>
                <a:gd name="p0y1171" fmla="*/ 0 h 15"/>
                <a:gd name="p0x1172" fmla="*/ 10560 w 18659"/>
                <a:gd name="p0y1172" fmla="*/ 15 h 15"/>
                <a:gd name="p0x1173" fmla="*/ 10530 w 18659"/>
                <a:gd name="p0y1173" fmla="*/ 15 h 15"/>
                <a:gd name="p0x1174" fmla="*/ 10530 w 18659"/>
                <a:gd name="p0y1174" fmla="*/ 0 h 15"/>
                <a:gd name="p0x1175" fmla="*/ 10575 w 18659"/>
                <a:gd name="p0y1175" fmla="*/ 0 h 15"/>
                <a:gd name="p0x1176" fmla="*/ 10605 w 18659"/>
                <a:gd name="p0y1176" fmla="*/ 0 h 15"/>
                <a:gd name="p0x1177" fmla="*/ 10605 w 18659"/>
                <a:gd name="p0y1177" fmla="*/ 15 h 15"/>
                <a:gd name="p0x1178" fmla="*/ 10575 w 18659"/>
                <a:gd name="p0y1178" fmla="*/ 15 h 15"/>
                <a:gd name="p0x1179" fmla="*/ 10575 w 18659"/>
                <a:gd name="p0y1179" fmla="*/ 0 h 15"/>
                <a:gd name="p0x1180" fmla="*/ 10620 w 18659"/>
                <a:gd name="p0y1180" fmla="*/ 0 h 15"/>
                <a:gd name="p0x1181" fmla="*/ 10650 w 18659"/>
                <a:gd name="p0y1181" fmla="*/ 0 h 15"/>
                <a:gd name="p0x1182" fmla="*/ 10650 w 18659"/>
                <a:gd name="p0y1182" fmla="*/ 15 h 15"/>
                <a:gd name="p0x1183" fmla="*/ 10620 w 18659"/>
                <a:gd name="p0y1183" fmla="*/ 15 h 15"/>
                <a:gd name="p0x1184" fmla="*/ 10620 w 18659"/>
                <a:gd name="p0y1184" fmla="*/ 0 h 15"/>
                <a:gd name="p0x1185" fmla="*/ 10665 w 18659"/>
                <a:gd name="p0y1185" fmla="*/ 0 h 15"/>
                <a:gd name="p0x1186" fmla="*/ 10695 w 18659"/>
                <a:gd name="p0y1186" fmla="*/ 0 h 15"/>
                <a:gd name="p0x1187" fmla="*/ 10695 w 18659"/>
                <a:gd name="p0y1187" fmla="*/ 15 h 15"/>
                <a:gd name="p0x1188" fmla="*/ 10665 w 18659"/>
                <a:gd name="p0y1188" fmla="*/ 15 h 15"/>
                <a:gd name="p0x1189" fmla="*/ 10665 w 18659"/>
                <a:gd name="p0y1189" fmla="*/ 0 h 15"/>
                <a:gd name="p0x1190" fmla="*/ 10710 w 18659"/>
                <a:gd name="p0y1190" fmla="*/ 0 h 15"/>
                <a:gd name="p0x1191" fmla="*/ 10740 w 18659"/>
                <a:gd name="p0y1191" fmla="*/ 0 h 15"/>
                <a:gd name="p0x1192" fmla="*/ 10740 w 18659"/>
                <a:gd name="p0y1192" fmla="*/ 15 h 15"/>
                <a:gd name="p0x1193" fmla="*/ 10710 w 18659"/>
                <a:gd name="p0y1193" fmla="*/ 15 h 15"/>
                <a:gd name="p0x1194" fmla="*/ 10710 w 18659"/>
                <a:gd name="p0y1194" fmla="*/ 0 h 15"/>
                <a:gd name="p0x1195" fmla="*/ 10755 w 18659"/>
                <a:gd name="p0y1195" fmla="*/ 0 h 15"/>
                <a:gd name="p0x1196" fmla="*/ 10785 w 18659"/>
                <a:gd name="p0y1196" fmla="*/ 0 h 15"/>
                <a:gd name="p0x1197" fmla="*/ 10785 w 18659"/>
                <a:gd name="p0y1197" fmla="*/ 15 h 15"/>
                <a:gd name="p0x1198" fmla="*/ 10755 w 18659"/>
                <a:gd name="p0y1198" fmla="*/ 15 h 15"/>
                <a:gd name="p0x1199" fmla="*/ 10755 w 18659"/>
                <a:gd name="p0y1199" fmla="*/ 0 h 15"/>
                <a:gd name="p0x1200" fmla="*/ 10800 w 18659"/>
                <a:gd name="p0y1200" fmla="*/ 0 h 15"/>
                <a:gd name="p0x1201" fmla="*/ 10830 w 18659"/>
                <a:gd name="p0y1201" fmla="*/ 0 h 15"/>
                <a:gd name="p0x1202" fmla="*/ 10830 w 18659"/>
                <a:gd name="p0y1202" fmla="*/ 15 h 15"/>
                <a:gd name="p0x1203" fmla="*/ 10800 w 18659"/>
                <a:gd name="p0y1203" fmla="*/ 15 h 15"/>
                <a:gd name="p0x1204" fmla="*/ 10800 w 18659"/>
                <a:gd name="p0y1204" fmla="*/ 0 h 15"/>
                <a:gd name="p0x1205" fmla="*/ 10845 w 18659"/>
                <a:gd name="p0y1205" fmla="*/ 0 h 15"/>
                <a:gd name="p0x1206" fmla="*/ 10875 w 18659"/>
                <a:gd name="p0y1206" fmla="*/ 0 h 15"/>
                <a:gd name="p0x1207" fmla="*/ 10875 w 18659"/>
                <a:gd name="p0y1207" fmla="*/ 15 h 15"/>
                <a:gd name="p0x1208" fmla="*/ 10845 w 18659"/>
                <a:gd name="p0y1208" fmla="*/ 15 h 15"/>
                <a:gd name="p0x1209" fmla="*/ 10845 w 18659"/>
                <a:gd name="p0y1209" fmla="*/ 0 h 15"/>
                <a:gd name="p0x1210" fmla="*/ 10890 w 18659"/>
                <a:gd name="p0y1210" fmla="*/ 0 h 15"/>
                <a:gd name="p0x1211" fmla="*/ 10920 w 18659"/>
                <a:gd name="p0y1211" fmla="*/ 0 h 15"/>
                <a:gd name="p0x1212" fmla="*/ 10920 w 18659"/>
                <a:gd name="p0y1212" fmla="*/ 15 h 15"/>
                <a:gd name="p0x1213" fmla="*/ 10890 w 18659"/>
                <a:gd name="p0y1213" fmla="*/ 15 h 15"/>
                <a:gd name="p0x1214" fmla="*/ 10890 w 18659"/>
                <a:gd name="p0y1214" fmla="*/ 0 h 15"/>
                <a:gd name="p0x1215" fmla="*/ 10935 w 18659"/>
                <a:gd name="p0y1215" fmla="*/ 0 h 15"/>
                <a:gd name="p0x1216" fmla="*/ 10965 w 18659"/>
                <a:gd name="p0y1216" fmla="*/ 0 h 15"/>
                <a:gd name="p0x1217" fmla="*/ 10965 w 18659"/>
                <a:gd name="p0y1217" fmla="*/ 15 h 15"/>
                <a:gd name="p0x1218" fmla="*/ 10935 w 18659"/>
                <a:gd name="p0y1218" fmla="*/ 15 h 15"/>
                <a:gd name="p0x1219" fmla="*/ 10935 w 18659"/>
                <a:gd name="p0y1219" fmla="*/ 0 h 15"/>
                <a:gd name="p0x1220" fmla="*/ 10980 w 18659"/>
                <a:gd name="p0y1220" fmla="*/ 0 h 15"/>
                <a:gd name="p0x1221" fmla="*/ 11010 w 18659"/>
                <a:gd name="p0y1221" fmla="*/ 0 h 15"/>
                <a:gd name="p0x1222" fmla="*/ 11010 w 18659"/>
                <a:gd name="p0y1222" fmla="*/ 15 h 15"/>
                <a:gd name="p0x1223" fmla="*/ 10980 w 18659"/>
                <a:gd name="p0y1223" fmla="*/ 15 h 15"/>
                <a:gd name="p0x1224" fmla="*/ 10980 w 18659"/>
                <a:gd name="p0y1224" fmla="*/ 0 h 15"/>
                <a:gd name="p0x1225" fmla="*/ 11025 w 18659"/>
                <a:gd name="p0y1225" fmla="*/ 0 h 15"/>
                <a:gd name="p0x1226" fmla="*/ 11055 w 18659"/>
                <a:gd name="p0y1226" fmla="*/ 0 h 15"/>
                <a:gd name="p0x1227" fmla="*/ 11055 w 18659"/>
                <a:gd name="p0y1227" fmla="*/ 15 h 15"/>
                <a:gd name="p0x1228" fmla="*/ 11025 w 18659"/>
                <a:gd name="p0y1228" fmla="*/ 15 h 15"/>
                <a:gd name="p0x1229" fmla="*/ 11025 w 18659"/>
                <a:gd name="p0y1229" fmla="*/ 0 h 15"/>
                <a:gd name="p0x1230" fmla="*/ 11070 w 18659"/>
                <a:gd name="p0y1230" fmla="*/ 0 h 15"/>
                <a:gd name="p0x1231" fmla="*/ 11100 w 18659"/>
                <a:gd name="p0y1231" fmla="*/ 0 h 15"/>
                <a:gd name="p0x1232" fmla="*/ 11100 w 18659"/>
                <a:gd name="p0y1232" fmla="*/ 15 h 15"/>
                <a:gd name="p0x1233" fmla="*/ 11070 w 18659"/>
                <a:gd name="p0y1233" fmla="*/ 15 h 15"/>
                <a:gd name="p0x1234" fmla="*/ 11070 w 18659"/>
                <a:gd name="p0y1234" fmla="*/ 0 h 15"/>
                <a:gd name="p0x1235" fmla="*/ 11115 w 18659"/>
                <a:gd name="p0y1235" fmla="*/ 0 h 15"/>
                <a:gd name="p0x1236" fmla="*/ 11145 w 18659"/>
                <a:gd name="p0y1236" fmla="*/ 0 h 15"/>
                <a:gd name="p0x1237" fmla="*/ 11145 w 18659"/>
                <a:gd name="p0y1237" fmla="*/ 15 h 15"/>
                <a:gd name="p0x1238" fmla="*/ 11115 w 18659"/>
                <a:gd name="p0y1238" fmla="*/ 15 h 15"/>
                <a:gd name="p0x1239" fmla="*/ 11115 w 18659"/>
                <a:gd name="p0y1239" fmla="*/ 0 h 15"/>
                <a:gd name="p0x1240" fmla="*/ 11160 w 18659"/>
                <a:gd name="p0y1240" fmla="*/ 0 h 15"/>
                <a:gd name="p0x1241" fmla="*/ 11190 w 18659"/>
                <a:gd name="p0y1241" fmla="*/ 0 h 15"/>
                <a:gd name="p0x1242" fmla="*/ 11190 w 18659"/>
                <a:gd name="p0y1242" fmla="*/ 15 h 15"/>
                <a:gd name="p0x1243" fmla="*/ 11160 w 18659"/>
                <a:gd name="p0y1243" fmla="*/ 15 h 15"/>
                <a:gd name="p0x1244" fmla="*/ 11160 w 18659"/>
                <a:gd name="p0y1244" fmla="*/ 0 h 15"/>
                <a:gd name="p0x1245" fmla="*/ 11205 w 18659"/>
                <a:gd name="p0y1245" fmla="*/ 0 h 15"/>
                <a:gd name="p0x1246" fmla="*/ 11235 w 18659"/>
                <a:gd name="p0y1246" fmla="*/ 0 h 15"/>
                <a:gd name="p0x1247" fmla="*/ 11235 w 18659"/>
                <a:gd name="p0y1247" fmla="*/ 15 h 15"/>
                <a:gd name="p0x1248" fmla="*/ 11205 w 18659"/>
                <a:gd name="p0y1248" fmla="*/ 15 h 15"/>
                <a:gd name="p0x1249" fmla="*/ 11205 w 18659"/>
                <a:gd name="p0y1249" fmla="*/ 0 h 15"/>
                <a:gd name="p0x1250" fmla="*/ 11250 w 18659"/>
                <a:gd name="p0y1250" fmla="*/ 0 h 15"/>
                <a:gd name="p0x1251" fmla="*/ 11280 w 18659"/>
                <a:gd name="p0y1251" fmla="*/ 0 h 15"/>
                <a:gd name="p0x1252" fmla="*/ 11280 w 18659"/>
                <a:gd name="p0y1252" fmla="*/ 15 h 15"/>
                <a:gd name="p0x1253" fmla="*/ 11250 w 18659"/>
                <a:gd name="p0y1253" fmla="*/ 15 h 15"/>
                <a:gd name="p0x1254" fmla="*/ 11250 w 18659"/>
                <a:gd name="p0y1254" fmla="*/ 0 h 15"/>
                <a:gd name="p0x1255" fmla="*/ 11295 w 18659"/>
                <a:gd name="p0y1255" fmla="*/ 0 h 15"/>
                <a:gd name="p0x1256" fmla="*/ 11325 w 18659"/>
                <a:gd name="p0y1256" fmla="*/ 0 h 15"/>
                <a:gd name="p0x1257" fmla="*/ 11325 w 18659"/>
                <a:gd name="p0y1257" fmla="*/ 15 h 15"/>
                <a:gd name="p0x1258" fmla="*/ 11295 w 18659"/>
                <a:gd name="p0y1258" fmla="*/ 15 h 15"/>
                <a:gd name="p0x1259" fmla="*/ 11295 w 18659"/>
                <a:gd name="p0y1259" fmla="*/ 0 h 15"/>
                <a:gd name="p0x1260" fmla="*/ 11340 w 18659"/>
                <a:gd name="p0y1260" fmla="*/ 0 h 15"/>
                <a:gd name="p0x1261" fmla="*/ 11370 w 18659"/>
                <a:gd name="p0y1261" fmla="*/ 0 h 15"/>
                <a:gd name="p0x1262" fmla="*/ 11370 w 18659"/>
                <a:gd name="p0y1262" fmla="*/ 15 h 15"/>
                <a:gd name="p0x1263" fmla="*/ 11340 w 18659"/>
                <a:gd name="p0y1263" fmla="*/ 15 h 15"/>
                <a:gd name="p0x1264" fmla="*/ 11340 w 18659"/>
                <a:gd name="p0y1264" fmla="*/ 0 h 15"/>
                <a:gd name="p0x1265" fmla="*/ 11385 w 18659"/>
                <a:gd name="p0y1265" fmla="*/ 0 h 15"/>
                <a:gd name="p0x1266" fmla="*/ 11415 w 18659"/>
                <a:gd name="p0y1266" fmla="*/ 0 h 15"/>
                <a:gd name="p0x1267" fmla="*/ 11415 w 18659"/>
                <a:gd name="p0y1267" fmla="*/ 15 h 15"/>
                <a:gd name="p0x1268" fmla="*/ 11385 w 18659"/>
                <a:gd name="p0y1268" fmla="*/ 15 h 15"/>
                <a:gd name="p0x1269" fmla="*/ 11385 w 18659"/>
                <a:gd name="p0y1269" fmla="*/ 0 h 15"/>
                <a:gd name="p0x1270" fmla="*/ 11430 w 18659"/>
                <a:gd name="p0y1270" fmla="*/ 0 h 15"/>
                <a:gd name="p0x1271" fmla="*/ 11460 w 18659"/>
                <a:gd name="p0y1271" fmla="*/ 0 h 15"/>
                <a:gd name="p0x1272" fmla="*/ 11460 w 18659"/>
                <a:gd name="p0y1272" fmla="*/ 15 h 15"/>
                <a:gd name="p0x1273" fmla="*/ 11430 w 18659"/>
                <a:gd name="p0y1273" fmla="*/ 15 h 15"/>
                <a:gd name="p0x1274" fmla="*/ 11430 w 18659"/>
                <a:gd name="p0y1274" fmla="*/ 0 h 15"/>
                <a:gd name="p0x1275" fmla="*/ 11475 w 18659"/>
                <a:gd name="p0y1275" fmla="*/ 0 h 15"/>
                <a:gd name="p0x1276" fmla="*/ 11505 w 18659"/>
                <a:gd name="p0y1276" fmla="*/ 0 h 15"/>
                <a:gd name="p0x1277" fmla="*/ 11505 w 18659"/>
                <a:gd name="p0y1277" fmla="*/ 15 h 15"/>
                <a:gd name="p0x1278" fmla="*/ 11475 w 18659"/>
                <a:gd name="p0y1278" fmla="*/ 15 h 15"/>
                <a:gd name="p0x1279" fmla="*/ 11475 w 18659"/>
                <a:gd name="p0y1279" fmla="*/ 0 h 15"/>
                <a:gd name="p0x1280" fmla="*/ 11520 w 18659"/>
                <a:gd name="p0y1280" fmla="*/ 0 h 15"/>
                <a:gd name="p0x1281" fmla="*/ 11550 w 18659"/>
                <a:gd name="p0y1281" fmla="*/ 0 h 15"/>
                <a:gd name="p0x1282" fmla="*/ 11550 w 18659"/>
                <a:gd name="p0y1282" fmla="*/ 15 h 15"/>
                <a:gd name="p0x1283" fmla="*/ 11520 w 18659"/>
                <a:gd name="p0y1283" fmla="*/ 15 h 15"/>
                <a:gd name="p0x1284" fmla="*/ 11520 w 18659"/>
                <a:gd name="p0y1284" fmla="*/ 0 h 15"/>
                <a:gd name="p0x1285" fmla="*/ 11565 w 18659"/>
                <a:gd name="p0y1285" fmla="*/ 0 h 15"/>
                <a:gd name="p0x1286" fmla="*/ 11595 w 18659"/>
                <a:gd name="p0y1286" fmla="*/ 0 h 15"/>
                <a:gd name="p0x1287" fmla="*/ 11595 w 18659"/>
                <a:gd name="p0y1287" fmla="*/ 15 h 15"/>
                <a:gd name="p0x1288" fmla="*/ 11565 w 18659"/>
                <a:gd name="p0y1288" fmla="*/ 15 h 15"/>
                <a:gd name="p0x1289" fmla="*/ 11565 w 18659"/>
                <a:gd name="p0y1289" fmla="*/ 0 h 15"/>
                <a:gd name="p0x1290" fmla="*/ 11610 w 18659"/>
                <a:gd name="p0y1290" fmla="*/ 0 h 15"/>
                <a:gd name="p0x1291" fmla="*/ 11640 w 18659"/>
                <a:gd name="p0y1291" fmla="*/ 0 h 15"/>
                <a:gd name="p0x1292" fmla="*/ 11640 w 18659"/>
                <a:gd name="p0y1292" fmla="*/ 15 h 15"/>
                <a:gd name="p0x1293" fmla="*/ 11610 w 18659"/>
                <a:gd name="p0y1293" fmla="*/ 15 h 15"/>
                <a:gd name="p0x1294" fmla="*/ 11610 w 18659"/>
                <a:gd name="p0y1294" fmla="*/ 0 h 15"/>
                <a:gd name="p0x1295" fmla="*/ 11655 w 18659"/>
                <a:gd name="p0y1295" fmla="*/ 0 h 15"/>
                <a:gd name="p0x1296" fmla="*/ 11685 w 18659"/>
                <a:gd name="p0y1296" fmla="*/ 0 h 15"/>
                <a:gd name="p0x1297" fmla="*/ 11685 w 18659"/>
                <a:gd name="p0y1297" fmla="*/ 15 h 15"/>
                <a:gd name="p0x1298" fmla="*/ 11655 w 18659"/>
                <a:gd name="p0y1298" fmla="*/ 15 h 15"/>
                <a:gd name="p0x1299" fmla="*/ 11655 w 18659"/>
                <a:gd name="p0y1299" fmla="*/ 0 h 15"/>
                <a:gd name="p0x1300" fmla="*/ 11699 w 18659"/>
                <a:gd name="p0y1300" fmla="*/ 0 h 15"/>
                <a:gd name="p0x1301" fmla="*/ 11730 w 18659"/>
                <a:gd name="p0y1301" fmla="*/ 0 h 15"/>
                <a:gd name="p0x1302" fmla="*/ 11730 w 18659"/>
                <a:gd name="p0y1302" fmla="*/ 15 h 15"/>
                <a:gd name="p0x1303" fmla="*/ 11700 w 18659"/>
                <a:gd name="p0y1303" fmla="*/ 15 h 15"/>
                <a:gd name="p0x1304" fmla="*/ 11699 w 18659"/>
                <a:gd name="p0y1304" fmla="*/ 0 h 15"/>
                <a:gd name="p0x1305" fmla="*/ 11745 w 18659"/>
                <a:gd name="p0y1305" fmla="*/ 0 h 15"/>
                <a:gd name="p0x1306" fmla="*/ 11775 w 18659"/>
                <a:gd name="p0y1306" fmla="*/ 0 h 15"/>
                <a:gd name="p0x1307" fmla="*/ 11775 w 18659"/>
                <a:gd name="p0y1307" fmla="*/ 15 h 15"/>
                <a:gd name="p0x1308" fmla="*/ 11745 w 18659"/>
                <a:gd name="p0y1308" fmla="*/ 15 h 15"/>
                <a:gd name="p0x1309" fmla="*/ 11745 w 18659"/>
                <a:gd name="p0y1309" fmla="*/ 0 h 15"/>
                <a:gd name="p0x1310" fmla="*/ 11790 w 18659"/>
                <a:gd name="p0y1310" fmla="*/ 0 h 15"/>
                <a:gd name="p0x1311" fmla="*/ 11820 w 18659"/>
                <a:gd name="p0y1311" fmla="*/ 0 h 15"/>
                <a:gd name="p0x1312" fmla="*/ 11820 w 18659"/>
                <a:gd name="p0y1312" fmla="*/ 15 h 15"/>
                <a:gd name="p0x1313" fmla="*/ 11790 w 18659"/>
                <a:gd name="p0y1313" fmla="*/ 15 h 15"/>
                <a:gd name="p0x1314" fmla="*/ 11790 w 18659"/>
                <a:gd name="p0y1314" fmla="*/ 0 h 15"/>
                <a:gd name="p0x1315" fmla="*/ 11834 w 18659"/>
                <a:gd name="p0y1315" fmla="*/ 0 h 15"/>
                <a:gd name="p0x1316" fmla="*/ 11865 w 18659"/>
                <a:gd name="p0y1316" fmla="*/ 0 h 15"/>
                <a:gd name="p0x1317" fmla="*/ 11865 w 18659"/>
                <a:gd name="p0y1317" fmla="*/ 15 h 15"/>
                <a:gd name="p0x1318" fmla="*/ 11835 w 18659"/>
                <a:gd name="p0y1318" fmla="*/ 15 h 15"/>
                <a:gd name="p0x1319" fmla="*/ 11834 w 18659"/>
                <a:gd name="p0y1319" fmla="*/ 0 h 15"/>
                <a:gd name="p0x1320" fmla="*/ 11880 w 18659"/>
                <a:gd name="p0y1320" fmla="*/ 0 h 15"/>
                <a:gd name="p0x1321" fmla="*/ 11910 w 18659"/>
                <a:gd name="p0y1321" fmla="*/ 0 h 15"/>
                <a:gd name="p0x1322" fmla="*/ 11910 w 18659"/>
                <a:gd name="p0y1322" fmla="*/ 15 h 15"/>
                <a:gd name="p0x1323" fmla="*/ 11880 w 18659"/>
                <a:gd name="p0y1323" fmla="*/ 15 h 15"/>
                <a:gd name="p0x1324" fmla="*/ 11880 w 18659"/>
                <a:gd name="p0y1324" fmla="*/ 0 h 15"/>
                <a:gd name="p0x1325" fmla="*/ 11925 w 18659"/>
                <a:gd name="p0y1325" fmla="*/ 0 h 15"/>
                <a:gd name="p0x1326" fmla="*/ 11955 w 18659"/>
                <a:gd name="p0y1326" fmla="*/ 0 h 15"/>
                <a:gd name="p0x1327" fmla="*/ 11955 w 18659"/>
                <a:gd name="p0y1327" fmla="*/ 15 h 15"/>
                <a:gd name="p0x1328" fmla="*/ 11925 w 18659"/>
                <a:gd name="p0y1328" fmla="*/ 15 h 15"/>
                <a:gd name="p0x1329" fmla="*/ 11925 w 18659"/>
                <a:gd name="p0y1329" fmla="*/ 0 h 15"/>
                <a:gd name="p0x1330" fmla="*/ 11969 w 18659"/>
                <a:gd name="p0y1330" fmla="*/ 0 h 15"/>
                <a:gd name="p0x1331" fmla="*/ 12000 w 18659"/>
                <a:gd name="p0y1331" fmla="*/ 0 h 15"/>
                <a:gd name="p0x1332" fmla="*/ 12000 w 18659"/>
                <a:gd name="p0y1332" fmla="*/ 15 h 15"/>
                <a:gd name="p0x1333" fmla="*/ 11969 w 18659"/>
                <a:gd name="p0y1333" fmla="*/ 15 h 15"/>
                <a:gd name="p0x1334" fmla="*/ 11969 w 18659"/>
                <a:gd name="p0y1334" fmla="*/ 0 h 15"/>
                <a:gd name="p0x1335" fmla="*/ 12015 w 18659"/>
                <a:gd name="p0y1335" fmla="*/ 0 h 15"/>
                <a:gd name="p0x1336" fmla="*/ 12045 w 18659"/>
                <a:gd name="p0y1336" fmla="*/ 0 h 15"/>
                <a:gd name="p0x1337" fmla="*/ 12045 w 18659"/>
                <a:gd name="p0y1337" fmla="*/ 15 h 15"/>
                <a:gd name="p0x1338" fmla="*/ 12015 w 18659"/>
                <a:gd name="p0y1338" fmla="*/ 15 h 15"/>
                <a:gd name="p0x1339" fmla="*/ 12015 w 18659"/>
                <a:gd name="p0y1339" fmla="*/ 0 h 15"/>
                <a:gd name="p0x1340" fmla="*/ 12060 w 18659"/>
                <a:gd name="p0y1340" fmla="*/ 0 h 15"/>
                <a:gd name="p0x1341" fmla="*/ 12090 w 18659"/>
                <a:gd name="p0y1341" fmla="*/ 0 h 15"/>
                <a:gd name="p0x1342" fmla="*/ 12090 w 18659"/>
                <a:gd name="p0y1342" fmla="*/ 15 h 15"/>
                <a:gd name="p0x1343" fmla="*/ 12060 w 18659"/>
                <a:gd name="p0y1343" fmla="*/ 15 h 15"/>
                <a:gd name="p0x1344" fmla="*/ 12060 w 18659"/>
                <a:gd name="p0y1344" fmla="*/ 0 h 15"/>
                <a:gd name="p0x1345" fmla="*/ 12104 w 18659"/>
                <a:gd name="p0y1345" fmla="*/ 0 h 15"/>
                <a:gd name="p0x1346" fmla="*/ 12135 w 18659"/>
                <a:gd name="p0y1346" fmla="*/ 0 h 15"/>
                <a:gd name="p0x1347" fmla="*/ 12135 w 18659"/>
                <a:gd name="p0y1347" fmla="*/ 15 h 15"/>
                <a:gd name="p0x1348" fmla="*/ 12105 w 18659"/>
                <a:gd name="p0y1348" fmla="*/ 15 h 15"/>
                <a:gd name="p0x1349" fmla="*/ 12104 w 18659"/>
                <a:gd name="p0y1349" fmla="*/ 0 h 15"/>
                <a:gd name="p0x1350" fmla="*/ 12150 w 18659"/>
                <a:gd name="p0y1350" fmla="*/ 0 h 15"/>
                <a:gd name="p0x1351" fmla="*/ 12180 w 18659"/>
                <a:gd name="p0y1351" fmla="*/ 0 h 15"/>
                <a:gd name="p0x1352" fmla="*/ 12180 w 18659"/>
                <a:gd name="p0y1352" fmla="*/ 15 h 15"/>
                <a:gd name="p0x1353" fmla="*/ 12150 w 18659"/>
                <a:gd name="p0y1353" fmla="*/ 15 h 15"/>
                <a:gd name="p0x1354" fmla="*/ 12150 w 18659"/>
                <a:gd name="p0y1354" fmla="*/ 0 h 15"/>
                <a:gd name="p0x1355" fmla="*/ 12195 w 18659"/>
                <a:gd name="p0y1355" fmla="*/ 0 h 15"/>
                <a:gd name="p0x1356" fmla="*/ 12225 w 18659"/>
                <a:gd name="p0y1356" fmla="*/ 0 h 15"/>
                <a:gd name="p0x1357" fmla="*/ 12225 w 18659"/>
                <a:gd name="p0y1357" fmla="*/ 15 h 15"/>
                <a:gd name="p0x1358" fmla="*/ 12195 w 18659"/>
                <a:gd name="p0y1358" fmla="*/ 15 h 15"/>
                <a:gd name="p0x1359" fmla="*/ 12195 w 18659"/>
                <a:gd name="p0y1359" fmla="*/ 0 h 15"/>
                <a:gd name="p0x1360" fmla="*/ 12240 w 18659"/>
                <a:gd name="p0y1360" fmla="*/ 0 h 15"/>
                <a:gd name="p0x1361" fmla="*/ 12270 w 18659"/>
                <a:gd name="p0y1361" fmla="*/ 0 h 15"/>
                <a:gd name="p0x1362" fmla="*/ 12270 w 18659"/>
                <a:gd name="p0y1362" fmla="*/ 15 h 15"/>
                <a:gd name="p0x1363" fmla="*/ 12240 w 18659"/>
                <a:gd name="p0y1363" fmla="*/ 15 h 15"/>
                <a:gd name="p0x1364" fmla="*/ 12240 w 18659"/>
                <a:gd name="p0y1364" fmla="*/ 0 h 15"/>
                <a:gd name="p0x1365" fmla="*/ 12285 w 18659"/>
                <a:gd name="p0y1365" fmla="*/ 0 h 15"/>
                <a:gd name="p0x1366" fmla="*/ 12315 w 18659"/>
                <a:gd name="p0y1366" fmla="*/ 0 h 15"/>
                <a:gd name="p0x1367" fmla="*/ 12315 w 18659"/>
                <a:gd name="p0y1367" fmla="*/ 15 h 15"/>
                <a:gd name="p0x1368" fmla="*/ 12285 w 18659"/>
                <a:gd name="p0y1368" fmla="*/ 15 h 15"/>
                <a:gd name="p0x1369" fmla="*/ 12285 w 18659"/>
                <a:gd name="p0y1369" fmla="*/ 0 h 15"/>
                <a:gd name="p0x1370" fmla="*/ 12330 w 18659"/>
                <a:gd name="p0y1370" fmla="*/ 0 h 15"/>
                <a:gd name="p0x1371" fmla="*/ 12360 w 18659"/>
                <a:gd name="p0y1371" fmla="*/ 0 h 15"/>
                <a:gd name="p0x1372" fmla="*/ 12360 w 18659"/>
                <a:gd name="p0y1372" fmla="*/ 15 h 15"/>
                <a:gd name="p0x1373" fmla="*/ 12330 w 18659"/>
                <a:gd name="p0y1373" fmla="*/ 15 h 15"/>
                <a:gd name="p0x1374" fmla="*/ 12330 w 18659"/>
                <a:gd name="p0y1374" fmla="*/ 0 h 15"/>
                <a:gd name="p0x1375" fmla="*/ 12375 w 18659"/>
                <a:gd name="p0y1375" fmla="*/ 0 h 15"/>
                <a:gd name="p0x1376" fmla="*/ 12405 w 18659"/>
                <a:gd name="p0y1376" fmla="*/ 0 h 15"/>
                <a:gd name="p0x1377" fmla="*/ 12405 w 18659"/>
                <a:gd name="p0y1377" fmla="*/ 15 h 15"/>
                <a:gd name="p0x1378" fmla="*/ 12375 w 18659"/>
                <a:gd name="p0y1378" fmla="*/ 15 h 15"/>
                <a:gd name="p0x1379" fmla="*/ 12375 w 18659"/>
                <a:gd name="p0y1379" fmla="*/ 0 h 15"/>
                <a:gd name="p0x1380" fmla="*/ 12420 w 18659"/>
                <a:gd name="p0y1380" fmla="*/ 0 h 15"/>
                <a:gd name="p0x1381" fmla="*/ 12450 w 18659"/>
                <a:gd name="p0y1381" fmla="*/ 0 h 15"/>
                <a:gd name="p0x1382" fmla="*/ 12450 w 18659"/>
                <a:gd name="p0y1382" fmla="*/ 15 h 15"/>
                <a:gd name="p0x1383" fmla="*/ 12420 w 18659"/>
                <a:gd name="p0y1383" fmla="*/ 15 h 15"/>
                <a:gd name="p0x1384" fmla="*/ 12420 w 18659"/>
                <a:gd name="p0y1384" fmla="*/ 0 h 15"/>
                <a:gd name="p0x1385" fmla="*/ 12465 w 18659"/>
                <a:gd name="p0y1385" fmla="*/ 0 h 15"/>
                <a:gd name="p0x1386" fmla="*/ 12495 w 18659"/>
                <a:gd name="p0y1386" fmla="*/ 0 h 15"/>
                <a:gd name="p0x1387" fmla="*/ 12495 w 18659"/>
                <a:gd name="p0y1387" fmla="*/ 15 h 15"/>
                <a:gd name="p0x1388" fmla="*/ 12465 w 18659"/>
                <a:gd name="p0y1388" fmla="*/ 15 h 15"/>
                <a:gd name="p0x1389" fmla="*/ 12465 w 18659"/>
                <a:gd name="p0y1389" fmla="*/ 0 h 15"/>
                <a:gd name="p0x1390" fmla="*/ 12510 w 18659"/>
                <a:gd name="p0y1390" fmla="*/ 0 h 15"/>
                <a:gd name="p0x1391" fmla="*/ 12540 w 18659"/>
                <a:gd name="p0y1391" fmla="*/ 0 h 15"/>
                <a:gd name="p0x1392" fmla="*/ 12540 w 18659"/>
                <a:gd name="p0y1392" fmla="*/ 15 h 15"/>
                <a:gd name="p0x1393" fmla="*/ 12510 w 18659"/>
                <a:gd name="p0y1393" fmla="*/ 15 h 15"/>
                <a:gd name="p0x1394" fmla="*/ 12510 w 18659"/>
                <a:gd name="p0y1394" fmla="*/ 0 h 15"/>
                <a:gd name="p0x1395" fmla="*/ 12555 w 18659"/>
                <a:gd name="p0y1395" fmla="*/ 0 h 15"/>
                <a:gd name="p0x1396" fmla="*/ 12585 w 18659"/>
                <a:gd name="p0y1396" fmla="*/ 0 h 15"/>
                <a:gd name="p0x1397" fmla="*/ 12585 w 18659"/>
                <a:gd name="p0y1397" fmla="*/ 15 h 15"/>
                <a:gd name="p0x1398" fmla="*/ 12555 w 18659"/>
                <a:gd name="p0y1398" fmla="*/ 15 h 15"/>
                <a:gd name="p0x1399" fmla="*/ 12555 w 18659"/>
                <a:gd name="p0y1399" fmla="*/ 0 h 15"/>
                <a:gd name="p0x1400" fmla="*/ 12600 w 18659"/>
                <a:gd name="p0y1400" fmla="*/ 0 h 15"/>
                <a:gd name="p0x1401" fmla="*/ 12630 w 18659"/>
                <a:gd name="p0y1401" fmla="*/ 0 h 15"/>
                <a:gd name="p0x1402" fmla="*/ 12630 w 18659"/>
                <a:gd name="p0y1402" fmla="*/ 15 h 15"/>
                <a:gd name="p0x1403" fmla="*/ 12600 w 18659"/>
                <a:gd name="p0y1403" fmla="*/ 15 h 15"/>
                <a:gd name="p0x1404" fmla="*/ 12600 w 18659"/>
                <a:gd name="p0y1404" fmla="*/ 0 h 15"/>
                <a:gd name="p0x1405" fmla="*/ 12645 w 18659"/>
                <a:gd name="p0y1405" fmla="*/ 0 h 15"/>
                <a:gd name="p0x1406" fmla="*/ 12674 w 18659"/>
                <a:gd name="p0y1406" fmla="*/ 0 h 15"/>
                <a:gd name="p0x1407" fmla="*/ 12674 w 18659"/>
                <a:gd name="p0y1407" fmla="*/ 15 h 15"/>
                <a:gd name="p0x1408" fmla="*/ 12645 w 18659"/>
                <a:gd name="p0y1408" fmla="*/ 15 h 15"/>
                <a:gd name="p0x1409" fmla="*/ 12645 w 18659"/>
                <a:gd name="p0y1409" fmla="*/ 0 h 15"/>
                <a:gd name="p0x1410" fmla="*/ 12690 w 18659"/>
                <a:gd name="p0y1410" fmla="*/ 0 h 15"/>
                <a:gd name="p0x1411" fmla="*/ 12720 w 18659"/>
                <a:gd name="p0y1411" fmla="*/ 0 h 15"/>
                <a:gd name="p0x1412" fmla="*/ 12720 w 18659"/>
                <a:gd name="p0y1412" fmla="*/ 15 h 15"/>
                <a:gd name="p0x1413" fmla="*/ 12690 w 18659"/>
                <a:gd name="p0y1413" fmla="*/ 15 h 15"/>
                <a:gd name="p0x1414" fmla="*/ 12690 w 18659"/>
                <a:gd name="p0y1414" fmla="*/ 0 h 15"/>
                <a:gd name="p0x1415" fmla="*/ 12735 w 18659"/>
                <a:gd name="p0y1415" fmla="*/ 0 h 15"/>
                <a:gd name="p0x1416" fmla="*/ 12765 w 18659"/>
                <a:gd name="p0y1416" fmla="*/ 0 h 15"/>
                <a:gd name="p0x1417" fmla="*/ 12765 w 18659"/>
                <a:gd name="p0y1417" fmla="*/ 15 h 15"/>
                <a:gd name="p0x1418" fmla="*/ 12735 w 18659"/>
                <a:gd name="p0y1418" fmla="*/ 15 h 15"/>
                <a:gd name="p0x1419" fmla="*/ 12735 w 18659"/>
                <a:gd name="p0y1419" fmla="*/ 0 h 15"/>
                <a:gd name="p0x1420" fmla="*/ 12780 w 18659"/>
                <a:gd name="p0y1420" fmla="*/ 0 h 15"/>
                <a:gd name="p0x1421" fmla="*/ 12809 w 18659"/>
                <a:gd name="p0y1421" fmla="*/ 0 h 15"/>
                <a:gd name="p0x1422" fmla="*/ 12810 w 18659"/>
                <a:gd name="p0y1422" fmla="*/ 15 h 15"/>
                <a:gd name="p0x1423" fmla="*/ 12780 w 18659"/>
                <a:gd name="p0y1423" fmla="*/ 15 h 15"/>
                <a:gd name="p0x1424" fmla="*/ 12780 w 18659"/>
                <a:gd name="p0y1424" fmla="*/ 0 h 15"/>
                <a:gd name="p0x1425" fmla="*/ 12825 w 18659"/>
                <a:gd name="p0y1425" fmla="*/ 0 h 15"/>
                <a:gd name="p0x1426" fmla="*/ 12855 w 18659"/>
                <a:gd name="p0y1426" fmla="*/ 0 h 15"/>
                <a:gd name="p0x1427" fmla="*/ 12855 w 18659"/>
                <a:gd name="p0y1427" fmla="*/ 15 h 15"/>
                <a:gd name="p0x1428" fmla="*/ 12825 w 18659"/>
                <a:gd name="p0y1428" fmla="*/ 15 h 15"/>
                <a:gd name="p0x1429" fmla="*/ 12825 w 18659"/>
                <a:gd name="p0y1429" fmla="*/ 0 h 15"/>
                <a:gd name="p0x1430" fmla="*/ 12870 w 18659"/>
                <a:gd name="p0y1430" fmla="*/ 0 h 15"/>
                <a:gd name="p0x1431" fmla="*/ 12900 w 18659"/>
                <a:gd name="p0y1431" fmla="*/ 0 h 15"/>
                <a:gd name="p0x1432" fmla="*/ 12900 w 18659"/>
                <a:gd name="p0y1432" fmla="*/ 15 h 15"/>
                <a:gd name="p0x1433" fmla="*/ 12870 w 18659"/>
                <a:gd name="p0y1433" fmla="*/ 15 h 15"/>
                <a:gd name="p0x1434" fmla="*/ 12870 w 18659"/>
                <a:gd name="p0y1434" fmla="*/ 0 h 15"/>
                <a:gd name="p0x1435" fmla="*/ 12915 w 18659"/>
                <a:gd name="p0y1435" fmla="*/ 0 h 15"/>
                <a:gd name="p0x1436" fmla="*/ 12944 w 18659"/>
                <a:gd name="p0y1436" fmla="*/ 0 h 15"/>
                <a:gd name="p0x1437" fmla="*/ 12945 w 18659"/>
                <a:gd name="p0y1437" fmla="*/ 15 h 15"/>
                <a:gd name="p0x1438" fmla="*/ 12915 w 18659"/>
                <a:gd name="p0y1438" fmla="*/ 15 h 15"/>
                <a:gd name="p0x1439" fmla="*/ 12915 w 18659"/>
                <a:gd name="p0y1439" fmla="*/ 0 h 15"/>
                <a:gd name="p0x1440" fmla="*/ 12960 w 18659"/>
                <a:gd name="p0y1440" fmla="*/ 0 h 15"/>
                <a:gd name="p0x1441" fmla="*/ 12990 w 18659"/>
                <a:gd name="p0y1441" fmla="*/ 0 h 15"/>
                <a:gd name="p0x1442" fmla="*/ 12990 w 18659"/>
                <a:gd name="p0y1442" fmla="*/ 15 h 15"/>
                <a:gd name="p0x1443" fmla="*/ 12960 w 18659"/>
                <a:gd name="p0y1443" fmla="*/ 15 h 15"/>
                <a:gd name="p0x1444" fmla="*/ 12960 w 18659"/>
                <a:gd name="p0y1444" fmla="*/ 0 h 15"/>
                <a:gd name="p0x1445" fmla="*/ 13005 w 18659"/>
                <a:gd name="p0y1445" fmla="*/ 0 h 15"/>
                <a:gd name="p0x1446" fmla="*/ 13035 w 18659"/>
                <a:gd name="p0y1446" fmla="*/ 0 h 15"/>
                <a:gd name="p0x1447" fmla="*/ 13035 w 18659"/>
                <a:gd name="p0y1447" fmla="*/ 15 h 15"/>
                <a:gd name="p0x1448" fmla="*/ 13005 w 18659"/>
                <a:gd name="p0y1448" fmla="*/ 15 h 15"/>
                <a:gd name="p0x1449" fmla="*/ 13005 w 18659"/>
                <a:gd name="p0y1449" fmla="*/ 0 h 15"/>
                <a:gd name="p0x1450" fmla="*/ 13050 w 18659"/>
                <a:gd name="p0y1450" fmla="*/ 0 h 15"/>
                <a:gd name="p0x1451" fmla="*/ 13079 w 18659"/>
                <a:gd name="p0y1451" fmla="*/ 0 h 15"/>
                <a:gd name="p0x1452" fmla="*/ 13080 w 18659"/>
                <a:gd name="p0y1452" fmla="*/ 15 h 15"/>
                <a:gd name="p0x1453" fmla="*/ 13050 w 18659"/>
                <a:gd name="p0y1453" fmla="*/ 15 h 15"/>
                <a:gd name="p0x1454" fmla="*/ 13050 w 18659"/>
                <a:gd name="p0y1454" fmla="*/ 0 h 15"/>
                <a:gd name="p0x1455" fmla="*/ 13095 w 18659"/>
                <a:gd name="p0y1455" fmla="*/ 0 h 15"/>
                <a:gd name="p0x1456" fmla="*/ 13125 w 18659"/>
                <a:gd name="p0y1456" fmla="*/ 0 h 15"/>
                <a:gd name="p0x1457" fmla="*/ 13125 w 18659"/>
                <a:gd name="p0y1457" fmla="*/ 15 h 15"/>
                <a:gd name="p0x1458" fmla="*/ 13095 w 18659"/>
                <a:gd name="p0y1458" fmla="*/ 15 h 15"/>
                <a:gd name="p0x1459" fmla="*/ 13095 w 18659"/>
                <a:gd name="p0y1459" fmla="*/ 0 h 15"/>
                <a:gd name="p0x1460" fmla="*/ 13140 w 18659"/>
                <a:gd name="p0y1460" fmla="*/ 0 h 15"/>
                <a:gd name="p0x1461" fmla="*/ 13170 w 18659"/>
                <a:gd name="p0y1461" fmla="*/ 0 h 15"/>
                <a:gd name="p0x1462" fmla="*/ 13170 w 18659"/>
                <a:gd name="p0y1462" fmla="*/ 15 h 15"/>
                <a:gd name="p0x1463" fmla="*/ 13140 w 18659"/>
                <a:gd name="p0y1463" fmla="*/ 15 h 15"/>
                <a:gd name="p0x1464" fmla="*/ 13140 w 18659"/>
                <a:gd name="p0y1464" fmla="*/ 0 h 15"/>
                <a:gd name="p0x1465" fmla="*/ 13185 w 18659"/>
                <a:gd name="p0y1465" fmla="*/ 0 h 15"/>
                <a:gd name="p0x1466" fmla="*/ 13215 w 18659"/>
                <a:gd name="p0y1466" fmla="*/ 0 h 15"/>
                <a:gd name="p0x1467" fmla="*/ 13215 w 18659"/>
                <a:gd name="p0y1467" fmla="*/ 15 h 15"/>
                <a:gd name="p0x1468" fmla="*/ 13185 w 18659"/>
                <a:gd name="p0y1468" fmla="*/ 15 h 15"/>
                <a:gd name="p0x1469" fmla="*/ 13185 w 18659"/>
                <a:gd name="p0y1469" fmla="*/ 0 h 15"/>
                <a:gd name="p0x1470" fmla="*/ 13230 w 18659"/>
                <a:gd name="p0y1470" fmla="*/ 0 h 15"/>
                <a:gd name="p0x1471" fmla="*/ 13260 w 18659"/>
                <a:gd name="p0y1471" fmla="*/ 0 h 15"/>
                <a:gd name="p0x1472" fmla="*/ 13260 w 18659"/>
                <a:gd name="p0y1472" fmla="*/ 15 h 15"/>
                <a:gd name="p0x1473" fmla="*/ 13230 w 18659"/>
                <a:gd name="p0y1473" fmla="*/ 15 h 15"/>
                <a:gd name="p0x1474" fmla="*/ 13230 w 18659"/>
                <a:gd name="p0y1474" fmla="*/ 0 h 15"/>
                <a:gd name="p0x1475" fmla="*/ 13275 w 18659"/>
                <a:gd name="p0y1475" fmla="*/ 0 h 15"/>
                <a:gd name="p0x1476" fmla="*/ 13305 w 18659"/>
                <a:gd name="p0y1476" fmla="*/ 0 h 15"/>
                <a:gd name="p0x1477" fmla="*/ 13305 w 18659"/>
                <a:gd name="p0y1477" fmla="*/ 15 h 15"/>
                <a:gd name="p0x1478" fmla="*/ 13275 w 18659"/>
                <a:gd name="p0y1478" fmla="*/ 15 h 15"/>
                <a:gd name="p0x1479" fmla="*/ 13275 w 18659"/>
                <a:gd name="p0y1479" fmla="*/ 0 h 15"/>
                <a:gd name="p0x1480" fmla="*/ 13320 w 18659"/>
                <a:gd name="p0y1480" fmla="*/ 0 h 15"/>
                <a:gd name="p0x1481" fmla="*/ 13350 w 18659"/>
                <a:gd name="p0y1481" fmla="*/ 0 h 15"/>
                <a:gd name="p0x1482" fmla="*/ 13350 w 18659"/>
                <a:gd name="p0y1482" fmla="*/ 15 h 15"/>
                <a:gd name="p0x1483" fmla="*/ 13320 w 18659"/>
                <a:gd name="p0y1483" fmla="*/ 15 h 15"/>
                <a:gd name="p0x1484" fmla="*/ 13320 w 18659"/>
                <a:gd name="p0y1484" fmla="*/ 0 h 15"/>
                <a:gd name="p0x1485" fmla="*/ 13365 w 18659"/>
                <a:gd name="p0y1485" fmla="*/ 0 h 15"/>
                <a:gd name="p0x1486" fmla="*/ 13395 w 18659"/>
                <a:gd name="p0y1486" fmla="*/ 0 h 15"/>
                <a:gd name="p0x1487" fmla="*/ 13395 w 18659"/>
                <a:gd name="p0y1487" fmla="*/ 15 h 15"/>
                <a:gd name="p0x1488" fmla="*/ 13365 w 18659"/>
                <a:gd name="p0y1488" fmla="*/ 15 h 15"/>
                <a:gd name="p0x1489" fmla="*/ 13365 w 18659"/>
                <a:gd name="p0y1489" fmla="*/ 0 h 15"/>
                <a:gd name="p0x1490" fmla="*/ 13410 w 18659"/>
                <a:gd name="p0y1490" fmla="*/ 0 h 15"/>
                <a:gd name="p0x1491" fmla="*/ 13440 w 18659"/>
                <a:gd name="p0y1491" fmla="*/ 0 h 15"/>
                <a:gd name="p0x1492" fmla="*/ 13440 w 18659"/>
                <a:gd name="p0y1492" fmla="*/ 15 h 15"/>
                <a:gd name="p0x1493" fmla="*/ 13410 w 18659"/>
                <a:gd name="p0y1493" fmla="*/ 15 h 15"/>
                <a:gd name="p0x1494" fmla="*/ 13410 w 18659"/>
                <a:gd name="p0y1494" fmla="*/ 0 h 15"/>
                <a:gd name="p0x1495" fmla="*/ 13455 w 18659"/>
                <a:gd name="p0y1495" fmla="*/ 0 h 15"/>
                <a:gd name="p0x1496" fmla="*/ 13485 w 18659"/>
                <a:gd name="p0y1496" fmla="*/ 0 h 15"/>
                <a:gd name="p0x1497" fmla="*/ 13485 w 18659"/>
                <a:gd name="p0y1497" fmla="*/ 15 h 15"/>
                <a:gd name="p0x1498" fmla="*/ 13455 w 18659"/>
                <a:gd name="p0y1498" fmla="*/ 15 h 15"/>
                <a:gd name="p0x1499" fmla="*/ 13455 w 18659"/>
                <a:gd name="p0y1499" fmla="*/ 0 h 15"/>
                <a:gd name="p0x1500" fmla="*/ 13500 w 18659"/>
                <a:gd name="p0y1500" fmla="*/ 0 h 15"/>
                <a:gd name="p0x1501" fmla="*/ 13530 w 18659"/>
                <a:gd name="p0y1501" fmla="*/ 0 h 15"/>
                <a:gd name="p0x1502" fmla="*/ 13530 w 18659"/>
                <a:gd name="p0y1502" fmla="*/ 15 h 15"/>
                <a:gd name="p0x1503" fmla="*/ 13500 w 18659"/>
                <a:gd name="p0y1503" fmla="*/ 15 h 15"/>
                <a:gd name="p0x1504" fmla="*/ 13500 w 18659"/>
                <a:gd name="p0y1504" fmla="*/ 0 h 15"/>
                <a:gd name="p0x1505" fmla="*/ 13545 w 18659"/>
                <a:gd name="p0y1505" fmla="*/ 0 h 15"/>
                <a:gd name="p0x1506" fmla="*/ 13575 w 18659"/>
                <a:gd name="p0y1506" fmla="*/ 0 h 15"/>
                <a:gd name="p0x1507" fmla="*/ 13575 w 18659"/>
                <a:gd name="p0y1507" fmla="*/ 15 h 15"/>
                <a:gd name="p0x1508" fmla="*/ 13545 w 18659"/>
                <a:gd name="p0y1508" fmla="*/ 15 h 15"/>
                <a:gd name="p0x1509" fmla="*/ 13545 w 18659"/>
                <a:gd name="p0y1509" fmla="*/ 0 h 15"/>
                <a:gd name="p0x1510" fmla="*/ 13590 w 18659"/>
                <a:gd name="p0y1510" fmla="*/ 0 h 15"/>
                <a:gd name="p0x1511" fmla="*/ 13620 w 18659"/>
                <a:gd name="p0y1511" fmla="*/ 0 h 15"/>
                <a:gd name="p0x1512" fmla="*/ 13620 w 18659"/>
                <a:gd name="p0y1512" fmla="*/ 15 h 15"/>
                <a:gd name="p0x1513" fmla="*/ 13590 w 18659"/>
                <a:gd name="p0y1513" fmla="*/ 15 h 15"/>
                <a:gd name="p0x1514" fmla="*/ 13590 w 18659"/>
                <a:gd name="p0y1514" fmla="*/ 0 h 15"/>
                <a:gd name="p0x1515" fmla="*/ 13635 w 18659"/>
                <a:gd name="p0y1515" fmla="*/ 0 h 15"/>
                <a:gd name="p0x1516" fmla="*/ 13665 w 18659"/>
                <a:gd name="p0y1516" fmla="*/ 0 h 15"/>
                <a:gd name="p0x1517" fmla="*/ 13665 w 18659"/>
                <a:gd name="p0y1517" fmla="*/ 15 h 15"/>
                <a:gd name="p0x1518" fmla="*/ 13635 w 18659"/>
                <a:gd name="p0y1518" fmla="*/ 15 h 15"/>
                <a:gd name="p0x1519" fmla="*/ 13635 w 18659"/>
                <a:gd name="p0y1519" fmla="*/ 0 h 15"/>
                <a:gd name="p0x1520" fmla="*/ 13680 w 18659"/>
                <a:gd name="p0y1520" fmla="*/ 0 h 15"/>
                <a:gd name="p0x1521" fmla="*/ 13710 w 18659"/>
                <a:gd name="p0y1521" fmla="*/ 0 h 15"/>
                <a:gd name="p0x1522" fmla="*/ 13710 w 18659"/>
                <a:gd name="p0y1522" fmla="*/ 15 h 15"/>
                <a:gd name="p0x1523" fmla="*/ 13680 w 18659"/>
                <a:gd name="p0y1523" fmla="*/ 15 h 15"/>
                <a:gd name="p0x1524" fmla="*/ 13680 w 18659"/>
                <a:gd name="p0y1524" fmla="*/ 0 h 15"/>
                <a:gd name="p0x1525" fmla="*/ 13725 w 18659"/>
                <a:gd name="p0y1525" fmla="*/ 0 h 15"/>
                <a:gd name="p0x1526" fmla="*/ 13755 w 18659"/>
                <a:gd name="p0y1526" fmla="*/ 0 h 15"/>
                <a:gd name="p0x1527" fmla="*/ 13755 w 18659"/>
                <a:gd name="p0y1527" fmla="*/ 15 h 15"/>
                <a:gd name="p0x1528" fmla="*/ 13725 w 18659"/>
                <a:gd name="p0y1528" fmla="*/ 15 h 15"/>
                <a:gd name="p0x1529" fmla="*/ 13725 w 18659"/>
                <a:gd name="p0y1529" fmla="*/ 0 h 15"/>
                <a:gd name="p0x1530" fmla="*/ 13770 w 18659"/>
                <a:gd name="p0y1530" fmla="*/ 0 h 15"/>
                <a:gd name="p0x1531" fmla="*/ 13800 w 18659"/>
                <a:gd name="p0y1531" fmla="*/ 0 h 15"/>
                <a:gd name="p0x1532" fmla="*/ 13800 w 18659"/>
                <a:gd name="p0y1532" fmla="*/ 15 h 15"/>
                <a:gd name="p0x1533" fmla="*/ 13770 w 18659"/>
                <a:gd name="p0y1533" fmla="*/ 15 h 15"/>
                <a:gd name="p0x1534" fmla="*/ 13770 w 18659"/>
                <a:gd name="p0y1534" fmla="*/ 0 h 15"/>
                <a:gd name="p0x1535" fmla="*/ 13815 w 18659"/>
                <a:gd name="p0y1535" fmla="*/ 0 h 15"/>
                <a:gd name="p0x1536" fmla="*/ 13845 w 18659"/>
                <a:gd name="p0y1536" fmla="*/ 0 h 15"/>
                <a:gd name="p0x1537" fmla="*/ 13845 w 18659"/>
                <a:gd name="p0y1537" fmla="*/ 15 h 15"/>
                <a:gd name="p0x1538" fmla="*/ 13815 w 18659"/>
                <a:gd name="p0y1538" fmla="*/ 15 h 15"/>
                <a:gd name="p0x1539" fmla="*/ 13815 w 18659"/>
                <a:gd name="p0y1539" fmla="*/ 0 h 15"/>
                <a:gd name="p0x1540" fmla="*/ 13860 w 18659"/>
                <a:gd name="p0y1540" fmla="*/ 0 h 15"/>
                <a:gd name="p0x1541" fmla="*/ 13889 w 18659"/>
                <a:gd name="p0y1541" fmla="*/ 0 h 15"/>
                <a:gd name="p0x1542" fmla="*/ 13889 w 18659"/>
                <a:gd name="p0y1542" fmla="*/ 15 h 15"/>
                <a:gd name="p0x1543" fmla="*/ 13860 w 18659"/>
                <a:gd name="p0y1543" fmla="*/ 15 h 15"/>
                <a:gd name="p0x1544" fmla="*/ 13860 w 18659"/>
                <a:gd name="p0y1544" fmla="*/ 0 h 15"/>
                <a:gd name="p0x1545" fmla="*/ 13905 w 18659"/>
                <a:gd name="p0y1545" fmla="*/ 0 h 15"/>
                <a:gd name="p0x1546" fmla="*/ 13935 w 18659"/>
                <a:gd name="p0y1546" fmla="*/ 0 h 15"/>
                <a:gd name="p0x1547" fmla="*/ 13935 w 18659"/>
                <a:gd name="p0y1547" fmla="*/ 15 h 15"/>
                <a:gd name="p0x1548" fmla="*/ 13905 w 18659"/>
                <a:gd name="p0y1548" fmla="*/ 15 h 15"/>
                <a:gd name="p0x1549" fmla="*/ 13905 w 18659"/>
                <a:gd name="p0y1549" fmla="*/ 0 h 15"/>
                <a:gd name="p0x1550" fmla="*/ 13950 w 18659"/>
                <a:gd name="p0y1550" fmla="*/ 0 h 15"/>
                <a:gd name="p0x1551" fmla="*/ 13980 w 18659"/>
                <a:gd name="p0y1551" fmla="*/ 0 h 15"/>
                <a:gd name="p0x1552" fmla="*/ 13980 w 18659"/>
                <a:gd name="p0y1552" fmla="*/ 15 h 15"/>
                <a:gd name="p0x1553" fmla="*/ 13950 w 18659"/>
                <a:gd name="p0y1553" fmla="*/ 15 h 15"/>
                <a:gd name="p0x1554" fmla="*/ 13950 w 18659"/>
                <a:gd name="p0y1554" fmla="*/ 0 h 15"/>
                <a:gd name="p0x1555" fmla="*/ 13995 w 18659"/>
                <a:gd name="p0y1555" fmla="*/ 0 h 15"/>
                <a:gd name="p0x1556" fmla="*/ 14025 w 18659"/>
                <a:gd name="p0y1556" fmla="*/ 0 h 15"/>
                <a:gd name="p0x1557" fmla="*/ 14025 w 18659"/>
                <a:gd name="p0y1557" fmla="*/ 15 h 15"/>
                <a:gd name="p0x1558" fmla="*/ 13995 w 18659"/>
                <a:gd name="p0y1558" fmla="*/ 15 h 15"/>
                <a:gd name="p0x1559" fmla="*/ 13995 w 18659"/>
                <a:gd name="p0y1559" fmla="*/ 0 h 15"/>
                <a:gd name="p0x1560" fmla="*/ 14040 w 18659"/>
                <a:gd name="p0y1560" fmla="*/ 0 h 15"/>
                <a:gd name="p0x1561" fmla="*/ 14070 w 18659"/>
                <a:gd name="p0y1561" fmla="*/ 0 h 15"/>
                <a:gd name="p0x1562" fmla="*/ 14070 w 18659"/>
                <a:gd name="p0y1562" fmla="*/ 15 h 15"/>
                <a:gd name="p0x1563" fmla="*/ 14040 w 18659"/>
                <a:gd name="p0y1563" fmla="*/ 15 h 15"/>
                <a:gd name="p0x1564" fmla="*/ 14040 w 18659"/>
                <a:gd name="p0y1564" fmla="*/ 0 h 15"/>
                <a:gd name="p0x1565" fmla="*/ 14085 w 18659"/>
                <a:gd name="p0y1565" fmla="*/ 0 h 15"/>
                <a:gd name="p0x1566" fmla="*/ 14115 w 18659"/>
                <a:gd name="p0y1566" fmla="*/ 0 h 15"/>
                <a:gd name="p0x1567" fmla="*/ 14115 w 18659"/>
                <a:gd name="p0y1567" fmla="*/ 15 h 15"/>
                <a:gd name="p0x1568" fmla="*/ 14085 w 18659"/>
                <a:gd name="p0y1568" fmla="*/ 15 h 15"/>
                <a:gd name="p0x1569" fmla="*/ 14085 w 18659"/>
                <a:gd name="p0y1569" fmla="*/ 0 h 15"/>
                <a:gd name="p0x1570" fmla="*/ 14130 w 18659"/>
                <a:gd name="p0y1570" fmla="*/ 0 h 15"/>
                <a:gd name="p0x1571" fmla="*/ 14160 w 18659"/>
                <a:gd name="p0y1571" fmla="*/ 0 h 15"/>
                <a:gd name="p0x1572" fmla="*/ 14160 w 18659"/>
                <a:gd name="p0y1572" fmla="*/ 15 h 15"/>
                <a:gd name="p0x1573" fmla="*/ 14130 w 18659"/>
                <a:gd name="p0y1573" fmla="*/ 15 h 15"/>
                <a:gd name="p0x1574" fmla="*/ 14130 w 18659"/>
                <a:gd name="p0y1574" fmla="*/ 0 h 15"/>
                <a:gd name="p0x1575" fmla="*/ 14175 w 18659"/>
                <a:gd name="p0y1575" fmla="*/ 0 h 15"/>
                <a:gd name="p0x1576" fmla="*/ 14205 w 18659"/>
                <a:gd name="p0y1576" fmla="*/ 0 h 15"/>
                <a:gd name="p0x1577" fmla="*/ 14205 w 18659"/>
                <a:gd name="p0y1577" fmla="*/ 15 h 15"/>
                <a:gd name="p0x1578" fmla="*/ 14175 w 18659"/>
                <a:gd name="p0y1578" fmla="*/ 15 h 15"/>
                <a:gd name="p0x1579" fmla="*/ 14175 w 18659"/>
                <a:gd name="p0y1579" fmla="*/ 0 h 15"/>
                <a:gd name="p0x1580" fmla="*/ 14220 w 18659"/>
                <a:gd name="p0y1580" fmla="*/ 0 h 15"/>
                <a:gd name="p0x1581" fmla="*/ 14250 w 18659"/>
                <a:gd name="p0y1581" fmla="*/ 0 h 15"/>
                <a:gd name="p0x1582" fmla="*/ 14250 w 18659"/>
                <a:gd name="p0y1582" fmla="*/ 15 h 15"/>
                <a:gd name="p0x1583" fmla="*/ 14220 w 18659"/>
                <a:gd name="p0y1583" fmla="*/ 15 h 15"/>
                <a:gd name="p0x1584" fmla="*/ 14220 w 18659"/>
                <a:gd name="p0y1584" fmla="*/ 0 h 15"/>
                <a:gd name="p0x1585" fmla="*/ 14265 w 18659"/>
                <a:gd name="p0y1585" fmla="*/ 0 h 15"/>
                <a:gd name="p0x1586" fmla="*/ 14295 w 18659"/>
                <a:gd name="p0y1586" fmla="*/ 0 h 15"/>
                <a:gd name="p0x1587" fmla="*/ 14295 w 18659"/>
                <a:gd name="p0y1587" fmla="*/ 15 h 15"/>
                <a:gd name="p0x1588" fmla="*/ 14265 w 18659"/>
                <a:gd name="p0y1588" fmla="*/ 15 h 15"/>
                <a:gd name="p0x1589" fmla="*/ 14265 w 18659"/>
                <a:gd name="p0y1589" fmla="*/ 0 h 15"/>
                <a:gd name="p0x1590" fmla="*/ 14310 w 18659"/>
                <a:gd name="p0y1590" fmla="*/ 0 h 15"/>
                <a:gd name="p0x1591" fmla="*/ 14340 w 18659"/>
                <a:gd name="p0y1591" fmla="*/ 0 h 15"/>
                <a:gd name="p0x1592" fmla="*/ 14340 w 18659"/>
                <a:gd name="p0y1592" fmla="*/ 15 h 15"/>
                <a:gd name="p0x1593" fmla="*/ 14310 w 18659"/>
                <a:gd name="p0y1593" fmla="*/ 15 h 15"/>
                <a:gd name="p0x1594" fmla="*/ 14310 w 18659"/>
                <a:gd name="p0y1594" fmla="*/ 0 h 15"/>
                <a:gd name="p0x1595" fmla="*/ 14355 w 18659"/>
                <a:gd name="p0y1595" fmla="*/ 0 h 15"/>
                <a:gd name="p0x1596" fmla="*/ 14385 w 18659"/>
                <a:gd name="p0y1596" fmla="*/ 0 h 15"/>
                <a:gd name="p0x1597" fmla="*/ 14385 w 18659"/>
                <a:gd name="p0y1597" fmla="*/ 15 h 15"/>
                <a:gd name="p0x1598" fmla="*/ 14355 w 18659"/>
                <a:gd name="p0y1598" fmla="*/ 15 h 15"/>
                <a:gd name="p0x1599" fmla="*/ 14355 w 18659"/>
                <a:gd name="p0y1599" fmla="*/ 0 h 15"/>
                <a:gd name="p0x1600" fmla="*/ 14400 w 18659"/>
                <a:gd name="p0y1600" fmla="*/ 0 h 15"/>
                <a:gd name="p0x1601" fmla="*/ 14430 w 18659"/>
                <a:gd name="p0y1601" fmla="*/ 0 h 15"/>
                <a:gd name="p0x1602" fmla="*/ 14430 w 18659"/>
                <a:gd name="p0y1602" fmla="*/ 15 h 15"/>
                <a:gd name="p0x1603" fmla="*/ 14400 w 18659"/>
                <a:gd name="p0y1603" fmla="*/ 15 h 15"/>
                <a:gd name="p0x1604" fmla="*/ 14400 w 18659"/>
                <a:gd name="p0y1604" fmla="*/ 0 h 15"/>
                <a:gd name="p0x1605" fmla="*/ 14445 w 18659"/>
                <a:gd name="p0y1605" fmla="*/ 0 h 15"/>
                <a:gd name="p0x1606" fmla="*/ 14475 w 18659"/>
                <a:gd name="p0y1606" fmla="*/ 0 h 15"/>
                <a:gd name="p0x1607" fmla="*/ 14475 w 18659"/>
                <a:gd name="p0y1607" fmla="*/ 15 h 15"/>
                <a:gd name="p0x1608" fmla="*/ 14445 w 18659"/>
                <a:gd name="p0y1608" fmla="*/ 15 h 15"/>
                <a:gd name="p0x1609" fmla="*/ 14445 w 18659"/>
                <a:gd name="p0y1609" fmla="*/ 0 h 15"/>
                <a:gd name="p0x1610" fmla="*/ 14489 w 18659"/>
                <a:gd name="p0y1610" fmla="*/ 0 h 15"/>
                <a:gd name="p0x1611" fmla="*/ 14520 w 18659"/>
                <a:gd name="p0y1611" fmla="*/ 0 h 15"/>
                <a:gd name="p0x1612" fmla="*/ 14520 w 18659"/>
                <a:gd name="p0y1612" fmla="*/ 15 h 15"/>
                <a:gd name="p0x1613" fmla="*/ 14490 w 18659"/>
                <a:gd name="p0y1613" fmla="*/ 15 h 15"/>
                <a:gd name="p0x1614" fmla="*/ 14489 w 18659"/>
                <a:gd name="p0y1614" fmla="*/ 0 h 15"/>
                <a:gd name="p0x1615" fmla="*/ 14535 w 18659"/>
                <a:gd name="p0y1615" fmla="*/ 0 h 15"/>
                <a:gd name="p0x1616" fmla="*/ 14565 w 18659"/>
                <a:gd name="p0y1616" fmla="*/ 0 h 15"/>
                <a:gd name="p0x1617" fmla="*/ 14565 w 18659"/>
                <a:gd name="p0y1617" fmla="*/ 15 h 15"/>
                <a:gd name="p0x1618" fmla="*/ 14535 w 18659"/>
                <a:gd name="p0y1618" fmla="*/ 15 h 15"/>
                <a:gd name="p0x1619" fmla="*/ 14535 w 18659"/>
                <a:gd name="p0y1619" fmla="*/ 0 h 15"/>
                <a:gd name="p0x1620" fmla="*/ 14580 w 18659"/>
                <a:gd name="p0y1620" fmla="*/ 0 h 15"/>
                <a:gd name="p0x1621" fmla="*/ 14610 w 18659"/>
                <a:gd name="p0y1621" fmla="*/ 0 h 15"/>
                <a:gd name="p0x1622" fmla="*/ 14610 w 18659"/>
                <a:gd name="p0y1622" fmla="*/ 15 h 15"/>
                <a:gd name="p0x1623" fmla="*/ 14580 w 18659"/>
                <a:gd name="p0y1623" fmla="*/ 15 h 15"/>
                <a:gd name="p0x1624" fmla="*/ 14580 w 18659"/>
                <a:gd name="p0y1624" fmla="*/ 0 h 15"/>
                <a:gd name="p0x1625" fmla="*/ 14624 w 18659"/>
                <a:gd name="p0y1625" fmla="*/ 0 h 15"/>
                <a:gd name="p0x1626" fmla="*/ 14655 w 18659"/>
                <a:gd name="p0y1626" fmla="*/ 0 h 15"/>
                <a:gd name="p0x1627" fmla="*/ 14655 w 18659"/>
                <a:gd name="p0y1627" fmla="*/ 15 h 15"/>
                <a:gd name="p0x1628" fmla="*/ 14625 w 18659"/>
                <a:gd name="p0y1628" fmla="*/ 15 h 15"/>
                <a:gd name="p0x1629" fmla="*/ 14624 w 18659"/>
                <a:gd name="p0y1629" fmla="*/ 0 h 15"/>
                <a:gd name="p0x1630" fmla="*/ 14670 w 18659"/>
                <a:gd name="p0y1630" fmla="*/ 0 h 15"/>
                <a:gd name="p0x1631" fmla="*/ 14700 w 18659"/>
                <a:gd name="p0y1631" fmla="*/ 0 h 15"/>
                <a:gd name="p0x1632" fmla="*/ 14700 w 18659"/>
                <a:gd name="p0y1632" fmla="*/ 15 h 15"/>
                <a:gd name="p0x1633" fmla="*/ 14670 w 18659"/>
                <a:gd name="p0y1633" fmla="*/ 15 h 15"/>
                <a:gd name="p0x1634" fmla="*/ 14670 w 18659"/>
                <a:gd name="p0y1634" fmla="*/ 0 h 15"/>
                <a:gd name="p0x1635" fmla="*/ 14715 w 18659"/>
                <a:gd name="p0y1635" fmla="*/ 0 h 15"/>
                <a:gd name="p0x1636" fmla="*/ 14745 w 18659"/>
                <a:gd name="p0y1636" fmla="*/ 0 h 15"/>
                <a:gd name="p0x1637" fmla="*/ 14745 w 18659"/>
                <a:gd name="p0y1637" fmla="*/ 15 h 15"/>
                <a:gd name="p0x1638" fmla="*/ 14715 w 18659"/>
                <a:gd name="p0y1638" fmla="*/ 15 h 15"/>
                <a:gd name="p0x1639" fmla="*/ 14715 w 18659"/>
                <a:gd name="p0y1639" fmla="*/ 0 h 15"/>
                <a:gd name="p0x1640" fmla="*/ 14759 w 18659"/>
                <a:gd name="p0y1640" fmla="*/ 0 h 15"/>
                <a:gd name="p0x1641" fmla="*/ 14790 w 18659"/>
                <a:gd name="p0y1641" fmla="*/ 0 h 15"/>
                <a:gd name="p0x1642" fmla="*/ 14790 w 18659"/>
                <a:gd name="p0y1642" fmla="*/ 15 h 15"/>
                <a:gd name="p0x1643" fmla="*/ 14760 w 18659"/>
                <a:gd name="p0y1643" fmla="*/ 15 h 15"/>
                <a:gd name="p0x1644" fmla="*/ 14759 w 18659"/>
                <a:gd name="p0y1644" fmla="*/ 0 h 15"/>
                <a:gd name="p0x1645" fmla="*/ 14805 w 18659"/>
                <a:gd name="p0y1645" fmla="*/ 0 h 15"/>
                <a:gd name="p0x1646" fmla="*/ 14835 w 18659"/>
                <a:gd name="p0y1646" fmla="*/ 0 h 15"/>
                <a:gd name="p0x1647" fmla="*/ 14835 w 18659"/>
                <a:gd name="p0y1647" fmla="*/ 15 h 15"/>
                <a:gd name="p0x1648" fmla="*/ 14805 w 18659"/>
                <a:gd name="p0y1648" fmla="*/ 15 h 15"/>
                <a:gd name="p0x1649" fmla="*/ 14805 w 18659"/>
                <a:gd name="p0y1649" fmla="*/ 0 h 15"/>
                <a:gd name="p0x1650" fmla="*/ 14850 w 18659"/>
                <a:gd name="p0y1650" fmla="*/ 0 h 15"/>
                <a:gd name="p0x1651" fmla="*/ 14880 w 18659"/>
                <a:gd name="p0y1651" fmla="*/ 0 h 15"/>
                <a:gd name="p0x1652" fmla="*/ 14880 w 18659"/>
                <a:gd name="p0y1652" fmla="*/ 15 h 15"/>
                <a:gd name="p0x1653" fmla="*/ 14850 w 18659"/>
                <a:gd name="p0y1653" fmla="*/ 15 h 15"/>
                <a:gd name="p0x1654" fmla="*/ 14850 w 18659"/>
                <a:gd name="p0y1654" fmla="*/ 0 h 15"/>
                <a:gd name="p0x1655" fmla="*/ 14894 w 18659"/>
                <a:gd name="p0y1655" fmla="*/ 0 h 15"/>
                <a:gd name="p0x1656" fmla="*/ 14925 w 18659"/>
                <a:gd name="p0y1656" fmla="*/ 0 h 15"/>
                <a:gd name="p0x1657" fmla="*/ 14925 w 18659"/>
                <a:gd name="p0y1657" fmla="*/ 15 h 15"/>
                <a:gd name="p0x1658" fmla="*/ 14895 w 18659"/>
                <a:gd name="p0y1658" fmla="*/ 15 h 15"/>
                <a:gd name="p0x1659" fmla="*/ 14894 w 18659"/>
                <a:gd name="p0y1659" fmla="*/ 0 h 15"/>
                <a:gd name="p0x1660" fmla="*/ 14940 w 18659"/>
                <a:gd name="p0y1660" fmla="*/ 0 h 15"/>
                <a:gd name="p0x1661" fmla="*/ 14969 w 18659"/>
                <a:gd name="p0y1661" fmla="*/ 0 h 15"/>
                <a:gd name="p0x1662" fmla="*/ 14969 w 18659"/>
                <a:gd name="p0y1662" fmla="*/ 15 h 15"/>
                <a:gd name="p0x1663" fmla="*/ 14940 w 18659"/>
                <a:gd name="p0y1663" fmla="*/ 15 h 15"/>
                <a:gd name="p0x1664" fmla="*/ 14940 w 18659"/>
                <a:gd name="p0y1664" fmla="*/ 0 h 15"/>
                <a:gd name="p0x1665" fmla="*/ 14985 w 18659"/>
                <a:gd name="p0y1665" fmla="*/ 0 h 15"/>
                <a:gd name="p0x1666" fmla="*/ 15015 w 18659"/>
                <a:gd name="p0y1666" fmla="*/ 0 h 15"/>
                <a:gd name="p0x1667" fmla="*/ 15015 w 18659"/>
                <a:gd name="p0y1667" fmla="*/ 15 h 15"/>
                <a:gd name="p0x1668" fmla="*/ 14985 w 18659"/>
                <a:gd name="p0y1668" fmla="*/ 15 h 15"/>
                <a:gd name="p0x1669" fmla="*/ 14985 w 18659"/>
                <a:gd name="p0y1669" fmla="*/ 0 h 15"/>
                <a:gd name="p0x1670" fmla="*/ 15030 w 18659"/>
                <a:gd name="p0y1670" fmla="*/ 0 h 15"/>
                <a:gd name="p0x1671" fmla="*/ 15060 w 18659"/>
                <a:gd name="p0y1671" fmla="*/ 0 h 15"/>
                <a:gd name="p0x1672" fmla="*/ 15060 w 18659"/>
                <a:gd name="p0y1672" fmla="*/ 15 h 15"/>
                <a:gd name="p0x1673" fmla="*/ 15030 w 18659"/>
                <a:gd name="p0y1673" fmla="*/ 15 h 15"/>
                <a:gd name="p0x1674" fmla="*/ 15030 w 18659"/>
                <a:gd name="p0y1674" fmla="*/ 0 h 15"/>
                <a:gd name="p0x1675" fmla="*/ 15075 w 18659"/>
                <a:gd name="p0y1675" fmla="*/ 0 h 15"/>
                <a:gd name="p0x1676" fmla="*/ 15105 w 18659"/>
                <a:gd name="p0y1676" fmla="*/ 0 h 15"/>
                <a:gd name="p0x1677" fmla="*/ 15105 w 18659"/>
                <a:gd name="p0y1677" fmla="*/ 15 h 15"/>
                <a:gd name="p0x1678" fmla="*/ 15075 w 18659"/>
                <a:gd name="p0y1678" fmla="*/ 15 h 15"/>
                <a:gd name="p0x1679" fmla="*/ 15075 w 18659"/>
                <a:gd name="p0y1679" fmla="*/ 0 h 15"/>
                <a:gd name="p0x1680" fmla="*/ 15120 w 18659"/>
                <a:gd name="p0y1680" fmla="*/ 0 h 15"/>
                <a:gd name="p0x1681" fmla="*/ 15150 w 18659"/>
                <a:gd name="p0y1681" fmla="*/ 0 h 15"/>
                <a:gd name="p0x1682" fmla="*/ 15150 w 18659"/>
                <a:gd name="p0y1682" fmla="*/ 15 h 15"/>
                <a:gd name="p0x1683" fmla="*/ 15120 w 18659"/>
                <a:gd name="p0y1683" fmla="*/ 15 h 15"/>
                <a:gd name="p0x1684" fmla="*/ 15120 w 18659"/>
                <a:gd name="p0y1684" fmla="*/ 0 h 15"/>
                <a:gd name="p0x1685" fmla="*/ 15165 w 18659"/>
                <a:gd name="p0y1685" fmla="*/ 0 h 15"/>
                <a:gd name="p0x1686" fmla="*/ 15195 w 18659"/>
                <a:gd name="p0y1686" fmla="*/ 0 h 15"/>
                <a:gd name="p0x1687" fmla="*/ 15195 w 18659"/>
                <a:gd name="p0y1687" fmla="*/ 15 h 15"/>
                <a:gd name="p0x1688" fmla="*/ 15165 w 18659"/>
                <a:gd name="p0y1688" fmla="*/ 15 h 15"/>
                <a:gd name="p0x1689" fmla="*/ 15165 w 18659"/>
                <a:gd name="p0y1689" fmla="*/ 0 h 15"/>
                <a:gd name="p0x1690" fmla="*/ 15210 w 18659"/>
                <a:gd name="p0y1690" fmla="*/ 0 h 15"/>
                <a:gd name="p0x1691" fmla="*/ 15240 w 18659"/>
                <a:gd name="p0y1691" fmla="*/ 0 h 15"/>
                <a:gd name="p0x1692" fmla="*/ 15240 w 18659"/>
                <a:gd name="p0y1692" fmla="*/ 15 h 15"/>
                <a:gd name="p0x1693" fmla="*/ 15210 w 18659"/>
                <a:gd name="p0y1693" fmla="*/ 15 h 15"/>
                <a:gd name="p0x1694" fmla="*/ 15210 w 18659"/>
                <a:gd name="p0y1694" fmla="*/ 0 h 15"/>
                <a:gd name="p0x1695" fmla="*/ 15255 w 18659"/>
                <a:gd name="p0y1695" fmla="*/ 0 h 15"/>
                <a:gd name="p0x1696" fmla="*/ 15285 w 18659"/>
                <a:gd name="p0y1696" fmla="*/ 0 h 15"/>
                <a:gd name="p0x1697" fmla="*/ 15285 w 18659"/>
                <a:gd name="p0y1697" fmla="*/ 15 h 15"/>
                <a:gd name="p0x1698" fmla="*/ 15255 w 18659"/>
                <a:gd name="p0y1698" fmla="*/ 15 h 15"/>
                <a:gd name="p0x1699" fmla="*/ 15255 w 18659"/>
                <a:gd name="p0y1699" fmla="*/ 0 h 15"/>
                <a:gd name="p0x1700" fmla="*/ 15300 w 18659"/>
                <a:gd name="p0y1700" fmla="*/ 0 h 15"/>
                <a:gd name="p0x1701" fmla="*/ 15330 w 18659"/>
                <a:gd name="p0y1701" fmla="*/ 0 h 15"/>
                <a:gd name="p0x1702" fmla="*/ 15330 w 18659"/>
                <a:gd name="p0y1702" fmla="*/ 15 h 15"/>
                <a:gd name="p0x1703" fmla="*/ 15300 w 18659"/>
                <a:gd name="p0y1703" fmla="*/ 15 h 15"/>
                <a:gd name="p0x1704" fmla="*/ 15300 w 18659"/>
                <a:gd name="p0y1704" fmla="*/ 0 h 15"/>
                <a:gd name="p0x1705" fmla="*/ 15345 w 18659"/>
                <a:gd name="p0y1705" fmla="*/ 0 h 15"/>
                <a:gd name="p0x1706" fmla="*/ 15375 w 18659"/>
                <a:gd name="p0y1706" fmla="*/ 0 h 15"/>
                <a:gd name="p0x1707" fmla="*/ 15375 w 18659"/>
                <a:gd name="p0y1707" fmla="*/ 15 h 15"/>
                <a:gd name="p0x1708" fmla="*/ 15345 w 18659"/>
                <a:gd name="p0y1708" fmla="*/ 15 h 15"/>
                <a:gd name="p0x1709" fmla="*/ 15345 w 18659"/>
                <a:gd name="p0y1709" fmla="*/ 0 h 15"/>
                <a:gd name="p0x1710" fmla="*/ 15390 w 18659"/>
                <a:gd name="p0y1710" fmla="*/ 0 h 15"/>
                <a:gd name="p0x1711" fmla="*/ 15420 w 18659"/>
                <a:gd name="p0y1711" fmla="*/ 0 h 15"/>
                <a:gd name="p0x1712" fmla="*/ 15420 w 18659"/>
                <a:gd name="p0y1712" fmla="*/ 15 h 15"/>
                <a:gd name="p0x1713" fmla="*/ 15390 w 18659"/>
                <a:gd name="p0y1713" fmla="*/ 15 h 15"/>
                <a:gd name="p0x1714" fmla="*/ 15390 w 18659"/>
                <a:gd name="p0y1714" fmla="*/ 0 h 15"/>
                <a:gd name="p0x1715" fmla="*/ 15435 w 18659"/>
                <a:gd name="p0y1715" fmla="*/ 0 h 15"/>
                <a:gd name="p0x1716" fmla="*/ 15464 w 18659"/>
                <a:gd name="p0y1716" fmla="*/ 0 h 15"/>
                <a:gd name="p0x1717" fmla="*/ 15465 w 18659"/>
                <a:gd name="p0y1717" fmla="*/ 15 h 15"/>
                <a:gd name="p0x1718" fmla="*/ 15435 w 18659"/>
                <a:gd name="p0y1718" fmla="*/ 15 h 15"/>
                <a:gd name="p0x1719" fmla="*/ 15435 w 18659"/>
                <a:gd name="p0y1719" fmla="*/ 0 h 15"/>
                <a:gd name="p0x1720" fmla="*/ 15480 w 18659"/>
                <a:gd name="p0y1720" fmla="*/ 0 h 15"/>
                <a:gd name="p0x1721" fmla="*/ 15510 w 18659"/>
                <a:gd name="p0y1721" fmla="*/ 0 h 15"/>
                <a:gd name="p0x1722" fmla="*/ 15510 w 18659"/>
                <a:gd name="p0y1722" fmla="*/ 15 h 15"/>
                <a:gd name="p0x1723" fmla="*/ 15480 w 18659"/>
                <a:gd name="p0y1723" fmla="*/ 15 h 15"/>
                <a:gd name="p0x1724" fmla="*/ 15480 w 18659"/>
                <a:gd name="p0y1724" fmla="*/ 0 h 15"/>
                <a:gd name="p0x1725" fmla="*/ 15525 w 18659"/>
                <a:gd name="p0y1725" fmla="*/ 0 h 15"/>
                <a:gd name="p0x1726" fmla="*/ 15555 w 18659"/>
                <a:gd name="p0y1726" fmla="*/ 0 h 15"/>
                <a:gd name="p0x1727" fmla="*/ 15555 w 18659"/>
                <a:gd name="p0y1727" fmla="*/ 15 h 15"/>
                <a:gd name="p0x1728" fmla="*/ 15525 w 18659"/>
                <a:gd name="p0y1728" fmla="*/ 15 h 15"/>
                <a:gd name="p0x1729" fmla="*/ 15525 w 18659"/>
                <a:gd name="p0y1729" fmla="*/ 0 h 15"/>
                <a:gd name="p0x1730" fmla="*/ 15569 w 18659"/>
                <a:gd name="p0y1730" fmla="*/ 0 h 15"/>
                <a:gd name="p0x1731" fmla="*/ 15599 w 18659"/>
                <a:gd name="p0y1731" fmla="*/ 0 h 15"/>
                <a:gd name="p0x1732" fmla="*/ 15600 w 18659"/>
                <a:gd name="p0y1732" fmla="*/ 15 h 15"/>
                <a:gd name="p0x1733" fmla="*/ 15569 w 18659"/>
                <a:gd name="p0y1733" fmla="*/ 15 h 15"/>
                <a:gd name="p0x1734" fmla="*/ 15569 w 18659"/>
                <a:gd name="p0y1734" fmla="*/ 0 h 15"/>
                <a:gd name="p0x1735" fmla="*/ 15615 w 18659"/>
                <a:gd name="p0y1735" fmla="*/ 0 h 15"/>
                <a:gd name="p0x1736" fmla="*/ 15645 w 18659"/>
                <a:gd name="p0y1736" fmla="*/ 0 h 15"/>
                <a:gd name="p0x1737" fmla="*/ 15645 w 18659"/>
                <a:gd name="p0y1737" fmla="*/ 15 h 15"/>
                <a:gd name="p0x1738" fmla="*/ 15615 w 18659"/>
                <a:gd name="p0y1738" fmla="*/ 15 h 15"/>
                <a:gd name="p0x1739" fmla="*/ 15615 w 18659"/>
                <a:gd name="p0y1739" fmla="*/ 0 h 15"/>
                <a:gd name="p0x1740" fmla="*/ 15660 w 18659"/>
                <a:gd name="p0y1740" fmla="*/ 0 h 15"/>
                <a:gd name="p0x1741" fmla="*/ 15690 w 18659"/>
                <a:gd name="p0y1741" fmla="*/ 0 h 15"/>
                <a:gd name="p0x1742" fmla="*/ 15690 w 18659"/>
                <a:gd name="p0y1742" fmla="*/ 15 h 15"/>
                <a:gd name="p0x1743" fmla="*/ 15660 w 18659"/>
                <a:gd name="p0y1743" fmla="*/ 15 h 15"/>
                <a:gd name="p0x1744" fmla="*/ 15660 w 18659"/>
                <a:gd name="p0y1744" fmla="*/ 0 h 15"/>
                <a:gd name="p0x1745" fmla="*/ 15705 w 18659"/>
                <a:gd name="p0y1745" fmla="*/ 0 h 15"/>
                <a:gd name="p0x1746" fmla="*/ 15734 w 18659"/>
                <a:gd name="p0y1746" fmla="*/ 0 h 15"/>
                <a:gd name="p0x1747" fmla="*/ 15734 w 18659"/>
                <a:gd name="p0y1747" fmla="*/ 15 h 15"/>
                <a:gd name="p0x1748" fmla="*/ 15705 w 18659"/>
                <a:gd name="p0y1748" fmla="*/ 15 h 15"/>
                <a:gd name="p0x1749" fmla="*/ 15705 w 18659"/>
                <a:gd name="p0y1749" fmla="*/ 0 h 15"/>
                <a:gd name="p0x1750" fmla="*/ 15750 w 18659"/>
                <a:gd name="p0y1750" fmla="*/ 0 h 15"/>
                <a:gd name="p0x1751" fmla="*/ 15780 w 18659"/>
                <a:gd name="p0y1751" fmla="*/ 0 h 15"/>
                <a:gd name="p0x1752" fmla="*/ 15780 w 18659"/>
                <a:gd name="p0y1752" fmla="*/ 15 h 15"/>
                <a:gd name="p0x1753" fmla="*/ 15750 w 18659"/>
                <a:gd name="p0y1753" fmla="*/ 15 h 15"/>
                <a:gd name="p0x1754" fmla="*/ 15750 w 18659"/>
                <a:gd name="p0y1754" fmla="*/ 0 h 15"/>
                <a:gd name="p0x1755" fmla="*/ 15795 w 18659"/>
                <a:gd name="p0y1755" fmla="*/ 0 h 15"/>
                <a:gd name="p0x1756" fmla="*/ 15825 w 18659"/>
                <a:gd name="p0y1756" fmla="*/ 0 h 15"/>
                <a:gd name="p0x1757" fmla="*/ 15825 w 18659"/>
                <a:gd name="p0y1757" fmla="*/ 15 h 15"/>
                <a:gd name="p0x1758" fmla="*/ 15795 w 18659"/>
                <a:gd name="p0y1758" fmla="*/ 15 h 15"/>
                <a:gd name="p0x1759" fmla="*/ 15795 w 18659"/>
                <a:gd name="p0y1759" fmla="*/ 0 h 15"/>
                <a:gd name="p0x1760" fmla="*/ 15840 w 18659"/>
                <a:gd name="p0y1760" fmla="*/ 0 h 15"/>
                <a:gd name="p0x1761" fmla="*/ 15869 w 18659"/>
                <a:gd name="p0y1761" fmla="*/ 0 h 15"/>
                <a:gd name="p0x1762" fmla="*/ 15870 w 18659"/>
                <a:gd name="p0y1762" fmla="*/ 15 h 15"/>
                <a:gd name="p0x1763" fmla="*/ 15840 w 18659"/>
                <a:gd name="p0y1763" fmla="*/ 15 h 15"/>
                <a:gd name="p0x1764" fmla="*/ 15840 w 18659"/>
                <a:gd name="p0y1764" fmla="*/ 0 h 15"/>
                <a:gd name="p0x1765" fmla="*/ 15885 w 18659"/>
                <a:gd name="p0y1765" fmla="*/ 0 h 15"/>
                <a:gd name="p0x1766" fmla="*/ 15915 w 18659"/>
                <a:gd name="p0y1766" fmla="*/ 0 h 15"/>
                <a:gd name="p0x1767" fmla="*/ 15915 w 18659"/>
                <a:gd name="p0y1767" fmla="*/ 15 h 15"/>
                <a:gd name="p0x1768" fmla="*/ 15885 w 18659"/>
                <a:gd name="p0y1768" fmla="*/ 15 h 15"/>
                <a:gd name="p0x1769" fmla="*/ 15885 w 18659"/>
                <a:gd name="p0y1769" fmla="*/ 0 h 15"/>
                <a:gd name="p0x1770" fmla="*/ 15930 w 18659"/>
                <a:gd name="p0y1770" fmla="*/ 0 h 15"/>
                <a:gd name="p0x1771" fmla="*/ 15960 w 18659"/>
                <a:gd name="p0y1771" fmla="*/ 0 h 15"/>
                <a:gd name="p0x1772" fmla="*/ 15960 w 18659"/>
                <a:gd name="p0y1772" fmla="*/ 15 h 15"/>
                <a:gd name="p0x1773" fmla="*/ 15930 w 18659"/>
                <a:gd name="p0y1773" fmla="*/ 15 h 15"/>
                <a:gd name="p0x1774" fmla="*/ 15930 w 18659"/>
                <a:gd name="p0y1774" fmla="*/ 0 h 15"/>
                <a:gd name="p0x1775" fmla="*/ 15975 w 18659"/>
                <a:gd name="p0y1775" fmla="*/ 0 h 15"/>
                <a:gd name="p0x1776" fmla="*/ 16005 w 18659"/>
                <a:gd name="p0y1776" fmla="*/ 0 h 15"/>
                <a:gd name="p0x1777" fmla="*/ 16004 w 18659"/>
                <a:gd name="p0y1777" fmla="*/ 15 h 15"/>
                <a:gd name="p0x1778" fmla="*/ 15975 w 18659"/>
                <a:gd name="p0y1778" fmla="*/ 15 h 15"/>
                <a:gd name="p0x1779" fmla="*/ 15975 w 18659"/>
                <a:gd name="p0y1779" fmla="*/ 0 h 15"/>
                <a:gd name="p0x1780" fmla="*/ 16020 w 18659"/>
                <a:gd name="p0y1780" fmla="*/ 0 h 15"/>
                <a:gd name="p0x1781" fmla="*/ 16050 w 18659"/>
                <a:gd name="p0y1781" fmla="*/ 0 h 15"/>
                <a:gd name="p0x1782" fmla="*/ 16050 w 18659"/>
                <a:gd name="p0y1782" fmla="*/ 15 h 15"/>
                <a:gd name="p0x1783" fmla="*/ 16020 w 18659"/>
                <a:gd name="p0y1783" fmla="*/ 15 h 15"/>
                <a:gd name="p0x1784" fmla="*/ 16020 w 18659"/>
                <a:gd name="p0y1784" fmla="*/ 0 h 15"/>
                <a:gd name="p0x1785" fmla="*/ 16065 w 18659"/>
                <a:gd name="p0y1785" fmla="*/ 0 h 15"/>
                <a:gd name="p0x1786" fmla="*/ 16095 w 18659"/>
                <a:gd name="p0y1786" fmla="*/ 0 h 15"/>
                <a:gd name="p0x1787" fmla="*/ 16095 w 18659"/>
                <a:gd name="p0y1787" fmla="*/ 15 h 15"/>
                <a:gd name="p0x1788" fmla="*/ 16065 w 18659"/>
                <a:gd name="p0y1788" fmla="*/ 15 h 15"/>
                <a:gd name="p0x1789" fmla="*/ 16065 w 18659"/>
                <a:gd name="p0y1789" fmla="*/ 0 h 15"/>
                <a:gd name="p0x1790" fmla="*/ 16110 w 18659"/>
                <a:gd name="p0y1790" fmla="*/ 0 h 15"/>
                <a:gd name="p0x1791" fmla="*/ 16140 w 18659"/>
                <a:gd name="p0y1791" fmla="*/ 0 h 15"/>
                <a:gd name="p0x1792" fmla="*/ 16140 w 18659"/>
                <a:gd name="p0y1792" fmla="*/ 15 h 15"/>
                <a:gd name="p0x1793" fmla="*/ 16110 w 18659"/>
                <a:gd name="p0y1793" fmla="*/ 15 h 15"/>
                <a:gd name="p0x1794" fmla="*/ 16110 w 18659"/>
                <a:gd name="p0y1794" fmla="*/ 0 h 15"/>
                <a:gd name="p0x1795" fmla="*/ 16155 w 18659"/>
                <a:gd name="p0y1795" fmla="*/ 0 h 15"/>
                <a:gd name="p0x1796" fmla="*/ 16185 w 18659"/>
                <a:gd name="p0y1796" fmla="*/ 0 h 15"/>
                <a:gd name="p0x1797" fmla="*/ 16185 w 18659"/>
                <a:gd name="p0y1797" fmla="*/ 15 h 15"/>
                <a:gd name="p0x1798" fmla="*/ 16155 w 18659"/>
                <a:gd name="p0y1798" fmla="*/ 15 h 15"/>
                <a:gd name="p0x1799" fmla="*/ 16155 w 18659"/>
                <a:gd name="p0y1799" fmla="*/ 0 h 15"/>
                <a:gd name="p0x1800" fmla="*/ 16200 w 18659"/>
                <a:gd name="p0y1800" fmla="*/ 0 h 15"/>
                <a:gd name="p0x1801" fmla="*/ 16230 w 18659"/>
                <a:gd name="p0y1801" fmla="*/ 0 h 15"/>
                <a:gd name="p0x1802" fmla="*/ 16230 w 18659"/>
                <a:gd name="p0y1802" fmla="*/ 15 h 15"/>
                <a:gd name="p0x1803" fmla="*/ 16200 w 18659"/>
                <a:gd name="p0y1803" fmla="*/ 15 h 15"/>
                <a:gd name="p0x1804" fmla="*/ 16200 w 18659"/>
                <a:gd name="p0y1804" fmla="*/ 0 h 15"/>
                <a:gd name="p0x1805" fmla="*/ 16245 w 18659"/>
                <a:gd name="p0y1805" fmla="*/ 0 h 15"/>
                <a:gd name="p0x1806" fmla="*/ 16275 w 18659"/>
                <a:gd name="p0y1806" fmla="*/ 0 h 15"/>
                <a:gd name="p0x1807" fmla="*/ 16275 w 18659"/>
                <a:gd name="p0y1807" fmla="*/ 15 h 15"/>
                <a:gd name="p0x1808" fmla="*/ 16245 w 18659"/>
                <a:gd name="p0y1808" fmla="*/ 15 h 15"/>
                <a:gd name="p0x1809" fmla="*/ 16245 w 18659"/>
                <a:gd name="p0y1809" fmla="*/ 0 h 15"/>
                <a:gd name="p0x1810" fmla="*/ 16290 w 18659"/>
                <a:gd name="p0y1810" fmla="*/ 0 h 15"/>
                <a:gd name="p0x1811" fmla="*/ 16320 w 18659"/>
                <a:gd name="p0y1811" fmla="*/ 0 h 15"/>
                <a:gd name="p0x1812" fmla="*/ 16320 w 18659"/>
                <a:gd name="p0y1812" fmla="*/ 15 h 15"/>
                <a:gd name="p0x1813" fmla="*/ 16290 w 18659"/>
                <a:gd name="p0y1813" fmla="*/ 15 h 15"/>
                <a:gd name="p0x1814" fmla="*/ 16290 w 18659"/>
                <a:gd name="p0y1814" fmla="*/ 0 h 15"/>
                <a:gd name="p0x1815" fmla="*/ 16335 w 18659"/>
                <a:gd name="p0y1815" fmla="*/ 0 h 15"/>
                <a:gd name="p0x1816" fmla="*/ 16365 w 18659"/>
                <a:gd name="p0y1816" fmla="*/ 0 h 15"/>
                <a:gd name="p0x1817" fmla="*/ 16365 w 18659"/>
                <a:gd name="p0y1817" fmla="*/ 15 h 15"/>
                <a:gd name="p0x1818" fmla="*/ 16335 w 18659"/>
                <a:gd name="p0y1818" fmla="*/ 15 h 15"/>
                <a:gd name="p0x1819" fmla="*/ 16335 w 18659"/>
                <a:gd name="p0y1819" fmla="*/ 0 h 15"/>
                <a:gd name="p0x1820" fmla="*/ 16380 w 18659"/>
                <a:gd name="p0y1820" fmla="*/ 0 h 15"/>
                <a:gd name="p0x1821" fmla="*/ 16410 w 18659"/>
                <a:gd name="p0y1821" fmla="*/ 0 h 15"/>
                <a:gd name="p0x1822" fmla="*/ 16410 w 18659"/>
                <a:gd name="p0y1822" fmla="*/ 15 h 15"/>
                <a:gd name="p0x1823" fmla="*/ 16380 w 18659"/>
                <a:gd name="p0y1823" fmla="*/ 15 h 15"/>
                <a:gd name="p0x1824" fmla="*/ 16380 w 18659"/>
                <a:gd name="p0y1824" fmla="*/ 0 h 15"/>
                <a:gd name="p0x1825" fmla="*/ 16425 w 18659"/>
                <a:gd name="p0y1825" fmla="*/ 0 h 15"/>
                <a:gd name="p0x1826" fmla="*/ 16455 w 18659"/>
                <a:gd name="p0y1826" fmla="*/ 0 h 15"/>
                <a:gd name="p0x1827" fmla="*/ 16455 w 18659"/>
                <a:gd name="p0y1827" fmla="*/ 15 h 15"/>
                <a:gd name="p0x1828" fmla="*/ 16425 w 18659"/>
                <a:gd name="p0y1828" fmla="*/ 15 h 15"/>
                <a:gd name="p0x1829" fmla="*/ 16425 w 18659"/>
                <a:gd name="p0y1829" fmla="*/ 0 h 15"/>
                <a:gd name="p0x1830" fmla="*/ 16470 w 18659"/>
                <a:gd name="p0y1830" fmla="*/ 0 h 15"/>
                <a:gd name="p0x1831" fmla="*/ 16500 w 18659"/>
                <a:gd name="p0y1831" fmla="*/ 0 h 15"/>
                <a:gd name="p0x1832" fmla="*/ 16500 w 18659"/>
                <a:gd name="p0y1832" fmla="*/ 15 h 15"/>
                <a:gd name="p0x1833" fmla="*/ 16470 w 18659"/>
                <a:gd name="p0y1833" fmla="*/ 15 h 15"/>
                <a:gd name="p0x1834" fmla="*/ 16470 w 18659"/>
                <a:gd name="p0y1834" fmla="*/ 0 h 15"/>
                <a:gd name="p0x1835" fmla="*/ 16515 w 18659"/>
                <a:gd name="p0y1835" fmla="*/ 0 h 15"/>
                <a:gd name="p0x1836" fmla="*/ 16545 w 18659"/>
                <a:gd name="p0y1836" fmla="*/ 0 h 15"/>
                <a:gd name="p0x1837" fmla="*/ 16545 w 18659"/>
                <a:gd name="p0y1837" fmla="*/ 15 h 15"/>
                <a:gd name="p0x1838" fmla="*/ 16515 w 18659"/>
                <a:gd name="p0y1838" fmla="*/ 15 h 15"/>
                <a:gd name="p0x1839" fmla="*/ 16515 w 18659"/>
                <a:gd name="p0y1839" fmla="*/ 0 h 15"/>
                <a:gd name="p0x1840" fmla="*/ 16560 w 18659"/>
                <a:gd name="p0y1840" fmla="*/ 0 h 15"/>
                <a:gd name="p0x1841" fmla="*/ 16590 w 18659"/>
                <a:gd name="p0y1841" fmla="*/ 0 h 15"/>
                <a:gd name="p0x1842" fmla="*/ 16590 w 18659"/>
                <a:gd name="p0y1842" fmla="*/ 15 h 15"/>
                <a:gd name="p0x1843" fmla="*/ 16560 w 18659"/>
                <a:gd name="p0y1843" fmla="*/ 15 h 15"/>
                <a:gd name="p0x1844" fmla="*/ 16560 w 18659"/>
                <a:gd name="p0y1844" fmla="*/ 0 h 15"/>
                <a:gd name="p0x1845" fmla="*/ 16605 w 18659"/>
                <a:gd name="p0y1845" fmla="*/ 0 h 15"/>
                <a:gd name="p0x1846" fmla="*/ 16635 w 18659"/>
                <a:gd name="p0y1846" fmla="*/ 0 h 15"/>
                <a:gd name="p0x1847" fmla="*/ 16635 w 18659"/>
                <a:gd name="p0y1847" fmla="*/ 15 h 15"/>
                <a:gd name="p0x1848" fmla="*/ 16605 w 18659"/>
                <a:gd name="p0y1848" fmla="*/ 15 h 15"/>
                <a:gd name="p0x1849" fmla="*/ 16605 w 18659"/>
                <a:gd name="p0y1849" fmla="*/ 0 h 15"/>
                <a:gd name="p0x1850" fmla="*/ 16650 w 18659"/>
                <a:gd name="p0y1850" fmla="*/ 0 h 15"/>
                <a:gd name="p0x1851" fmla="*/ 16680 w 18659"/>
                <a:gd name="p0y1851" fmla="*/ 0 h 15"/>
                <a:gd name="p0x1852" fmla="*/ 16680 w 18659"/>
                <a:gd name="p0y1852" fmla="*/ 15 h 15"/>
                <a:gd name="p0x1853" fmla="*/ 16650 w 18659"/>
                <a:gd name="p0y1853" fmla="*/ 15 h 15"/>
                <a:gd name="p0x1854" fmla="*/ 16650 w 18659"/>
                <a:gd name="p0y1854" fmla="*/ 0 h 15"/>
                <a:gd name="p0x1855" fmla="*/ 16695 w 18659"/>
                <a:gd name="p0y1855" fmla="*/ 0 h 15"/>
                <a:gd name="p0x1856" fmla="*/ 16725 w 18659"/>
                <a:gd name="p0y1856" fmla="*/ 0 h 15"/>
                <a:gd name="p0x1857" fmla="*/ 16725 w 18659"/>
                <a:gd name="p0y1857" fmla="*/ 15 h 15"/>
                <a:gd name="p0x1858" fmla="*/ 16695 w 18659"/>
                <a:gd name="p0y1858" fmla="*/ 15 h 15"/>
                <a:gd name="p0x1859" fmla="*/ 16695 w 18659"/>
                <a:gd name="p0y1859" fmla="*/ 0 h 15"/>
                <a:gd name="p0x1860" fmla="*/ 16740 w 18659"/>
                <a:gd name="p0y1860" fmla="*/ 0 h 15"/>
                <a:gd name="p0x1861" fmla="*/ 16770 w 18659"/>
                <a:gd name="p0y1861" fmla="*/ 0 h 15"/>
                <a:gd name="p0x1862" fmla="*/ 16770 w 18659"/>
                <a:gd name="p0y1862" fmla="*/ 15 h 15"/>
                <a:gd name="p0x1863" fmla="*/ 16740 w 18659"/>
                <a:gd name="p0y1863" fmla="*/ 15 h 15"/>
                <a:gd name="p0x1864" fmla="*/ 16740 w 18659"/>
                <a:gd name="p0y1864" fmla="*/ 0 h 15"/>
                <a:gd name="p0x1865" fmla="*/ 16785 w 18659"/>
                <a:gd name="p0y1865" fmla="*/ 0 h 15"/>
                <a:gd name="p0x1866" fmla="*/ 16815 w 18659"/>
                <a:gd name="p0y1866" fmla="*/ 0 h 15"/>
                <a:gd name="p0x1867" fmla="*/ 16815 w 18659"/>
                <a:gd name="p0y1867" fmla="*/ 15 h 15"/>
                <a:gd name="p0x1868" fmla="*/ 16785 w 18659"/>
                <a:gd name="p0y1868" fmla="*/ 15 h 15"/>
                <a:gd name="p0x1869" fmla="*/ 16785 w 18659"/>
                <a:gd name="p0y1869" fmla="*/ 0 h 15"/>
                <a:gd name="p0x1870" fmla="*/ 16830 w 18659"/>
                <a:gd name="p0y1870" fmla="*/ 0 h 15"/>
                <a:gd name="p0x1871" fmla="*/ 16860 w 18659"/>
                <a:gd name="p0y1871" fmla="*/ 0 h 15"/>
                <a:gd name="p0x1872" fmla="*/ 16860 w 18659"/>
                <a:gd name="p0y1872" fmla="*/ 15 h 15"/>
                <a:gd name="p0x1873" fmla="*/ 16830 w 18659"/>
                <a:gd name="p0y1873" fmla="*/ 15 h 15"/>
                <a:gd name="p0x1874" fmla="*/ 16830 w 18659"/>
                <a:gd name="p0y1874" fmla="*/ 0 h 15"/>
                <a:gd name="p0x1875" fmla="*/ 16875 w 18659"/>
                <a:gd name="p0y1875" fmla="*/ 0 h 15"/>
                <a:gd name="p0x1876" fmla="*/ 16905 w 18659"/>
                <a:gd name="p0y1876" fmla="*/ 0 h 15"/>
                <a:gd name="p0x1877" fmla="*/ 16905 w 18659"/>
                <a:gd name="p0y1877" fmla="*/ 15 h 15"/>
                <a:gd name="p0x1878" fmla="*/ 16875 w 18659"/>
                <a:gd name="p0y1878" fmla="*/ 15 h 15"/>
                <a:gd name="p0x1879" fmla="*/ 16875 w 18659"/>
                <a:gd name="p0y1879" fmla="*/ 0 h 15"/>
                <a:gd name="p0x1880" fmla="*/ 16920 w 18659"/>
                <a:gd name="p0y1880" fmla="*/ 0 h 15"/>
                <a:gd name="p0x1881" fmla="*/ 16950 w 18659"/>
                <a:gd name="p0y1881" fmla="*/ 0 h 15"/>
                <a:gd name="p0x1882" fmla="*/ 16950 w 18659"/>
                <a:gd name="p0y1882" fmla="*/ 15 h 15"/>
                <a:gd name="p0x1883" fmla="*/ 16920 w 18659"/>
                <a:gd name="p0y1883" fmla="*/ 15 h 15"/>
                <a:gd name="p0x1884" fmla="*/ 16920 w 18659"/>
                <a:gd name="p0y1884" fmla="*/ 0 h 15"/>
                <a:gd name="p0x1885" fmla="*/ 16965 w 18659"/>
                <a:gd name="p0y1885" fmla="*/ 0 h 15"/>
                <a:gd name="p0x1886" fmla="*/ 16995 w 18659"/>
                <a:gd name="p0y1886" fmla="*/ 0 h 15"/>
                <a:gd name="p0x1887" fmla="*/ 16995 w 18659"/>
                <a:gd name="p0y1887" fmla="*/ 15 h 15"/>
                <a:gd name="p0x1888" fmla="*/ 16965 w 18659"/>
                <a:gd name="p0y1888" fmla="*/ 15 h 15"/>
                <a:gd name="p0x1889" fmla="*/ 16965 w 18659"/>
                <a:gd name="p0y1889" fmla="*/ 0 h 15"/>
                <a:gd name="p0x1890" fmla="*/ 17010 w 18659"/>
                <a:gd name="p0y1890" fmla="*/ 0 h 15"/>
                <a:gd name="p0x1891" fmla="*/ 17040 w 18659"/>
                <a:gd name="p0y1891" fmla="*/ 0 h 15"/>
                <a:gd name="p0x1892" fmla="*/ 17040 w 18659"/>
                <a:gd name="p0y1892" fmla="*/ 15 h 15"/>
                <a:gd name="p0x1893" fmla="*/ 17010 w 18659"/>
                <a:gd name="p0y1893" fmla="*/ 15 h 15"/>
                <a:gd name="p0x1894" fmla="*/ 17010 w 18659"/>
                <a:gd name="p0y1894" fmla="*/ 0 h 15"/>
                <a:gd name="p0x1895" fmla="*/ 17055 w 18659"/>
                <a:gd name="p0y1895" fmla="*/ 0 h 15"/>
                <a:gd name="p0x1896" fmla="*/ 17085 w 18659"/>
                <a:gd name="p0y1896" fmla="*/ 0 h 15"/>
                <a:gd name="p0x1897" fmla="*/ 17085 w 18659"/>
                <a:gd name="p0y1897" fmla="*/ 15 h 15"/>
                <a:gd name="p0x1898" fmla="*/ 17055 w 18659"/>
                <a:gd name="p0y1898" fmla="*/ 15 h 15"/>
                <a:gd name="p0x1899" fmla="*/ 17055 w 18659"/>
                <a:gd name="p0y1899" fmla="*/ 0 h 15"/>
                <a:gd name="p0x1900" fmla="*/ 17100 w 18659"/>
                <a:gd name="p0y1900" fmla="*/ 0 h 15"/>
                <a:gd name="p0x1901" fmla="*/ 17130 w 18659"/>
                <a:gd name="p0y1901" fmla="*/ 0 h 15"/>
                <a:gd name="p0x1902" fmla="*/ 17130 w 18659"/>
                <a:gd name="p0y1902" fmla="*/ 15 h 15"/>
                <a:gd name="p0x1903" fmla="*/ 17100 w 18659"/>
                <a:gd name="p0y1903" fmla="*/ 15 h 15"/>
                <a:gd name="p0x1904" fmla="*/ 17100 w 18659"/>
                <a:gd name="p0y1904" fmla="*/ 0 h 15"/>
                <a:gd name="p0x1905" fmla="*/ 17145 w 18659"/>
                <a:gd name="p0y1905" fmla="*/ 0 h 15"/>
                <a:gd name="p0x1906" fmla="*/ 17175 w 18659"/>
                <a:gd name="p0y1906" fmla="*/ 0 h 15"/>
                <a:gd name="p0x1907" fmla="*/ 17175 w 18659"/>
                <a:gd name="p0y1907" fmla="*/ 15 h 15"/>
                <a:gd name="p0x1908" fmla="*/ 17145 w 18659"/>
                <a:gd name="p0y1908" fmla="*/ 15 h 15"/>
                <a:gd name="p0x1909" fmla="*/ 17145 w 18659"/>
                <a:gd name="p0y1909" fmla="*/ 0 h 15"/>
                <a:gd name="p0x1910" fmla="*/ 17190 w 18659"/>
                <a:gd name="p0y1910" fmla="*/ 0 h 15"/>
                <a:gd name="p0x1911" fmla="*/ 17220 w 18659"/>
                <a:gd name="p0y1911" fmla="*/ 0 h 15"/>
                <a:gd name="p0x1912" fmla="*/ 17220 w 18659"/>
                <a:gd name="p0y1912" fmla="*/ 15 h 15"/>
                <a:gd name="p0x1913" fmla="*/ 17190 w 18659"/>
                <a:gd name="p0y1913" fmla="*/ 15 h 15"/>
                <a:gd name="p0x1914" fmla="*/ 17190 w 18659"/>
                <a:gd name="p0y1914" fmla="*/ 0 h 15"/>
                <a:gd name="p0x1915" fmla="*/ 17235 w 18659"/>
                <a:gd name="p0y1915" fmla="*/ 0 h 15"/>
                <a:gd name="p0x1916" fmla="*/ 17265 w 18659"/>
                <a:gd name="p0y1916" fmla="*/ 0 h 15"/>
                <a:gd name="p0x1917" fmla="*/ 17265 w 18659"/>
                <a:gd name="p0y1917" fmla="*/ 15 h 15"/>
                <a:gd name="p0x1918" fmla="*/ 17235 w 18659"/>
                <a:gd name="p0y1918" fmla="*/ 15 h 15"/>
                <a:gd name="p0x1919" fmla="*/ 17235 w 18659"/>
                <a:gd name="p0y1919" fmla="*/ 0 h 15"/>
                <a:gd name="p0x1920" fmla="*/ 17280 w 18659"/>
                <a:gd name="p0y1920" fmla="*/ 0 h 15"/>
                <a:gd name="p0x1921" fmla="*/ 17310 w 18659"/>
                <a:gd name="p0y1921" fmla="*/ 0 h 15"/>
                <a:gd name="p0x1922" fmla="*/ 17310 w 18659"/>
                <a:gd name="p0y1922" fmla="*/ 15 h 15"/>
                <a:gd name="p0x1923" fmla="*/ 17280 w 18659"/>
                <a:gd name="p0y1923" fmla="*/ 15 h 15"/>
                <a:gd name="p0x1924" fmla="*/ 17280 w 18659"/>
                <a:gd name="p0y1924" fmla="*/ 0 h 15"/>
                <a:gd name="p0x1925" fmla="*/ 17325 w 18659"/>
                <a:gd name="p0y1925" fmla="*/ 0 h 15"/>
                <a:gd name="p0x1926" fmla="*/ 17355 w 18659"/>
                <a:gd name="p0y1926" fmla="*/ 0 h 15"/>
                <a:gd name="p0x1927" fmla="*/ 17355 w 18659"/>
                <a:gd name="p0y1927" fmla="*/ 15 h 15"/>
                <a:gd name="p0x1928" fmla="*/ 17325 w 18659"/>
                <a:gd name="p0y1928" fmla="*/ 15 h 15"/>
                <a:gd name="p0x1929" fmla="*/ 17325 w 18659"/>
                <a:gd name="p0y1929" fmla="*/ 0 h 15"/>
                <a:gd name="p0x1930" fmla="*/ 17370 w 18659"/>
                <a:gd name="p0y1930" fmla="*/ 0 h 15"/>
                <a:gd name="p0x1931" fmla="*/ 17400 w 18659"/>
                <a:gd name="p0y1931" fmla="*/ 0 h 15"/>
                <a:gd name="p0x1932" fmla="*/ 17400 w 18659"/>
                <a:gd name="p0y1932" fmla="*/ 15 h 15"/>
                <a:gd name="p0x1933" fmla="*/ 17370 w 18659"/>
                <a:gd name="p0y1933" fmla="*/ 15 h 15"/>
                <a:gd name="p0x1934" fmla="*/ 17370 w 18659"/>
                <a:gd name="p0y1934" fmla="*/ 0 h 15"/>
                <a:gd name="p0x1935" fmla="*/ 17415 w 18659"/>
                <a:gd name="p0y1935" fmla="*/ 0 h 15"/>
                <a:gd name="p0x1936" fmla="*/ 17445 w 18659"/>
                <a:gd name="p0y1936" fmla="*/ 0 h 15"/>
                <a:gd name="p0x1937" fmla="*/ 17445 w 18659"/>
                <a:gd name="p0y1937" fmla="*/ 15 h 15"/>
                <a:gd name="p0x1938" fmla="*/ 17415 w 18659"/>
                <a:gd name="p0y1938" fmla="*/ 15 h 15"/>
                <a:gd name="p0x1939" fmla="*/ 17415 w 18659"/>
                <a:gd name="p0y1939" fmla="*/ 0 h 15"/>
                <a:gd name="p0x1940" fmla="*/ 17460 w 18659"/>
                <a:gd name="p0y1940" fmla="*/ 0 h 15"/>
                <a:gd name="p0x1941" fmla="*/ 17489 w 18659"/>
                <a:gd name="p0y1941" fmla="*/ 0 h 15"/>
                <a:gd name="p0x1942" fmla="*/ 17489 w 18659"/>
                <a:gd name="p0y1942" fmla="*/ 15 h 15"/>
                <a:gd name="p0x1943" fmla="*/ 17460 w 18659"/>
                <a:gd name="p0y1943" fmla="*/ 15 h 15"/>
                <a:gd name="p0x1944" fmla="*/ 17460 w 18659"/>
                <a:gd name="p0y1944" fmla="*/ 0 h 15"/>
                <a:gd name="p0x1945" fmla="*/ 17505 w 18659"/>
                <a:gd name="p0y1945" fmla="*/ 0 h 15"/>
                <a:gd name="p0x1946" fmla="*/ 17535 w 18659"/>
                <a:gd name="p0y1946" fmla="*/ 0 h 15"/>
                <a:gd name="p0x1947" fmla="*/ 17535 w 18659"/>
                <a:gd name="p0y1947" fmla="*/ 15 h 15"/>
                <a:gd name="p0x1948" fmla="*/ 17505 w 18659"/>
                <a:gd name="p0y1948" fmla="*/ 15 h 15"/>
                <a:gd name="p0x1949" fmla="*/ 17505 w 18659"/>
                <a:gd name="p0y1949" fmla="*/ 0 h 15"/>
                <a:gd name="p0x1950" fmla="*/ 17550 w 18659"/>
                <a:gd name="p0y1950" fmla="*/ 0 h 15"/>
                <a:gd name="p0x1951" fmla="*/ 17580 w 18659"/>
                <a:gd name="p0y1951" fmla="*/ 0 h 15"/>
                <a:gd name="p0x1952" fmla="*/ 17580 w 18659"/>
                <a:gd name="p0y1952" fmla="*/ 15 h 15"/>
                <a:gd name="p0x1953" fmla="*/ 17550 w 18659"/>
                <a:gd name="p0y1953" fmla="*/ 15 h 15"/>
                <a:gd name="p0x1954" fmla="*/ 17550 w 18659"/>
                <a:gd name="p0y1954" fmla="*/ 0 h 15"/>
                <a:gd name="p0x1955" fmla="*/ 17595 w 18659"/>
                <a:gd name="p0y1955" fmla="*/ 0 h 15"/>
                <a:gd name="p0x1956" fmla="*/ 17625 w 18659"/>
                <a:gd name="p0y1956" fmla="*/ 0 h 15"/>
                <a:gd name="p0x1957" fmla="*/ 17625 w 18659"/>
                <a:gd name="p0y1957" fmla="*/ 15 h 15"/>
                <a:gd name="p0x1958" fmla="*/ 17595 w 18659"/>
                <a:gd name="p0y1958" fmla="*/ 15 h 15"/>
                <a:gd name="p0x1959" fmla="*/ 17595 w 18659"/>
                <a:gd name="p0y1959" fmla="*/ 0 h 15"/>
                <a:gd name="p0x1960" fmla="*/ 17640 w 18659"/>
                <a:gd name="p0y1960" fmla="*/ 0 h 15"/>
                <a:gd name="p0x1961" fmla="*/ 17670 w 18659"/>
                <a:gd name="p0y1961" fmla="*/ 0 h 15"/>
                <a:gd name="p0x1962" fmla="*/ 17670 w 18659"/>
                <a:gd name="p0y1962" fmla="*/ 15 h 15"/>
                <a:gd name="p0x1963" fmla="*/ 17640 w 18659"/>
                <a:gd name="p0y1963" fmla="*/ 15 h 15"/>
                <a:gd name="p0x1964" fmla="*/ 17640 w 18659"/>
                <a:gd name="p0y1964" fmla="*/ 0 h 15"/>
                <a:gd name="p0x1965" fmla="*/ 17685 w 18659"/>
                <a:gd name="p0y1965" fmla="*/ 0 h 15"/>
                <a:gd name="p0x1966" fmla="*/ 17715 w 18659"/>
                <a:gd name="p0y1966" fmla="*/ 0 h 15"/>
                <a:gd name="p0x1967" fmla="*/ 17715 w 18659"/>
                <a:gd name="p0y1967" fmla="*/ 15 h 15"/>
                <a:gd name="p0x1968" fmla="*/ 17685 w 18659"/>
                <a:gd name="p0y1968" fmla="*/ 15 h 15"/>
                <a:gd name="p0x1969" fmla="*/ 17685 w 18659"/>
                <a:gd name="p0y1969" fmla="*/ 0 h 15"/>
                <a:gd name="p0x1970" fmla="*/ 17730 w 18659"/>
                <a:gd name="p0y1970" fmla="*/ 0 h 15"/>
                <a:gd name="p0x1971" fmla="*/ 17760 w 18659"/>
                <a:gd name="p0y1971" fmla="*/ 0 h 15"/>
                <a:gd name="p0x1972" fmla="*/ 17760 w 18659"/>
                <a:gd name="p0y1972" fmla="*/ 15 h 15"/>
                <a:gd name="p0x1973" fmla="*/ 17730 w 18659"/>
                <a:gd name="p0y1973" fmla="*/ 15 h 15"/>
                <a:gd name="p0x1974" fmla="*/ 17730 w 18659"/>
                <a:gd name="p0y1974" fmla="*/ 0 h 15"/>
                <a:gd name="p0x1975" fmla="*/ 17775 w 18659"/>
                <a:gd name="p0y1975" fmla="*/ 0 h 15"/>
                <a:gd name="p0x1976" fmla="*/ 17805 w 18659"/>
                <a:gd name="p0y1976" fmla="*/ 0 h 15"/>
                <a:gd name="p0x1977" fmla="*/ 17805 w 18659"/>
                <a:gd name="p0y1977" fmla="*/ 15 h 15"/>
                <a:gd name="p0x1978" fmla="*/ 17775 w 18659"/>
                <a:gd name="p0y1978" fmla="*/ 15 h 15"/>
                <a:gd name="p0x1979" fmla="*/ 17775 w 18659"/>
                <a:gd name="p0y1979" fmla="*/ 0 h 15"/>
                <a:gd name="p0x1980" fmla="*/ 17819 w 18659"/>
                <a:gd name="p0y1980" fmla="*/ 0 h 15"/>
                <a:gd name="p0x1981" fmla="*/ 17850 w 18659"/>
                <a:gd name="p0y1981" fmla="*/ 0 h 15"/>
                <a:gd name="p0x1982" fmla="*/ 17850 w 18659"/>
                <a:gd name="p0y1982" fmla="*/ 15 h 15"/>
                <a:gd name="p0x1983" fmla="*/ 17819 w 18659"/>
                <a:gd name="p0y1983" fmla="*/ 15 h 15"/>
                <a:gd name="p0x1984" fmla="*/ 17819 w 18659"/>
                <a:gd name="p0y1984" fmla="*/ 0 h 15"/>
                <a:gd name="p0x1985" fmla="*/ 17865 w 18659"/>
                <a:gd name="p0y1985" fmla="*/ 0 h 15"/>
                <a:gd name="p0x1986" fmla="*/ 17895 w 18659"/>
                <a:gd name="p0y1986" fmla="*/ 0 h 15"/>
                <a:gd name="p0x1987" fmla="*/ 17895 w 18659"/>
                <a:gd name="p0y1987" fmla="*/ 15 h 15"/>
                <a:gd name="p0x1988" fmla="*/ 17865 w 18659"/>
                <a:gd name="p0y1988" fmla="*/ 15 h 15"/>
                <a:gd name="p0x1989" fmla="*/ 17865 w 18659"/>
                <a:gd name="p0y1989" fmla="*/ 0 h 15"/>
                <a:gd name="p0x1990" fmla="*/ 17910 w 18659"/>
                <a:gd name="p0y1990" fmla="*/ 0 h 15"/>
                <a:gd name="p0x1991" fmla="*/ 17940 w 18659"/>
                <a:gd name="p0y1991" fmla="*/ 0 h 15"/>
                <a:gd name="p0x1992" fmla="*/ 17940 w 18659"/>
                <a:gd name="p0y1992" fmla="*/ 15 h 15"/>
                <a:gd name="p0x1993" fmla="*/ 17910 w 18659"/>
                <a:gd name="p0y1993" fmla="*/ 15 h 15"/>
                <a:gd name="p0x1994" fmla="*/ 17910 w 18659"/>
                <a:gd name="p0y1994" fmla="*/ 0 h 15"/>
                <a:gd name="p0x1995" fmla="*/ 17955 w 18659"/>
                <a:gd name="p0y1995" fmla="*/ 0 h 15"/>
                <a:gd name="p0x1996" fmla="*/ 17985 w 18659"/>
                <a:gd name="p0y1996" fmla="*/ 0 h 15"/>
                <a:gd name="p0x1997" fmla="*/ 17985 w 18659"/>
                <a:gd name="p0y1997" fmla="*/ 15 h 15"/>
                <a:gd name="p0x1998" fmla="*/ 17955 w 18659"/>
                <a:gd name="p0y1998" fmla="*/ 15 h 15"/>
                <a:gd name="p0x1999" fmla="*/ 17955 w 18659"/>
                <a:gd name="p0y1999" fmla="*/ 0 h 15"/>
                <a:gd name="p0x2000" fmla="*/ 18000 w 18659"/>
                <a:gd name="p0y2000" fmla="*/ 0 h 15"/>
                <a:gd name="p0x2001" fmla="*/ 18030 w 18659"/>
                <a:gd name="p0y2001" fmla="*/ 0 h 15"/>
                <a:gd name="p0x2002" fmla="*/ 18030 w 18659"/>
                <a:gd name="p0y2002" fmla="*/ 15 h 15"/>
                <a:gd name="p0x2003" fmla="*/ 18000 w 18659"/>
                <a:gd name="p0y2003" fmla="*/ 15 h 15"/>
                <a:gd name="p0x2004" fmla="*/ 18000 w 18659"/>
                <a:gd name="p0y2004" fmla="*/ 0 h 15"/>
                <a:gd name="p0x2005" fmla="*/ 18045 w 18659"/>
                <a:gd name="p0y2005" fmla="*/ 0 h 15"/>
                <a:gd name="p0x2006" fmla="*/ 18075 w 18659"/>
                <a:gd name="p0y2006" fmla="*/ 0 h 15"/>
                <a:gd name="p0x2007" fmla="*/ 18075 w 18659"/>
                <a:gd name="p0y2007" fmla="*/ 15 h 15"/>
                <a:gd name="p0x2008" fmla="*/ 18045 w 18659"/>
                <a:gd name="p0y2008" fmla="*/ 15 h 15"/>
                <a:gd name="p0x2009" fmla="*/ 18045 w 18659"/>
                <a:gd name="p0y2009" fmla="*/ 0 h 15"/>
                <a:gd name="p0x2010" fmla="*/ 18090 w 18659"/>
                <a:gd name="p0y2010" fmla="*/ 0 h 15"/>
                <a:gd name="p0x2011" fmla="*/ 18120 w 18659"/>
                <a:gd name="p0y2011" fmla="*/ 0 h 15"/>
                <a:gd name="p0x2012" fmla="*/ 18120 w 18659"/>
                <a:gd name="p0y2012" fmla="*/ 15 h 15"/>
                <a:gd name="p0x2013" fmla="*/ 18090 w 18659"/>
                <a:gd name="p0y2013" fmla="*/ 15 h 15"/>
                <a:gd name="p0x2014" fmla="*/ 18090 w 18659"/>
                <a:gd name="p0y2014" fmla="*/ 0 h 15"/>
                <a:gd name="p0x2015" fmla="*/ 18135 w 18659"/>
                <a:gd name="p0y2015" fmla="*/ 0 h 15"/>
                <a:gd name="p0x2016" fmla="*/ 18165 w 18659"/>
                <a:gd name="p0y2016" fmla="*/ 0 h 15"/>
                <a:gd name="p0x2017" fmla="*/ 18165 w 18659"/>
                <a:gd name="p0y2017" fmla="*/ 15 h 15"/>
                <a:gd name="p0x2018" fmla="*/ 18135 w 18659"/>
                <a:gd name="p0y2018" fmla="*/ 15 h 15"/>
                <a:gd name="p0x2019" fmla="*/ 18135 w 18659"/>
                <a:gd name="p0y2019" fmla="*/ 0 h 15"/>
                <a:gd name="p0x2020" fmla="*/ 18180 w 18659"/>
                <a:gd name="p0y2020" fmla="*/ 0 h 15"/>
                <a:gd name="p0x2021" fmla="*/ 18210 w 18659"/>
                <a:gd name="p0y2021" fmla="*/ 0 h 15"/>
                <a:gd name="p0x2022" fmla="*/ 18210 w 18659"/>
                <a:gd name="p0y2022" fmla="*/ 15 h 15"/>
                <a:gd name="p0x2023" fmla="*/ 18180 w 18659"/>
                <a:gd name="p0y2023" fmla="*/ 15 h 15"/>
                <a:gd name="p0x2024" fmla="*/ 18180 w 18659"/>
                <a:gd name="p0y2024" fmla="*/ 0 h 15"/>
                <a:gd name="p0x2025" fmla="*/ 18224 w 18659"/>
                <a:gd name="p0y2025" fmla="*/ 0 h 15"/>
                <a:gd name="p0x2026" fmla="*/ 18255 w 18659"/>
                <a:gd name="p0y2026" fmla="*/ 0 h 15"/>
                <a:gd name="p0x2027" fmla="*/ 18255 w 18659"/>
                <a:gd name="p0y2027" fmla="*/ 15 h 15"/>
                <a:gd name="p0x2028" fmla="*/ 18224 w 18659"/>
                <a:gd name="p0y2028" fmla="*/ 15 h 15"/>
                <a:gd name="p0x2029" fmla="*/ 18224 w 18659"/>
                <a:gd name="p0y2029" fmla="*/ 0 h 15"/>
                <a:gd name="p0x2030" fmla="*/ 18270 w 18659"/>
                <a:gd name="p0y2030" fmla="*/ 0 h 15"/>
                <a:gd name="p0x2031" fmla="*/ 18300 w 18659"/>
                <a:gd name="p0y2031" fmla="*/ 0 h 15"/>
                <a:gd name="p0x2032" fmla="*/ 18300 w 18659"/>
                <a:gd name="p0y2032" fmla="*/ 15 h 15"/>
                <a:gd name="p0x2033" fmla="*/ 18270 w 18659"/>
                <a:gd name="p0y2033" fmla="*/ 15 h 15"/>
                <a:gd name="p0x2034" fmla="*/ 18270 w 18659"/>
                <a:gd name="p0y2034" fmla="*/ 0 h 15"/>
                <a:gd name="p0x2035" fmla="*/ 18315 w 18659"/>
                <a:gd name="p0y2035" fmla="*/ 0 h 15"/>
                <a:gd name="p0x2036" fmla="*/ 18345 w 18659"/>
                <a:gd name="p0y2036" fmla="*/ 0 h 15"/>
                <a:gd name="p0x2037" fmla="*/ 18345 w 18659"/>
                <a:gd name="p0y2037" fmla="*/ 15 h 15"/>
                <a:gd name="p0x2038" fmla="*/ 18315 w 18659"/>
                <a:gd name="p0y2038" fmla="*/ 15 h 15"/>
                <a:gd name="p0x2039" fmla="*/ 18315 w 18659"/>
                <a:gd name="p0y2039" fmla="*/ 0 h 15"/>
                <a:gd name="p0x2040" fmla="*/ 18360 w 18659"/>
                <a:gd name="p0y2040" fmla="*/ 0 h 15"/>
                <a:gd name="p0x2041" fmla="*/ 18390 w 18659"/>
                <a:gd name="p0y2041" fmla="*/ 0 h 15"/>
                <a:gd name="p0x2042" fmla="*/ 18390 w 18659"/>
                <a:gd name="p0y2042" fmla="*/ 15 h 15"/>
                <a:gd name="p0x2043" fmla="*/ 18360 w 18659"/>
                <a:gd name="p0y2043" fmla="*/ 15 h 15"/>
                <a:gd name="p0x2044" fmla="*/ 18360 w 18659"/>
                <a:gd name="p0y2044" fmla="*/ 0 h 15"/>
                <a:gd name="p0x2045" fmla="*/ 18405 w 18659"/>
                <a:gd name="p0y2045" fmla="*/ 0 h 15"/>
                <a:gd name="p0x2046" fmla="*/ 18435 w 18659"/>
                <a:gd name="p0y2046" fmla="*/ 0 h 15"/>
                <a:gd name="p0x2047" fmla="*/ 18435 w 18659"/>
                <a:gd name="p0y2047" fmla="*/ 15 h 15"/>
                <a:gd name="p0x2048" fmla="*/ 18405 w 18659"/>
                <a:gd name="p0y2048" fmla="*/ 15 h 15"/>
                <a:gd name="p0x2049" fmla="*/ 18405 w 18659"/>
                <a:gd name="p0y2049" fmla="*/ 0 h 15"/>
                <a:gd name="p0x2050" fmla="*/ 18450 w 18659"/>
                <a:gd name="p0y2050" fmla="*/ 0 h 15"/>
                <a:gd name="p0x2051" fmla="*/ 18480 w 18659"/>
                <a:gd name="p0y2051" fmla="*/ 0 h 15"/>
                <a:gd name="p0x2052" fmla="*/ 18480 w 18659"/>
                <a:gd name="p0y2052" fmla="*/ 15 h 15"/>
                <a:gd name="p0x2053" fmla="*/ 18450 w 18659"/>
                <a:gd name="p0y2053" fmla="*/ 15 h 15"/>
                <a:gd name="p0x2054" fmla="*/ 18450 w 18659"/>
                <a:gd name="p0y2054" fmla="*/ 0 h 15"/>
                <a:gd name="p0x2055" fmla="*/ 18495 w 18659"/>
                <a:gd name="p0y2055" fmla="*/ 0 h 15"/>
                <a:gd name="p0x2056" fmla="*/ 18525 w 18659"/>
                <a:gd name="p0y2056" fmla="*/ 0 h 15"/>
                <a:gd name="p0x2057" fmla="*/ 18525 w 18659"/>
                <a:gd name="p0y2057" fmla="*/ 15 h 15"/>
                <a:gd name="p0x2058" fmla="*/ 18495 w 18659"/>
                <a:gd name="p0y2058" fmla="*/ 15 h 15"/>
                <a:gd name="p0x2059" fmla="*/ 18495 w 18659"/>
                <a:gd name="p0y2059" fmla="*/ 0 h 15"/>
                <a:gd name="p0x2060" fmla="*/ 18540 w 18659"/>
                <a:gd name="p0y2060" fmla="*/ 0 h 15"/>
                <a:gd name="p0x2061" fmla="*/ 18570 w 18659"/>
                <a:gd name="p0y2061" fmla="*/ 0 h 15"/>
                <a:gd name="p0x2062" fmla="*/ 18570 w 18659"/>
                <a:gd name="p0y2062" fmla="*/ 15 h 15"/>
                <a:gd name="p0x2063" fmla="*/ 18540 w 18659"/>
                <a:gd name="p0y2063" fmla="*/ 15 h 15"/>
                <a:gd name="p0x2064" fmla="*/ 18540 w 18659"/>
                <a:gd name="p0y2064" fmla="*/ 0 h 15"/>
                <a:gd name="p0x2065" fmla="*/ 18585 w 18659"/>
                <a:gd name="p0y2065" fmla="*/ 0 h 15"/>
                <a:gd name="p0x2066" fmla="*/ 18615 w 18659"/>
                <a:gd name="p0y2066" fmla="*/ 0 h 15"/>
                <a:gd name="p0x2067" fmla="*/ 18615 w 18659"/>
                <a:gd name="p0y2067" fmla="*/ 15 h 15"/>
                <a:gd name="p0x2068" fmla="*/ 18585 w 18659"/>
                <a:gd name="p0y2068" fmla="*/ 15 h 15"/>
                <a:gd name="p0x2069" fmla="*/ 18585 w 18659"/>
                <a:gd name="p0y2069" fmla="*/ 0 h 15"/>
                <a:gd name="p0x2070" fmla="*/ 18629 w 18659"/>
                <a:gd name="p0y2070" fmla="*/ 0 h 15"/>
                <a:gd name="p0x2071" fmla="*/ 18659 w 18659"/>
                <a:gd name="p0y2071" fmla="*/ 0 h 15"/>
                <a:gd name="p0x2072" fmla="*/ 18659 w 18659"/>
                <a:gd name="p0y2072" fmla="*/ 15 h 15"/>
                <a:gd name="p0x2073" fmla="*/ 18629 w 18659"/>
                <a:gd name="p0y2073" fmla="*/ 15 h 15"/>
                <a:gd name="p0x2074" fmla="*/ 18629 w 18659"/>
                <a:gd name="p0y2074" fmla="*/ 0 h 15"/>
              </a:gdLst>
              <a:ahLst/>
              <a:cxnLst/>
              <a:pathLst>
                <a:path>
                  <a:moveTo>
                    <a:pt x="p0x0" y="p0y0"/>
                  </a:moveTo>
                  <a:lnTo>
                    <a:pt x="p0x1" y="p0y1"/>
                  </a:lnTo>
                  <a:lnTo>
                    <a:pt x="p0x2" y="p0y2"/>
                  </a:lnTo>
                  <a:lnTo>
                    <a:pt x="p0x3" y="p0y3"/>
                  </a:lnTo>
                  <a:lnTo>
                    <a:pt x="p0x4" y="p0y4"/>
                  </a:lnTo>
                  <a:moveTo>
                    <a:pt x="p0x5" y="p0y5"/>
                  </a:moveTo>
                  <a:lnTo>
                    <a:pt x="p0x6" y="p0y6"/>
                  </a:lnTo>
                  <a:lnTo>
                    <a:pt x="p0x7" y="p0y7"/>
                  </a:lnTo>
                  <a:lnTo>
                    <a:pt x="p0x8" y="p0y8"/>
                  </a:lnTo>
                  <a:lnTo>
                    <a:pt x="p0x9" y="p0y9"/>
                  </a:lnTo>
                  <a:moveTo>
                    <a:pt x="p0x10" y="p0y10"/>
                  </a:moveTo>
                  <a:lnTo>
                    <a:pt x="p0x11" y="p0y11"/>
                  </a:lnTo>
                  <a:lnTo>
                    <a:pt x="p0x12" y="p0y12"/>
                  </a:lnTo>
                  <a:lnTo>
                    <a:pt x="p0x13" y="p0y13"/>
                  </a:lnTo>
                  <a:lnTo>
                    <a:pt x="p0x14" y="p0y14"/>
                  </a:lnTo>
                  <a:moveTo>
                    <a:pt x="p0x15" y="p0y15"/>
                  </a:moveTo>
                  <a:lnTo>
                    <a:pt x="p0x16" y="p0y16"/>
                  </a:lnTo>
                  <a:lnTo>
                    <a:pt x="p0x17" y="p0y17"/>
                  </a:lnTo>
                  <a:lnTo>
                    <a:pt x="p0x18" y="p0y18"/>
                  </a:lnTo>
                  <a:lnTo>
                    <a:pt x="p0x19" y="p0y19"/>
                  </a:lnTo>
                  <a:moveTo>
                    <a:pt x="p0x20" y="p0y20"/>
                  </a:moveTo>
                  <a:lnTo>
                    <a:pt x="p0x21" y="p0y21"/>
                  </a:lnTo>
                  <a:lnTo>
                    <a:pt x="p0x22" y="p0y22"/>
                  </a:lnTo>
                  <a:lnTo>
                    <a:pt x="p0x23" y="p0y23"/>
                  </a:lnTo>
                  <a:lnTo>
                    <a:pt x="p0x24" y="p0y24"/>
                  </a:lnTo>
                  <a:moveTo>
                    <a:pt x="p0x25" y="p0y25"/>
                  </a:moveTo>
                  <a:lnTo>
                    <a:pt x="p0x26" y="p0y26"/>
                  </a:lnTo>
                  <a:lnTo>
                    <a:pt x="p0x27" y="p0y27"/>
                  </a:lnTo>
                  <a:lnTo>
                    <a:pt x="p0x28" y="p0y28"/>
                  </a:lnTo>
                  <a:lnTo>
                    <a:pt x="p0x29" y="p0y29"/>
                  </a:lnTo>
                  <a:moveTo>
                    <a:pt x="p0x30" y="p0y30"/>
                  </a:moveTo>
                  <a:lnTo>
                    <a:pt x="p0x31" y="p0y31"/>
                  </a:lnTo>
                  <a:lnTo>
                    <a:pt x="p0x32" y="p0y32"/>
                  </a:lnTo>
                  <a:lnTo>
                    <a:pt x="p0x33" y="p0y33"/>
                  </a:lnTo>
                  <a:lnTo>
                    <a:pt x="p0x34" y="p0y34"/>
                  </a:lnTo>
                  <a:moveTo>
                    <a:pt x="p0x35" y="p0y35"/>
                  </a:moveTo>
                  <a:lnTo>
                    <a:pt x="p0x36" y="p0y36"/>
                  </a:lnTo>
                  <a:lnTo>
                    <a:pt x="p0x37" y="p0y37"/>
                  </a:lnTo>
                  <a:lnTo>
                    <a:pt x="p0x38" y="p0y38"/>
                  </a:lnTo>
                  <a:lnTo>
                    <a:pt x="p0x39" y="p0y39"/>
                  </a:lnTo>
                  <a:moveTo>
                    <a:pt x="p0x40" y="p0y40"/>
                  </a:moveTo>
                  <a:lnTo>
                    <a:pt x="p0x41" y="p0y41"/>
                  </a:lnTo>
                  <a:lnTo>
                    <a:pt x="p0x42" y="p0y42"/>
                  </a:lnTo>
                  <a:lnTo>
                    <a:pt x="p0x43" y="p0y43"/>
                  </a:lnTo>
                  <a:lnTo>
                    <a:pt x="p0x44" y="p0y44"/>
                  </a:lnTo>
                  <a:moveTo>
                    <a:pt x="p0x45" y="p0y45"/>
                  </a:moveTo>
                  <a:lnTo>
                    <a:pt x="p0x46" y="p0y46"/>
                  </a:lnTo>
                  <a:lnTo>
                    <a:pt x="p0x47" y="p0y47"/>
                  </a:lnTo>
                  <a:lnTo>
                    <a:pt x="p0x48" y="p0y48"/>
                  </a:lnTo>
                  <a:lnTo>
                    <a:pt x="p0x49" y="p0y49"/>
                  </a:lnTo>
                  <a:moveTo>
                    <a:pt x="p0x50" y="p0y50"/>
                  </a:moveTo>
                  <a:lnTo>
                    <a:pt x="p0x51" y="p0y51"/>
                  </a:lnTo>
                  <a:lnTo>
                    <a:pt x="p0x52" y="p0y52"/>
                  </a:lnTo>
                  <a:lnTo>
                    <a:pt x="p0x53" y="p0y53"/>
                  </a:lnTo>
                  <a:lnTo>
                    <a:pt x="p0x54" y="p0y54"/>
                  </a:lnTo>
                  <a:moveTo>
                    <a:pt x="p0x55" y="p0y55"/>
                  </a:moveTo>
                  <a:lnTo>
                    <a:pt x="p0x56" y="p0y56"/>
                  </a:lnTo>
                  <a:lnTo>
                    <a:pt x="p0x57" y="p0y57"/>
                  </a:lnTo>
                  <a:lnTo>
                    <a:pt x="p0x58" y="p0y58"/>
                  </a:lnTo>
                  <a:lnTo>
                    <a:pt x="p0x59" y="p0y59"/>
                  </a:lnTo>
                  <a:moveTo>
                    <a:pt x="p0x60" y="p0y60"/>
                  </a:moveTo>
                  <a:lnTo>
                    <a:pt x="p0x61" y="p0y61"/>
                  </a:lnTo>
                  <a:lnTo>
                    <a:pt x="p0x62" y="p0y62"/>
                  </a:lnTo>
                  <a:lnTo>
                    <a:pt x="p0x63" y="p0y63"/>
                  </a:lnTo>
                  <a:lnTo>
                    <a:pt x="p0x64" y="p0y64"/>
                  </a:lnTo>
                  <a:moveTo>
                    <a:pt x="p0x65" y="p0y65"/>
                  </a:moveTo>
                  <a:lnTo>
                    <a:pt x="p0x66" y="p0y66"/>
                  </a:lnTo>
                  <a:lnTo>
                    <a:pt x="p0x67" y="p0y67"/>
                  </a:lnTo>
                  <a:lnTo>
                    <a:pt x="p0x68" y="p0y68"/>
                  </a:lnTo>
                  <a:lnTo>
                    <a:pt x="p0x69" y="p0y69"/>
                  </a:lnTo>
                  <a:moveTo>
                    <a:pt x="p0x70" y="p0y70"/>
                  </a:moveTo>
                  <a:lnTo>
                    <a:pt x="p0x71" y="p0y71"/>
                  </a:lnTo>
                  <a:lnTo>
                    <a:pt x="p0x72" y="p0y72"/>
                  </a:lnTo>
                  <a:lnTo>
                    <a:pt x="p0x73" y="p0y73"/>
                  </a:lnTo>
                  <a:lnTo>
                    <a:pt x="p0x74" y="p0y74"/>
                  </a:lnTo>
                  <a:moveTo>
                    <a:pt x="p0x75" y="p0y75"/>
                  </a:moveTo>
                  <a:lnTo>
                    <a:pt x="p0x76" y="p0y76"/>
                  </a:lnTo>
                  <a:lnTo>
                    <a:pt x="p0x77" y="p0y77"/>
                  </a:lnTo>
                  <a:lnTo>
                    <a:pt x="p0x78" y="p0y78"/>
                  </a:lnTo>
                  <a:lnTo>
                    <a:pt x="p0x79" y="p0y79"/>
                  </a:lnTo>
                  <a:moveTo>
                    <a:pt x="p0x80" y="p0y80"/>
                  </a:moveTo>
                  <a:lnTo>
                    <a:pt x="p0x81" y="p0y81"/>
                  </a:lnTo>
                  <a:lnTo>
                    <a:pt x="p0x82" y="p0y82"/>
                  </a:lnTo>
                  <a:lnTo>
                    <a:pt x="p0x83" y="p0y83"/>
                  </a:lnTo>
                  <a:lnTo>
                    <a:pt x="p0x84" y="p0y84"/>
                  </a:lnTo>
                  <a:moveTo>
                    <a:pt x="p0x85" y="p0y85"/>
                  </a:moveTo>
                  <a:lnTo>
                    <a:pt x="p0x86" y="p0y86"/>
                  </a:lnTo>
                  <a:lnTo>
                    <a:pt x="p0x87" y="p0y87"/>
                  </a:lnTo>
                  <a:lnTo>
                    <a:pt x="p0x88" y="p0y88"/>
                  </a:lnTo>
                  <a:lnTo>
                    <a:pt x="p0x89" y="p0y89"/>
                  </a:lnTo>
                  <a:moveTo>
                    <a:pt x="p0x90" y="p0y90"/>
                  </a:moveTo>
                  <a:lnTo>
                    <a:pt x="p0x91" y="p0y91"/>
                  </a:lnTo>
                  <a:lnTo>
                    <a:pt x="p0x92" y="p0y92"/>
                  </a:lnTo>
                  <a:lnTo>
                    <a:pt x="p0x93" y="p0y93"/>
                  </a:lnTo>
                  <a:lnTo>
                    <a:pt x="p0x94" y="p0y94"/>
                  </a:lnTo>
                  <a:moveTo>
                    <a:pt x="p0x95" y="p0y95"/>
                  </a:moveTo>
                  <a:lnTo>
                    <a:pt x="p0x96" y="p0y96"/>
                  </a:lnTo>
                  <a:lnTo>
                    <a:pt x="p0x97" y="p0y97"/>
                  </a:lnTo>
                  <a:lnTo>
                    <a:pt x="p0x98" y="p0y98"/>
                  </a:lnTo>
                  <a:lnTo>
                    <a:pt x="p0x99" y="p0y99"/>
                  </a:lnTo>
                  <a:moveTo>
                    <a:pt x="p0x100" y="p0y100"/>
                  </a:moveTo>
                  <a:lnTo>
                    <a:pt x="p0x101" y="p0y101"/>
                  </a:lnTo>
                  <a:lnTo>
                    <a:pt x="p0x102" y="p0y102"/>
                  </a:lnTo>
                  <a:lnTo>
                    <a:pt x="p0x103" y="p0y103"/>
                  </a:lnTo>
                  <a:lnTo>
                    <a:pt x="p0x104" y="p0y104"/>
                  </a:lnTo>
                  <a:moveTo>
                    <a:pt x="p0x105" y="p0y105"/>
                  </a:moveTo>
                  <a:lnTo>
                    <a:pt x="p0x106" y="p0y106"/>
                  </a:lnTo>
                  <a:lnTo>
                    <a:pt x="p0x107" y="p0y107"/>
                  </a:lnTo>
                  <a:lnTo>
                    <a:pt x="p0x108" y="p0y108"/>
                  </a:lnTo>
                  <a:lnTo>
                    <a:pt x="p0x109" y="p0y109"/>
                  </a:lnTo>
                  <a:moveTo>
                    <a:pt x="p0x110" y="p0y110"/>
                  </a:moveTo>
                  <a:lnTo>
                    <a:pt x="p0x111" y="p0y111"/>
                  </a:lnTo>
                  <a:lnTo>
                    <a:pt x="p0x112" y="p0y112"/>
                  </a:lnTo>
                  <a:lnTo>
                    <a:pt x="p0x113" y="p0y113"/>
                  </a:lnTo>
                  <a:lnTo>
                    <a:pt x="p0x114" y="p0y114"/>
                  </a:lnTo>
                  <a:moveTo>
                    <a:pt x="p0x115" y="p0y115"/>
                  </a:moveTo>
                  <a:lnTo>
                    <a:pt x="p0x116" y="p0y116"/>
                  </a:lnTo>
                  <a:lnTo>
                    <a:pt x="p0x117" y="p0y117"/>
                  </a:lnTo>
                  <a:lnTo>
                    <a:pt x="p0x118" y="p0y118"/>
                  </a:lnTo>
                  <a:lnTo>
                    <a:pt x="p0x119" y="p0y119"/>
                  </a:lnTo>
                  <a:moveTo>
                    <a:pt x="p0x120" y="p0y120"/>
                  </a:moveTo>
                  <a:lnTo>
                    <a:pt x="p0x121" y="p0y121"/>
                  </a:lnTo>
                  <a:lnTo>
                    <a:pt x="p0x122" y="p0y122"/>
                  </a:lnTo>
                  <a:lnTo>
                    <a:pt x="p0x123" y="p0y123"/>
                  </a:lnTo>
                  <a:lnTo>
                    <a:pt x="p0x124" y="p0y124"/>
                  </a:lnTo>
                  <a:moveTo>
                    <a:pt x="p0x125" y="p0y125"/>
                  </a:moveTo>
                  <a:lnTo>
                    <a:pt x="p0x126" y="p0y126"/>
                  </a:lnTo>
                  <a:lnTo>
                    <a:pt x="p0x127" y="p0y127"/>
                  </a:lnTo>
                  <a:lnTo>
                    <a:pt x="p0x128" y="p0y128"/>
                  </a:lnTo>
                  <a:lnTo>
                    <a:pt x="p0x129" y="p0y129"/>
                  </a:lnTo>
                  <a:moveTo>
                    <a:pt x="p0x130" y="p0y130"/>
                  </a:moveTo>
                  <a:lnTo>
                    <a:pt x="p0x131" y="p0y131"/>
                  </a:lnTo>
                  <a:lnTo>
                    <a:pt x="p0x132" y="p0y132"/>
                  </a:lnTo>
                  <a:lnTo>
                    <a:pt x="p0x133" y="p0y133"/>
                  </a:lnTo>
                  <a:lnTo>
                    <a:pt x="p0x134" y="p0y134"/>
                  </a:lnTo>
                  <a:moveTo>
                    <a:pt x="p0x135" y="p0y135"/>
                  </a:moveTo>
                  <a:lnTo>
                    <a:pt x="p0x136" y="p0y136"/>
                  </a:lnTo>
                  <a:lnTo>
                    <a:pt x="p0x137" y="p0y137"/>
                  </a:lnTo>
                  <a:lnTo>
                    <a:pt x="p0x138" y="p0y138"/>
                  </a:lnTo>
                  <a:lnTo>
                    <a:pt x="p0x139" y="p0y139"/>
                  </a:lnTo>
                  <a:moveTo>
                    <a:pt x="p0x140" y="p0y140"/>
                  </a:moveTo>
                  <a:lnTo>
                    <a:pt x="p0x141" y="p0y141"/>
                  </a:lnTo>
                  <a:lnTo>
                    <a:pt x="p0x142" y="p0y142"/>
                  </a:lnTo>
                  <a:lnTo>
                    <a:pt x="p0x143" y="p0y143"/>
                  </a:lnTo>
                  <a:lnTo>
                    <a:pt x="p0x144" y="p0y144"/>
                  </a:lnTo>
                  <a:moveTo>
                    <a:pt x="p0x145" y="p0y145"/>
                  </a:moveTo>
                  <a:lnTo>
                    <a:pt x="p0x146" y="p0y146"/>
                  </a:lnTo>
                  <a:lnTo>
                    <a:pt x="p0x147" y="p0y147"/>
                  </a:lnTo>
                  <a:lnTo>
                    <a:pt x="p0x148" y="p0y148"/>
                  </a:lnTo>
                  <a:lnTo>
                    <a:pt x="p0x149" y="p0y149"/>
                  </a:lnTo>
                  <a:moveTo>
                    <a:pt x="p0x150" y="p0y150"/>
                  </a:moveTo>
                  <a:lnTo>
                    <a:pt x="p0x151" y="p0y151"/>
                  </a:lnTo>
                  <a:lnTo>
                    <a:pt x="p0x152" y="p0y152"/>
                  </a:lnTo>
                  <a:lnTo>
                    <a:pt x="p0x153" y="p0y153"/>
                  </a:lnTo>
                  <a:lnTo>
                    <a:pt x="p0x154" y="p0y154"/>
                  </a:lnTo>
                  <a:moveTo>
                    <a:pt x="p0x155" y="p0y155"/>
                  </a:moveTo>
                  <a:lnTo>
                    <a:pt x="p0x156" y="p0y156"/>
                  </a:lnTo>
                  <a:lnTo>
                    <a:pt x="p0x157" y="p0y157"/>
                  </a:lnTo>
                  <a:lnTo>
                    <a:pt x="p0x158" y="p0y158"/>
                  </a:lnTo>
                  <a:lnTo>
                    <a:pt x="p0x159" y="p0y159"/>
                  </a:lnTo>
                  <a:moveTo>
                    <a:pt x="p0x160" y="p0y160"/>
                  </a:moveTo>
                  <a:lnTo>
                    <a:pt x="p0x161" y="p0y161"/>
                  </a:lnTo>
                  <a:lnTo>
                    <a:pt x="p0x162" y="p0y162"/>
                  </a:lnTo>
                  <a:lnTo>
                    <a:pt x="p0x163" y="p0y163"/>
                  </a:lnTo>
                  <a:lnTo>
                    <a:pt x="p0x164" y="p0y164"/>
                  </a:lnTo>
                  <a:moveTo>
                    <a:pt x="p0x165" y="p0y165"/>
                  </a:moveTo>
                  <a:lnTo>
                    <a:pt x="p0x166" y="p0y166"/>
                  </a:lnTo>
                  <a:lnTo>
                    <a:pt x="p0x167" y="p0y167"/>
                  </a:lnTo>
                  <a:lnTo>
                    <a:pt x="p0x168" y="p0y168"/>
                  </a:lnTo>
                  <a:lnTo>
                    <a:pt x="p0x169" y="p0y169"/>
                  </a:lnTo>
                  <a:moveTo>
                    <a:pt x="p0x170" y="p0y170"/>
                  </a:moveTo>
                  <a:lnTo>
                    <a:pt x="p0x171" y="p0y171"/>
                  </a:lnTo>
                  <a:lnTo>
                    <a:pt x="p0x172" y="p0y172"/>
                  </a:lnTo>
                  <a:lnTo>
                    <a:pt x="p0x173" y="p0y173"/>
                  </a:lnTo>
                  <a:lnTo>
                    <a:pt x="p0x174" y="p0y174"/>
                  </a:lnTo>
                  <a:moveTo>
                    <a:pt x="p0x175" y="p0y175"/>
                  </a:moveTo>
                  <a:lnTo>
                    <a:pt x="p0x176" y="p0y176"/>
                  </a:lnTo>
                  <a:lnTo>
                    <a:pt x="p0x177" y="p0y177"/>
                  </a:lnTo>
                  <a:lnTo>
                    <a:pt x="p0x178" y="p0y178"/>
                  </a:lnTo>
                  <a:lnTo>
                    <a:pt x="p0x179" y="p0y179"/>
                  </a:lnTo>
                  <a:moveTo>
                    <a:pt x="p0x180" y="p0y180"/>
                  </a:moveTo>
                  <a:lnTo>
                    <a:pt x="p0x181" y="p0y181"/>
                  </a:lnTo>
                  <a:lnTo>
                    <a:pt x="p0x182" y="p0y182"/>
                  </a:lnTo>
                  <a:lnTo>
                    <a:pt x="p0x183" y="p0y183"/>
                  </a:lnTo>
                  <a:lnTo>
                    <a:pt x="p0x184" y="p0y184"/>
                  </a:lnTo>
                  <a:moveTo>
                    <a:pt x="p0x185" y="p0y185"/>
                  </a:moveTo>
                  <a:lnTo>
                    <a:pt x="p0x186" y="p0y186"/>
                  </a:lnTo>
                  <a:lnTo>
                    <a:pt x="p0x187" y="p0y187"/>
                  </a:lnTo>
                  <a:lnTo>
                    <a:pt x="p0x188" y="p0y188"/>
                  </a:lnTo>
                  <a:lnTo>
                    <a:pt x="p0x189" y="p0y189"/>
                  </a:lnTo>
                  <a:moveTo>
                    <a:pt x="p0x190" y="p0y190"/>
                  </a:moveTo>
                  <a:lnTo>
                    <a:pt x="p0x191" y="p0y191"/>
                  </a:lnTo>
                  <a:lnTo>
                    <a:pt x="p0x192" y="p0y192"/>
                  </a:lnTo>
                  <a:lnTo>
                    <a:pt x="p0x193" y="p0y193"/>
                  </a:lnTo>
                  <a:lnTo>
                    <a:pt x="p0x194" y="p0y194"/>
                  </a:lnTo>
                  <a:moveTo>
                    <a:pt x="p0x195" y="p0y195"/>
                  </a:moveTo>
                  <a:lnTo>
                    <a:pt x="p0x196" y="p0y196"/>
                  </a:lnTo>
                  <a:lnTo>
                    <a:pt x="p0x197" y="p0y197"/>
                  </a:lnTo>
                  <a:lnTo>
                    <a:pt x="p0x198" y="p0y198"/>
                  </a:lnTo>
                  <a:lnTo>
                    <a:pt x="p0x199" y="p0y199"/>
                  </a:lnTo>
                  <a:moveTo>
                    <a:pt x="p0x200" y="p0y200"/>
                  </a:moveTo>
                  <a:lnTo>
                    <a:pt x="p0x201" y="p0y201"/>
                  </a:lnTo>
                  <a:lnTo>
                    <a:pt x="p0x202" y="p0y202"/>
                  </a:lnTo>
                  <a:lnTo>
                    <a:pt x="p0x203" y="p0y203"/>
                  </a:lnTo>
                  <a:lnTo>
                    <a:pt x="p0x204" y="p0y204"/>
                  </a:lnTo>
                  <a:moveTo>
                    <a:pt x="p0x205" y="p0y205"/>
                  </a:moveTo>
                  <a:lnTo>
                    <a:pt x="p0x206" y="p0y206"/>
                  </a:lnTo>
                  <a:lnTo>
                    <a:pt x="p0x207" y="p0y207"/>
                  </a:lnTo>
                  <a:lnTo>
                    <a:pt x="p0x208" y="p0y208"/>
                  </a:lnTo>
                  <a:lnTo>
                    <a:pt x="p0x209" y="p0y209"/>
                  </a:lnTo>
                  <a:moveTo>
                    <a:pt x="p0x210" y="p0y210"/>
                  </a:moveTo>
                  <a:lnTo>
                    <a:pt x="p0x211" y="p0y211"/>
                  </a:lnTo>
                  <a:lnTo>
                    <a:pt x="p0x212" y="p0y212"/>
                  </a:lnTo>
                  <a:lnTo>
                    <a:pt x="p0x213" y="p0y213"/>
                  </a:lnTo>
                  <a:lnTo>
                    <a:pt x="p0x214" y="p0y214"/>
                  </a:lnTo>
                  <a:moveTo>
                    <a:pt x="p0x215" y="p0y215"/>
                  </a:moveTo>
                  <a:lnTo>
                    <a:pt x="p0x216" y="p0y216"/>
                  </a:lnTo>
                  <a:lnTo>
                    <a:pt x="p0x217" y="p0y217"/>
                  </a:lnTo>
                  <a:lnTo>
                    <a:pt x="p0x218" y="p0y218"/>
                  </a:lnTo>
                  <a:lnTo>
                    <a:pt x="p0x219" y="p0y219"/>
                  </a:lnTo>
                  <a:moveTo>
                    <a:pt x="p0x220" y="p0y220"/>
                  </a:moveTo>
                  <a:lnTo>
                    <a:pt x="p0x221" y="p0y221"/>
                  </a:lnTo>
                  <a:lnTo>
                    <a:pt x="p0x222" y="p0y222"/>
                  </a:lnTo>
                  <a:lnTo>
                    <a:pt x="p0x223" y="p0y223"/>
                  </a:lnTo>
                  <a:lnTo>
                    <a:pt x="p0x224" y="p0y224"/>
                  </a:lnTo>
                  <a:moveTo>
                    <a:pt x="p0x225" y="p0y225"/>
                  </a:moveTo>
                  <a:lnTo>
                    <a:pt x="p0x226" y="p0y226"/>
                  </a:lnTo>
                  <a:lnTo>
                    <a:pt x="p0x227" y="p0y227"/>
                  </a:lnTo>
                  <a:lnTo>
                    <a:pt x="p0x228" y="p0y228"/>
                  </a:lnTo>
                  <a:lnTo>
                    <a:pt x="p0x229" y="p0y229"/>
                  </a:lnTo>
                  <a:moveTo>
                    <a:pt x="p0x230" y="p0y230"/>
                  </a:moveTo>
                  <a:lnTo>
                    <a:pt x="p0x231" y="p0y231"/>
                  </a:lnTo>
                  <a:lnTo>
                    <a:pt x="p0x232" y="p0y232"/>
                  </a:lnTo>
                  <a:lnTo>
                    <a:pt x="p0x233" y="p0y233"/>
                  </a:lnTo>
                  <a:lnTo>
                    <a:pt x="p0x234" y="p0y234"/>
                  </a:lnTo>
                  <a:moveTo>
                    <a:pt x="p0x235" y="p0y235"/>
                  </a:moveTo>
                  <a:lnTo>
                    <a:pt x="p0x236" y="p0y236"/>
                  </a:lnTo>
                  <a:lnTo>
                    <a:pt x="p0x237" y="p0y237"/>
                  </a:lnTo>
                  <a:lnTo>
                    <a:pt x="p0x238" y="p0y238"/>
                  </a:lnTo>
                  <a:lnTo>
                    <a:pt x="p0x239" y="p0y239"/>
                  </a:lnTo>
                  <a:moveTo>
                    <a:pt x="p0x240" y="p0y240"/>
                  </a:moveTo>
                  <a:lnTo>
                    <a:pt x="p0x241" y="p0y241"/>
                  </a:lnTo>
                  <a:lnTo>
                    <a:pt x="p0x242" y="p0y242"/>
                  </a:lnTo>
                  <a:lnTo>
                    <a:pt x="p0x243" y="p0y243"/>
                  </a:lnTo>
                  <a:lnTo>
                    <a:pt x="p0x244" y="p0y244"/>
                  </a:lnTo>
                  <a:moveTo>
                    <a:pt x="p0x245" y="p0y245"/>
                  </a:moveTo>
                  <a:lnTo>
                    <a:pt x="p0x246" y="p0y246"/>
                  </a:lnTo>
                  <a:lnTo>
                    <a:pt x="p0x247" y="p0y247"/>
                  </a:lnTo>
                  <a:lnTo>
                    <a:pt x="p0x248" y="p0y248"/>
                  </a:lnTo>
                  <a:lnTo>
                    <a:pt x="p0x249" y="p0y249"/>
                  </a:lnTo>
                  <a:moveTo>
                    <a:pt x="p0x250" y="p0y250"/>
                  </a:moveTo>
                  <a:lnTo>
                    <a:pt x="p0x251" y="p0y251"/>
                  </a:lnTo>
                  <a:lnTo>
                    <a:pt x="p0x252" y="p0y252"/>
                  </a:lnTo>
                  <a:lnTo>
                    <a:pt x="p0x253" y="p0y253"/>
                  </a:lnTo>
                  <a:lnTo>
                    <a:pt x="p0x254" y="p0y254"/>
                  </a:lnTo>
                  <a:moveTo>
                    <a:pt x="p0x255" y="p0y255"/>
                  </a:moveTo>
                  <a:lnTo>
                    <a:pt x="p0x256" y="p0y256"/>
                  </a:lnTo>
                  <a:lnTo>
                    <a:pt x="p0x257" y="p0y257"/>
                  </a:lnTo>
                  <a:lnTo>
                    <a:pt x="p0x258" y="p0y258"/>
                  </a:lnTo>
                  <a:lnTo>
                    <a:pt x="p0x259" y="p0y259"/>
                  </a:lnTo>
                  <a:moveTo>
                    <a:pt x="p0x260" y="p0y260"/>
                  </a:moveTo>
                  <a:lnTo>
                    <a:pt x="p0x261" y="p0y261"/>
                  </a:lnTo>
                  <a:lnTo>
                    <a:pt x="p0x262" y="p0y262"/>
                  </a:lnTo>
                  <a:lnTo>
                    <a:pt x="p0x263" y="p0y263"/>
                  </a:lnTo>
                  <a:lnTo>
                    <a:pt x="p0x264" y="p0y264"/>
                  </a:lnTo>
                  <a:moveTo>
                    <a:pt x="p0x265" y="p0y265"/>
                  </a:moveTo>
                  <a:lnTo>
                    <a:pt x="p0x266" y="p0y266"/>
                  </a:lnTo>
                  <a:lnTo>
                    <a:pt x="p0x267" y="p0y267"/>
                  </a:lnTo>
                  <a:lnTo>
                    <a:pt x="p0x268" y="p0y268"/>
                  </a:lnTo>
                  <a:lnTo>
                    <a:pt x="p0x269" y="p0y269"/>
                  </a:lnTo>
                  <a:moveTo>
                    <a:pt x="p0x270" y="p0y270"/>
                  </a:moveTo>
                  <a:lnTo>
                    <a:pt x="p0x271" y="p0y271"/>
                  </a:lnTo>
                  <a:lnTo>
                    <a:pt x="p0x272" y="p0y272"/>
                  </a:lnTo>
                  <a:lnTo>
                    <a:pt x="p0x273" y="p0y273"/>
                  </a:lnTo>
                  <a:lnTo>
                    <a:pt x="p0x274" y="p0y274"/>
                  </a:lnTo>
                  <a:moveTo>
                    <a:pt x="p0x275" y="p0y275"/>
                  </a:moveTo>
                  <a:lnTo>
                    <a:pt x="p0x276" y="p0y276"/>
                  </a:lnTo>
                  <a:lnTo>
                    <a:pt x="p0x277" y="p0y277"/>
                  </a:lnTo>
                  <a:lnTo>
                    <a:pt x="p0x278" y="p0y278"/>
                  </a:lnTo>
                  <a:lnTo>
                    <a:pt x="p0x279" y="p0y279"/>
                  </a:lnTo>
                  <a:moveTo>
                    <a:pt x="p0x280" y="p0y280"/>
                  </a:moveTo>
                  <a:lnTo>
                    <a:pt x="p0x281" y="p0y281"/>
                  </a:lnTo>
                  <a:lnTo>
                    <a:pt x="p0x282" y="p0y282"/>
                  </a:lnTo>
                  <a:lnTo>
                    <a:pt x="p0x283" y="p0y283"/>
                  </a:lnTo>
                  <a:lnTo>
                    <a:pt x="p0x284" y="p0y284"/>
                  </a:lnTo>
                  <a:moveTo>
                    <a:pt x="p0x285" y="p0y285"/>
                  </a:moveTo>
                  <a:lnTo>
                    <a:pt x="p0x286" y="p0y286"/>
                  </a:lnTo>
                  <a:lnTo>
                    <a:pt x="p0x287" y="p0y287"/>
                  </a:lnTo>
                  <a:lnTo>
                    <a:pt x="p0x288" y="p0y288"/>
                  </a:lnTo>
                  <a:lnTo>
                    <a:pt x="p0x289" y="p0y289"/>
                  </a:lnTo>
                  <a:moveTo>
                    <a:pt x="p0x290" y="p0y290"/>
                  </a:moveTo>
                  <a:lnTo>
                    <a:pt x="p0x291" y="p0y291"/>
                  </a:lnTo>
                  <a:lnTo>
                    <a:pt x="p0x292" y="p0y292"/>
                  </a:lnTo>
                  <a:lnTo>
                    <a:pt x="p0x293" y="p0y293"/>
                  </a:lnTo>
                  <a:lnTo>
                    <a:pt x="p0x294" y="p0y294"/>
                  </a:lnTo>
                  <a:moveTo>
                    <a:pt x="p0x295" y="p0y295"/>
                  </a:moveTo>
                  <a:lnTo>
                    <a:pt x="p0x296" y="p0y296"/>
                  </a:lnTo>
                  <a:lnTo>
                    <a:pt x="p0x297" y="p0y297"/>
                  </a:lnTo>
                  <a:lnTo>
                    <a:pt x="p0x298" y="p0y298"/>
                  </a:lnTo>
                  <a:lnTo>
                    <a:pt x="p0x299" y="p0y299"/>
                  </a:lnTo>
                  <a:moveTo>
                    <a:pt x="p0x300" y="p0y300"/>
                  </a:moveTo>
                  <a:lnTo>
                    <a:pt x="p0x301" y="p0y301"/>
                  </a:lnTo>
                  <a:lnTo>
                    <a:pt x="p0x302" y="p0y302"/>
                  </a:lnTo>
                  <a:lnTo>
                    <a:pt x="p0x303" y="p0y303"/>
                  </a:lnTo>
                  <a:lnTo>
                    <a:pt x="p0x304" y="p0y304"/>
                  </a:lnTo>
                  <a:moveTo>
                    <a:pt x="p0x305" y="p0y305"/>
                  </a:moveTo>
                  <a:lnTo>
                    <a:pt x="p0x306" y="p0y306"/>
                  </a:lnTo>
                  <a:lnTo>
                    <a:pt x="p0x307" y="p0y307"/>
                  </a:lnTo>
                  <a:lnTo>
                    <a:pt x="p0x308" y="p0y308"/>
                  </a:lnTo>
                  <a:lnTo>
                    <a:pt x="p0x309" y="p0y309"/>
                  </a:lnTo>
                  <a:moveTo>
                    <a:pt x="p0x310" y="p0y310"/>
                  </a:moveTo>
                  <a:lnTo>
                    <a:pt x="p0x311" y="p0y311"/>
                  </a:lnTo>
                  <a:lnTo>
                    <a:pt x="p0x312" y="p0y312"/>
                  </a:lnTo>
                  <a:lnTo>
                    <a:pt x="p0x313" y="p0y313"/>
                  </a:lnTo>
                  <a:lnTo>
                    <a:pt x="p0x314" y="p0y314"/>
                  </a:lnTo>
                  <a:moveTo>
                    <a:pt x="p0x315" y="p0y315"/>
                  </a:moveTo>
                  <a:lnTo>
                    <a:pt x="p0x316" y="p0y316"/>
                  </a:lnTo>
                  <a:lnTo>
                    <a:pt x="p0x317" y="p0y317"/>
                  </a:lnTo>
                  <a:lnTo>
                    <a:pt x="p0x318" y="p0y318"/>
                  </a:lnTo>
                  <a:lnTo>
                    <a:pt x="p0x319" y="p0y319"/>
                  </a:lnTo>
                  <a:moveTo>
                    <a:pt x="p0x320" y="p0y320"/>
                  </a:moveTo>
                  <a:lnTo>
                    <a:pt x="p0x321" y="p0y321"/>
                  </a:lnTo>
                  <a:lnTo>
                    <a:pt x="p0x322" y="p0y322"/>
                  </a:lnTo>
                  <a:lnTo>
                    <a:pt x="p0x323" y="p0y323"/>
                  </a:lnTo>
                  <a:lnTo>
                    <a:pt x="p0x324" y="p0y324"/>
                  </a:lnTo>
                  <a:moveTo>
                    <a:pt x="p0x325" y="p0y325"/>
                  </a:moveTo>
                  <a:lnTo>
                    <a:pt x="p0x326" y="p0y326"/>
                  </a:lnTo>
                  <a:lnTo>
                    <a:pt x="p0x327" y="p0y327"/>
                  </a:lnTo>
                  <a:lnTo>
                    <a:pt x="p0x328" y="p0y328"/>
                  </a:lnTo>
                  <a:lnTo>
                    <a:pt x="p0x329" y="p0y329"/>
                  </a:lnTo>
                  <a:moveTo>
                    <a:pt x="p0x330" y="p0y330"/>
                  </a:moveTo>
                  <a:lnTo>
                    <a:pt x="p0x331" y="p0y331"/>
                  </a:lnTo>
                  <a:lnTo>
                    <a:pt x="p0x332" y="p0y332"/>
                  </a:lnTo>
                  <a:lnTo>
                    <a:pt x="p0x333" y="p0y333"/>
                  </a:lnTo>
                  <a:lnTo>
                    <a:pt x="p0x334" y="p0y334"/>
                  </a:lnTo>
                  <a:moveTo>
                    <a:pt x="p0x335" y="p0y335"/>
                  </a:moveTo>
                  <a:lnTo>
                    <a:pt x="p0x336" y="p0y336"/>
                  </a:lnTo>
                  <a:lnTo>
                    <a:pt x="p0x337" y="p0y337"/>
                  </a:lnTo>
                  <a:lnTo>
                    <a:pt x="p0x338" y="p0y338"/>
                  </a:lnTo>
                  <a:lnTo>
                    <a:pt x="p0x339" y="p0y339"/>
                  </a:lnTo>
                  <a:moveTo>
                    <a:pt x="p0x340" y="p0y340"/>
                  </a:moveTo>
                  <a:lnTo>
                    <a:pt x="p0x341" y="p0y341"/>
                  </a:lnTo>
                  <a:lnTo>
                    <a:pt x="p0x342" y="p0y342"/>
                  </a:lnTo>
                  <a:lnTo>
                    <a:pt x="p0x343" y="p0y343"/>
                  </a:lnTo>
                  <a:lnTo>
                    <a:pt x="p0x344" y="p0y344"/>
                  </a:lnTo>
                  <a:moveTo>
                    <a:pt x="p0x345" y="p0y345"/>
                  </a:moveTo>
                  <a:lnTo>
                    <a:pt x="p0x346" y="p0y346"/>
                  </a:lnTo>
                  <a:lnTo>
                    <a:pt x="p0x347" y="p0y347"/>
                  </a:lnTo>
                  <a:lnTo>
                    <a:pt x="p0x348" y="p0y348"/>
                  </a:lnTo>
                  <a:lnTo>
                    <a:pt x="p0x349" y="p0y349"/>
                  </a:lnTo>
                  <a:moveTo>
                    <a:pt x="p0x350" y="p0y350"/>
                  </a:moveTo>
                  <a:lnTo>
                    <a:pt x="p0x351" y="p0y351"/>
                  </a:lnTo>
                  <a:lnTo>
                    <a:pt x="p0x352" y="p0y352"/>
                  </a:lnTo>
                  <a:lnTo>
                    <a:pt x="p0x353" y="p0y353"/>
                  </a:lnTo>
                  <a:lnTo>
                    <a:pt x="p0x354" y="p0y354"/>
                  </a:lnTo>
                  <a:moveTo>
                    <a:pt x="p0x355" y="p0y355"/>
                  </a:moveTo>
                  <a:lnTo>
                    <a:pt x="p0x356" y="p0y356"/>
                  </a:lnTo>
                  <a:lnTo>
                    <a:pt x="p0x357" y="p0y357"/>
                  </a:lnTo>
                  <a:lnTo>
                    <a:pt x="p0x358" y="p0y358"/>
                  </a:lnTo>
                  <a:lnTo>
                    <a:pt x="p0x359" y="p0y359"/>
                  </a:lnTo>
                  <a:moveTo>
                    <a:pt x="p0x360" y="p0y360"/>
                  </a:moveTo>
                  <a:lnTo>
                    <a:pt x="p0x361" y="p0y361"/>
                  </a:lnTo>
                  <a:lnTo>
                    <a:pt x="p0x362" y="p0y362"/>
                  </a:lnTo>
                  <a:lnTo>
                    <a:pt x="p0x363" y="p0y363"/>
                  </a:lnTo>
                  <a:lnTo>
                    <a:pt x="p0x364" y="p0y364"/>
                  </a:lnTo>
                  <a:moveTo>
                    <a:pt x="p0x365" y="p0y365"/>
                  </a:moveTo>
                  <a:lnTo>
                    <a:pt x="p0x366" y="p0y366"/>
                  </a:lnTo>
                  <a:lnTo>
                    <a:pt x="p0x367" y="p0y367"/>
                  </a:lnTo>
                  <a:lnTo>
                    <a:pt x="p0x368" y="p0y368"/>
                  </a:lnTo>
                  <a:lnTo>
                    <a:pt x="p0x369" y="p0y369"/>
                  </a:lnTo>
                  <a:moveTo>
                    <a:pt x="p0x370" y="p0y370"/>
                  </a:moveTo>
                  <a:lnTo>
                    <a:pt x="p0x371" y="p0y371"/>
                  </a:lnTo>
                  <a:lnTo>
                    <a:pt x="p0x372" y="p0y372"/>
                  </a:lnTo>
                  <a:lnTo>
                    <a:pt x="p0x373" y="p0y373"/>
                  </a:lnTo>
                  <a:lnTo>
                    <a:pt x="p0x374" y="p0y374"/>
                  </a:lnTo>
                  <a:moveTo>
                    <a:pt x="p0x375" y="p0y375"/>
                  </a:moveTo>
                  <a:lnTo>
                    <a:pt x="p0x376" y="p0y376"/>
                  </a:lnTo>
                  <a:lnTo>
                    <a:pt x="p0x377" y="p0y377"/>
                  </a:lnTo>
                  <a:lnTo>
                    <a:pt x="p0x378" y="p0y378"/>
                  </a:lnTo>
                  <a:lnTo>
                    <a:pt x="p0x379" y="p0y379"/>
                  </a:lnTo>
                  <a:moveTo>
                    <a:pt x="p0x380" y="p0y380"/>
                  </a:moveTo>
                  <a:lnTo>
                    <a:pt x="p0x381" y="p0y381"/>
                  </a:lnTo>
                  <a:lnTo>
                    <a:pt x="p0x382" y="p0y382"/>
                  </a:lnTo>
                  <a:lnTo>
                    <a:pt x="p0x383" y="p0y383"/>
                  </a:lnTo>
                  <a:lnTo>
                    <a:pt x="p0x384" y="p0y384"/>
                  </a:lnTo>
                  <a:moveTo>
                    <a:pt x="p0x385" y="p0y385"/>
                  </a:moveTo>
                  <a:lnTo>
                    <a:pt x="p0x386" y="p0y386"/>
                  </a:lnTo>
                  <a:lnTo>
                    <a:pt x="p0x387" y="p0y387"/>
                  </a:lnTo>
                  <a:lnTo>
                    <a:pt x="p0x388" y="p0y388"/>
                  </a:lnTo>
                  <a:lnTo>
                    <a:pt x="p0x389" y="p0y389"/>
                  </a:lnTo>
                  <a:moveTo>
                    <a:pt x="p0x390" y="p0y390"/>
                  </a:moveTo>
                  <a:lnTo>
                    <a:pt x="p0x391" y="p0y391"/>
                  </a:lnTo>
                  <a:lnTo>
                    <a:pt x="p0x392" y="p0y392"/>
                  </a:lnTo>
                  <a:lnTo>
                    <a:pt x="p0x393" y="p0y393"/>
                  </a:lnTo>
                  <a:lnTo>
                    <a:pt x="p0x394" y="p0y394"/>
                  </a:lnTo>
                  <a:moveTo>
                    <a:pt x="p0x395" y="p0y395"/>
                  </a:moveTo>
                  <a:lnTo>
                    <a:pt x="p0x396" y="p0y396"/>
                  </a:lnTo>
                  <a:lnTo>
                    <a:pt x="p0x397" y="p0y397"/>
                  </a:lnTo>
                  <a:lnTo>
                    <a:pt x="p0x398" y="p0y398"/>
                  </a:lnTo>
                  <a:lnTo>
                    <a:pt x="p0x399" y="p0y399"/>
                  </a:lnTo>
                  <a:moveTo>
                    <a:pt x="p0x400" y="p0y400"/>
                  </a:moveTo>
                  <a:lnTo>
                    <a:pt x="p0x401" y="p0y401"/>
                  </a:lnTo>
                  <a:lnTo>
                    <a:pt x="p0x402" y="p0y402"/>
                  </a:lnTo>
                  <a:lnTo>
                    <a:pt x="p0x403" y="p0y403"/>
                  </a:lnTo>
                  <a:lnTo>
                    <a:pt x="p0x404" y="p0y404"/>
                  </a:lnTo>
                  <a:moveTo>
                    <a:pt x="p0x405" y="p0y405"/>
                  </a:moveTo>
                  <a:lnTo>
                    <a:pt x="p0x406" y="p0y406"/>
                  </a:lnTo>
                  <a:lnTo>
                    <a:pt x="p0x407" y="p0y407"/>
                  </a:lnTo>
                  <a:lnTo>
                    <a:pt x="p0x408" y="p0y408"/>
                  </a:lnTo>
                  <a:lnTo>
                    <a:pt x="p0x409" y="p0y409"/>
                  </a:lnTo>
                  <a:moveTo>
                    <a:pt x="p0x410" y="p0y410"/>
                  </a:moveTo>
                  <a:lnTo>
                    <a:pt x="p0x411" y="p0y411"/>
                  </a:lnTo>
                  <a:lnTo>
                    <a:pt x="p0x412" y="p0y412"/>
                  </a:lnTo>
                  <a:lnTo>
                    <a:pt x="p0x413" y="p0y413"/>
                  </a:lnTo>
                  <a:lnTo>
                    <a:pt x="p0x414" y="p0y414"/>
                  </a:lnTo>
                  <a:moveTo>
                    <a:pt x="p0x415" y="p0y415"/>
                  </a:moveTo>
                  <a:lnTo>
                    <a:pt x="p0x416" y="p0y416"/>
                  </a:lnTo>
                  <a:lnTo>
                    <a:pt x="p0x417" y="p0y417"/>
                  </a:lnTo>
                  <a:lnTo>
                    <a:pt x="p0x418" y="p0y418"/>
                  </a:lnTo>
                  <a:lnTo>
                    <a:pt x="p0x419" y="p0y419"/>
                  </a:lnTo>
                  <a:moveTo>
                    <a:pt x="p0x420" y="p0y420"/>
                  </a:moveTo>
                  <a:lnTo>
                    <a:pt x="p0x421" y="p0y421"/>
                  </a:lnTo>
                  <a:lnTo>
                    <a:pt x="p0x422" y="p0y422"/>
                  </a:lnTo>
                  <a:lnTo>
                    <a:pt x="p0x423" y="p0y423"/>
                  </a:lnTo>
                  <a:lnTo>
                    <a:pt x="p0x424" y="p0y424"/>
                  </a:lnTo>
                  <a:moveTo>
                    <a:pt x="p0x425" y="p0y425"/>
                  </a:moveTo>
                  <a:lnTo>
                    <a:pt x="p0x426" y="p0y426"/>
                  </a:lnTo>
                  <a:lnTo>
                    <a:pt x="p0x427" y="p0y427"/>
                  </a:lnTo>
                  <a:lnTo>
                    <a:pt x="p0x428" y="p0y428"/>
                  </a:lnTo>
                  <a:lnTo>
                    <a:pt x="p0x429" y="p0y429"/>
                  </a:lnTo>
                  <a:moveTo>
                    <a:pt x="p0x430" y="p0y430"/>
                  </a:moveTo>
                  <a:lnTo>
                    <a:pt x="p0x431" y="p0y431"/>
                  </a:lnTo>
                  <a:lnTo>
                    <a:pt x="p0x432" y="p0y432"/>
                  </a:lnTo>
                  <a:lnTo>
                    <a:pt x="p0x433" y="p0y433"/>
                  </a:lnTo>
                  <a:lnTo>
                    <a:pt x="p0x434" y="p0y434"/>
                  </a:lnTo>
                  <a:moveTo>
                    <a:pt x="p0x435" y="p0y435"/>
                  </a:moveTo>
                  <a:lnTo>
                    <a:pt x="p0x436" y="p0y436"/>
                  </a:lnTo>
                  <a:lnTo>
                    <a:pt x="p0x437" y="p0y437"/>
                  </a:lnTo>
                  <a:lnTo>
                    <a:pt x="p0x438" y="p0y438"/>
                  </a:lnTo>
                  <a:lnTo>
                    <a:pt x="p0x439" y="p0y439"/>
                  </a:lnTo>
                  <a:moveTo>
                    <a:pt x="p0x440" y="p0y440"/>
                  </a:moveTo>
                  <a:lnTo>
                    <a:pt x="p0x441" y="p0y441"/>
                  </a:lnTo>
                  <a:lnTo>
                    <a:pt x="p0x442" y="p0y442"/>
                  </a:lnTo>
                  <a:lnTo>
                    <a:pt x="p0x443" y="p0y443"/>
                  </a:lnTo>
                  <a:lnTo>
                    <a:pt x="p0x444" y="p0y444"/>
                  </a:lnTo>
                  <a:moveTo>
                    <a:pt x="p0x445" y="p0y445"/>
                  </a:moveTo>
                  <a:lnTo>
                    <a:pt x="p0x446" y="p0y446"/>
                  </a:lnTo>
                  <a:lnTo>
                    <a:pt x="p0x447" y="p0y447"/>
                  </a:lnTo>
                  <a:lnTo>
                    <a:pt x="p0x448" y="p0y448"/>
                  </a:lnTo>
                  <a:lnTo>
                    <a:pt x="p0x449" y="p0y449"/>
                  </a:lnTo>
                  <a:moveTo>
                    <a:pt x="p0x450" y="p0y450"/>
                  </a:moveTo>
                  <a:lnTo>
                    <a:pt x="p0x451" y="p0y451"/>
                  </a:lnTo>
                  <a:lnTo>
                    <a:pt x="p0x452" y="p0y452"/>
                  </a:lnTo>
                  <a:lnTo>
                    <a:pt x="p0x453" y="p0y453"/>
                  </a:lnTo>
                  <a:lnTo>
                    <a:pt x="p0x454" y="p0y454"/>
                  </a:lnTo>
                  <a:moveTo>
                    <a:pt x="p0x455" y="p0y455"/>
                  </a:moveTo>
                  <a:lnTo>
                    <a:pt x="p0x456" y="p0y456"/>
                  </a:lnTo>
                  <a:lnTo>
                    <a:pt x="p0x457" y="p0y457"/>
                  </a:lnTo>
                  <a:lnTo>
                    <a:pt x="p0x458" y="p0y458"/>
                  </a:lnTo>
                  <a:lnTo>
                    <a:pt x="p0x459" y="p0y459"/>
                  </a:lnTo>
                  <a:moveTo>
                    <a:pt x="p0x460" y="p0y460"/>
                  </a:moveTo>
                  <a:lnTo>
                    <a:pt x="p0x461" y="p0y461"/>
                  </a:lnTo>
                  <a:lnTo>
                    <a:pt x="p0x462" y="p0y462"/>
                  </a:lnTo>
                  <a:lnTo>
                    <a:pt x="p0x463" y="p0y463"/>
                  </a:lnTo>
                  <a:lnTo>
                    <a:pt x="p0x464" y="p0y464"/>
                  </a:lnTo>
                  <a:moveTo>
                    <a:pt x="p0x465" y="p0y465"/>
                  </a:moveTo>
                  <a:lnTo>
                    <a:pt x="p0x466" y="p0y466"/>
                  </a:lnTo>
                  <a:lnTo>
                    <a:pt x="p0x467" y="p0y467"/>
                  </a:lnTo>
                  <a:lnTo>
                    <a:pt x="p0x468" y="p0y468"/>
                  </a:lnTo>
                  <a:lnTo>
                    <a:pt x="p0x469" y="p0y469"/>
                  </a:lnTo>
                  <a:moveTo>
                    <a:pt x="p0x470" y="p0y470"/>
                  </a:moveTo>
                  <a:lnTo>
                    <a:pt x="p0x471" y="p0y471"/>
                  </a:lnTo>
                  <a:lnTo>
                    <a:pt x="p0x472" y="p0y472"/>
                  </a:lnTo>
                  <a:lnTo>
                    <a:pt x="p0x473" y="p0y473"/>
                  </a:lnTo>
                  <a:lnTo>
                    <a:pt x="p0x474" y="p0y474"/>
                  </a:lnTo>
                  <a:moveTo>
                    <a:pt x="p0x475" y="p0y475"/>
                  </a:moveTo>
                  <a:lnTo>
                    <a:pt x="p0x476" y="p0y476"/>
                  </a:lnTo>
                  <a:lnTo>
                    <a:pt x="p0x477" y="p0y477"/>
                  </a:lnTo>
                  <a:lnTo>
                    <a:pt x="p0x478" y="p0y478"/>
                  </a:lnTo>
                  <a:lnTo>
                    <a:pt x="p0x479" y="p0y479"/>
                  </a:lnTo>
                  <a:moveTo>
                    <a:pt x="p0x480" y="p0y480"/>
                  </a:moveTo>
                  <a:lnTo>
                    <a:pt x="p0x481" y="p0y481"/>
                  </a:lnTo>
                  <a:lnTo>
                    <a:pt x="p0x482" y="p0y482"/>
                  </a:lnTo>
                  <a:lnTo>
                    <a:pt x="p0x483" y="p0y483"/>
                  </a:lnTo>
                  <a:lnTo>
                    <a:pt x="p0x484" y="p0y484"/>
                  </a:lnTo>
                  <a:moveTo>
                    <a:pt x="p0x485" y="p0y485"/>
                  </a:moveTo>
                  <a:lnTo>
                    <a:pt x="p0x486" y="p0y486"/>
                  </a:lnTo>
                  <a:lnTo>
                    <a:pt x="p0x487" y="p0y487"/>
                  </a:lnTo>
                  <a:lnTo>
                    <a:pt x="p0x488" y="p0y488"/>
                  </a:lnTo>
                  <a:lnTo>
                    <a:pt x="p0x489" y="p0y489"/>
                  </a:lnTo>
                  <a:moveTo>
                    <a:pt x="p0x490" y="p0y490"/>
                  </a:moveTo>
                  <a:lnTo>
                    <a:pt x="p0x491" y="p0y491"/>
                  </a:lnTo>
                  <a:lnTo>
                    <a:pt x="p0x492" y="p0y492"/>
                  </a:lnTo>
                  <a:lnTo>
                    <a:pt x="p0x493" y="p0y493"/>
                  </a:lnTo>
                  <a:lnTo>
                    <a:pt x="p0x494" y="p0y494"/>
                  </a:lnTo>
                  <a:moveTo>
                    <a:pt x="p0x495" y="p0y495"/>
                  </a:moveTo>
                  <a:lnTo>
                    <a:pt x="p0x496" y="p0y496"/>
                  </a:lnTo>
                  <a:lnTo>
                    <a:pt x="p0x497" y="p0y497"/>
                  </a:lnTo>
                  <a:lnTo>
                    <a:pt x="p0x498" y="p0y498"/>
                  </a:lnTo>
                  <a:lnTo>
                    <a:pt x="p0x499" y="p0y499"/>
                  </a:lnTo>
                  <a:moveTo>
                    <a:pt x="p0x500" y="p0y500"/>
                  </a:moveTo>
                  <a:lnTo>
                    <a:pt x="p0x501" y="p0y501"/>
                  </a:lnTo>
                  <a:lnTo>
                    <a:pt x="p0x502" y="p0y502"/>
                  </a:lnTo>
                  <a:lnTo>
                    <a:pt x="p0x503" y="p0y503"/>
                  </a:lnTo>
                  <a:lnTo>
                    <a:pt x="p0x504" y="p0y504"/>
                  </a:lnTo>
                  <a:moveTo>
                    <a:pt x="p0x505" y="p0y505"/>
                  </a:moveTo>
                  <a:lnTo>
                    <a:pt x="p0x506" y="p0y506"/>
                  </a:lnTo>
                  <a:lnTo>
                    <a:pt x="p0x507" y="p0y507"/>
                  </a:lnTo>
                  <a:lnTo>
                    <a:pt x="p0x508" y="p0y508"/>
                  </a:lnTo>
                  <a:lnTo>
                    <a:pt x="p0x509" y="p0y509"/>
                  </a:lnTo>
                  <a:moveTo>
                    <a:pt x="p0x510" y="p0y510"/>
                  </a:moveTo>
                  <a:lnTo>
                    <a:pt x="p0x511" y="p0y511"/>
                  </a:lnTo>
                  <a:lnTo>
                    <a:pt x="p0x512" y="p0y512"/>
                  </a:lnTo>
                  <a:lnTo>
                    <a:pt x="p0x513" y="p0y513"/>
                  </a:lnTo>
                  <a:lnTo>
                    <a:pt x="p0x514" y="p0y514"/>
                  </a:lnTo>
                  <a:moveTo>
                    <a:pt x="p0x515" y="p0y515"/>
                  </a:moveTo>
                  <a:lnTo>
                    <a:pt x="p0x516" y="p0y516"/>
                  </a:lnTo>
                  <a:lnTo>
                    <a:pt x="p0x517" y="p0y517"/>
                  </a:lnTo>
                  <a:lnTo>
                    <a:pt x="p0x518" y="p0y518"/>
                  </a:lnTo>
                  <a:lnTo>
                    <a:pt x="p0x519" y="p0y519"/>
                  </a:lnTo>
                  <a:moveTo>
                    <a:pt x="p0x520" y="p0y520"/>
                  </a:moveTo>
                  <a:lnTo>
                    <a:pt x="p0x521" y="p0y521"/>
                  </a:lnTo>
                  <a:lnTo>
                    <a:pt x="p0x522" y="p0y522"/>
                  </a:lnTo>
                  <a:lnTo>
                    <a:pt x="p0x523" y="p0y523"/>
                  </a:lnTo>
                  <a:lnTo>
                    <a:pt x="p0x524" y="p0y524"/>
                  </a:lnTo>
                  <a:moveTo>
                    <a:pt x="p0x525" y="p0y525"/>
                  </a:moveTo>
                  <a:lnTo>
                    <a:pt x="p0x526" y="p0y526"/>
                  </a:lnTo>
                  <a:lnTo>
                    <a:pt x="p0x527" y="p0y527"/>
                  </a:lnTo>
                  <a:lnTo>
                    <a:pt x="p0x528" y="p0y528"/>
                  </a:lnTo>
                  <a:lnTo>
                    <a:pt x="p0x529" y="p0y529"/>
                  </a:lnTo>
                  <a:moveTo>
                    <a:pt x="p0x530" y="p0y530"/>
                  </a:moveTo>
                  <a:lnTo>
                    <a:pt x="p0x531" y="p0y531"/>
                  </a:lnTo>
                  <a:lnTo>
                    <a:pt x="p0x532" y="p0y532"/>
                  </a:lnTo>
                  <a:lnTo>
                    <a:pt x="p0x533" y="p0y533"/>
                  </a:lnTo>
                  <a:lnTo>
                    <a:pt x="p0x534" y="p0y534"/>
                  </a:lnTo>
                  <a:moveTo>
                    <a:pt x="p0x535" y="p0y535"/>
                  </a:moveTo>
                  <a:lnTo>
                    <a:pt x="p0x536" y="p0y536"/>
                  </a:lnTo>
                  <a:lnTo>
                    <a:pt x="p0x537" y="p0y537"/>
                  </a:lnTo>
                  <a:lnTo>
                    <a:pt x="p0x538" y="p0y538"/>
                  </a:lnTo>
                  <a:lnTo>
                    <a:pt x="p0x539" y="p0y539"/>
                  </a:lnTo>
                  <a:moveTo>
                    <a:pt x="p0x540" y="p0y540"/>
                  </a:moveTo>
                  <a:lnTo>
                    <a:pt x="p0x541" y="p0y541"/>
                  </a:lnTo>
                  <a:lnTo>
                    <a:pt x="p0x542" y="p0y542"/>
                  </a:lnTo>
                  <a:lnTo>
                    <a:pt x="p0x543" y="p0y543"/>
                  </a:lnTo>
                  <a:lnTo>
                    <a:pt x="p0x544" y="p0y544"/>
                  </a:lnTo>
                  <a:moveTo>
                    <a:pt x="p0x545" y="p0y545"/>
                  </a:moveTo>
                  <a:lnTo>
                    <a:pt x="p0x546" y="p0y546"/>
                  </a:lnTo>
                  <a:lnTo>
                    <a:pt x="p0x547" y="p0y547"/>
                  </a:lnTo>
                  <a:lnTo>
                    <a:pt x="p0x548" y="p0y548"/>
                  </a:lnTo>
                  <a:lnTo>
                    <a:pt x="p0x549" y="p0y549"/>
                  </a:lnTo>
                  <a:moveTo>
                    <a:pt x="p0x550" y="p0y550"/>
                  </a:moveTo>
                  <a:lnTo>
                    <a:pt x="p0x551" y="p0y551"/>
                  </a:lnTo>
                  <a:lnTo>
                    <a:pt x="p0x552" y="p0y552"/>
                  </a:lnTo>
                  <a:lnTo>
                    <a:pt x="p0x553" y="p0y553"/>
                  </a:lnTo>
                  <a:lnTo>
                    <a:pt x="p0x554" y="p0y554"/>
                  </a:lnTo>
                  <a:moveTo>
                    <a:pt x="p0x555" y="p0y555"/>
                  </a:moveTo>
                  <a:lnTo>
                    <a:pt x="p0x556" y="p0y556"/>
                  </a:lnTo>
                  <a:lnTo>
                    <a:pt x="p0x557" y="p0y557"/>
                  </a:lnTo>
                  <a:lnTo>
                    <a:pt x="p0x558" y="p0y558"/>
                  </a:lnTo>
                  <a:lnTo>
                    <a:pt x="p0x559" y="p0y559"/>
                  </a:lnTo>
                  <a:moveTo>
                    <a:pt x="p0x560" y="p0y560"/>
                  </a:moveTo>
                  <a:lnTo>
                    <a:pt x="p0x561" y="p0y561"/>
                  </a:lnTo>
                  <a:lnTo>
                    <a:pt x="p0x562" y="p0y562"/>
                  </a:lnTo>
                  <a:lnTo>
                    <a:pt x="p0x563" y="p0y563"/>
                  </a:lnTo>
                  <a:lnTo>
                    <a:pt x="p0x564" y="p0y564"/>
                  </a:lnTo>
                  <a:moveTo>
                    <a:pt x="p0x565" y="p0y565"/>
                  </a:moveTo>
                  <a:lnTo>
                    <a:pt x="p0x566" y="p0y566"/>
                  </a:lnTo>
                  <a:lnTo>
                    <a:pt x="p0x567" y="p0y567"/>
                  </a:lnTo>
                  <a:lnTo>
                    <a:pt x="p0x568" y="p0y568"/>
                  </a:lnTo>
                  <a:lnTo>
                    <a:pt x="p0x569" y="p0y569"/>
                  </a:lnTo>
                  <a:moveTo>
                    <a:pt x="p0x570" y="p0y570"/>
                  </a:moveTo>
                  <a:lnTo>
                    <a:pt x="p0x571" y="p0y571"/>
                  </a:lnTo>
                  <a:lnTo>
                    <a:pt x="p0x572" y="p0y572"/>
                  </a:lnTo>
                  <a:lnTo>
                    <a:pt x="p0x573" y="p0y573"/>
                  </a:lnTo>
                  <a:lnTo>
                    <a:pt x="p0x574" y="p0y574"/>
                  </a:lnTo>
                  <a:moveTo>
                    <a:pt x="p0x575" y="p0y575"/>
                  </a:moveTo>
                  <a:lnTo>
                    <a:pt x="p0x576" y="p0y576"/>
                  </a:lnTo>
                  <a:lnTo>
                    <a:pt x="p0x577" y="p0y577"/>
                  </a:lnTo>
                  <a:lnTo>
                    <a:pt x="p0x578" y="p0y578"/>
                  </a:lnTo>
                  <a:lnTo>
                    <a:pt x="p0x579" y="p0y579"/>
                  </a:lnTo>
                  <a:moveTo>
                    <a:pt x="p0x580" y="p0y580"/>
                  </a:moveTo>
                  <a:lnTo>
                    <a:pt x="p0x581" y="p0y581"/>
                  </a:lnTo>
                  <a:lnTo>
                    <a:pt x="p0x582" y="p0y582"/>
                  </a:lnTo>
                  <a:lnTo>
                    <a:pt x="p0x583" y="p0y583"/>
                  </a:lnTo>
                  <a:lnTo>
                    <a:pt x="p0x584" y="p0y584"/>
                  </a:lnTo>
                  <a:moveTo>
                    <a:pt x="p0x585" y="p0y585"/>
                  </a:moveTo>
                  <a:lnTo>
                    <a:pt x="p0x586" y="p0y586"/>
                  </a:lnTo>
                  <a:lnTo>
                    <a:pt x="p0x587" y="p0y587"/>
                  </a:lnTo>
                  <a:lnTo>
                    <a:pt x="p0x588" y="p0y588"/>
                  </a:lnTo>
                  <a:lnTo>
                    <a:pt x="p0x589" y="p0y589"/>
                  </a:lnTo>
                  <a:moveTo>
                    <a:pt x="p0x590" y="p0y590"/>
                  </a:moveTo>
                  <a:lnTo>
                    <a:pt x="p0x591" y="p0y591"/>
                  </a:lnTo>
                  <a:lnTo>
                    <a:pt x="p0x592" y="p0y592"/>
                  </a:lnTo>
                  <a:lnTo>
                    <a:pt x="p0x593" y="p0y593"/>
                  </a:lnTo>
                  <a:lnTo>
                    <a:pt x="p0x594" y="p0y594"/>
                  </a:lnTo>
                  <a:moveTo>
                    <a:pt x="p0x595" y="p0y595"/>
                  </a:moveTo>
                  <a:lnTo>
                    <a:pt x="p0x596" y="p0y596"/>
                  </a:lnTo>
                  <a:lnTo>
                    <a:pt x="p0x597" y="p0y597"/>
                  </a:lnTo>
                  <a:lnTo>
                    <a:pt x="p0x598" y="p0y598"/>
                  </a:lnTo>
                  <a:lnTo>
                    <a:pt x="p0x599" y="p0y599"/>
                  </a:lnTo>
                  <a:moveTo>
                    <a:pt x="p0x600" y="p0y600"/>
                  </a:moveTo>
                  <a:lnTo>
                    <a:pt x="p0x601" y="p0y601"/>
                  </a:lnTo>
                  <a:lnTo>
                    <a:pt x="p0x602" y="p0y602"/>
                  </a:lnTo>
                  <a:lnTo>
                    <a:pt x="p0x603" y="p0y603"/>
                  </a:lnTo>
                  <a:lnTo>
                    <a:pt x="p0x604" y="p0y604"/>
                  </a:lnTo>
                  <a:moveTo>
                    <a:pt x="p0x605" y="p0y605"/>
                  </a:moveTo>
                  <a:lnTo>
                    <a:pt x="p0x606" y="p0y606"/>
                  </a:lnTo>
                  <a:lnTo>
                    <a:pt x="p0x607" y="p0y607"/>
                  </a:lnTo>
                  <a:lnTo>
                    <a:pt x="p0x608" y="p0y608"/>
                  </a:lnTo>
                  <a:lnTo>
                    <a:pt x="p0x609" y="p0y609"/>
                  </a:lnTo>
                  <a:moveTo>
                    <a:pt x="p0x610" y="p0y610"/>
                  </a:moveTo>
                  <a:lnTo>
                    <a:pt x="p0x611" y="p0y611"/>
                  </a:lnTo>
                  <a:lnTo>
                    <a:pt x="p0x612" y="p0y612"/>
                  </a:lnTo>
                  <a:lnTo>
                    <a:pt x="p0x613" y="p0y613"/>
                  </a:lnTo>
                  <a:lnTo>
                    <a:pt x="p0x614" y="p0y614"/>
                  </a:lnTo>
                  <a:moveTo>
                    <a:pt x="p0x615" y="p0y615"/>
                  </a:moveTo>
                  <a:lnTo>
                    <a:pt x="p0x616" y="p0y616"/>
                  </a:lnTo>
                  <a:lnTo>
                    <a:pt x="p0x617" y="p0y617"/>
                  </a:lnTo>
                  <a:lnTo>
                    <a:pt x="p0x618" y="p0y618"/>
                  </a:lnTo>
                  <a:lnTo>
                    <a:pt x="p0x619" y="p0y619"/>
                  </a:lnTo>
                  <a:moveTo>
                    <a:pt x="p0x620" y="p0y620"/>
                  </a:moveTo>
                  <a:lnTo>
                    <a:pt x="p0x621" y="p0y621"/>
                  </a:lnTo>
                  <a:lnTo>
                    <a:pt x="p0x622" y="p0y622"/>
                  </a:lnTo>
                  <a:lnTo>
                    <a:pt x="p0x623" y="p0y623"/>
                  </a:lnTo>
                  <a:lnTo>
                    <a:pt x="p0x624" y="p0y624"/>
                  </a:lnTo>
                  <a:moveTo>
                    <a:pt x="p0x625" y="p0y625"/>
                  </a:moveTo>
                  <a:lnTo>
                    <a:pt x="p0x626" y="p0y626"/>
                  </a:lnTo>
                  <a:lnTo>
                    <a:pt x="p0x627" y="p0y627"/>
                  </a:lnTo>
                  <a:lnTo>
                    <a:pt x="p0x628" y="p0y628"/>
                  </a:lnTo>
                  <a:lnTo>
                    <a:pt x="p0x629" y="p0y629"/>
                  </a:lnTo>
                  <a:moveTo>
                    <a:pt x="p0x630" y="p0y630"/>
                  </a:moveTo>
                  <a:lnTo>
                    <a:pt x="p0x631" y="p0y631"/>
                  </a:lnTo>
                  <a:lnTo>
                    <a:pt x="p0x632" y="p0y632"/>
                  </a:lnTo>
                  <a:lnTo>
                    <a:pt x="p0x633" y="p0y633"/>
                  </a:lnTo>
                  <a:lnTo>
                    <a:pt x="p0x634" y="p0y634"/>
                  </a:lnTo>
                  <a:moveTo>
                    <a:pt x="p0x635" y="p0y635"/>
                  </a:moveTo>
                  <a:lnTo>
                    <a:pt x="p0x636" y="p0y636"/>
                  </a:lnTo>
                  <a:lnTo>
                    <a:pt x="p0x637" y="p0y637"/>
                  </a:lnTo>
                  <a:lnTo>
                    <a:pt x="p0x638" y="p0y638"/>
                  </a:lnTo>
                  <a:lnTo>
                    <a:pt x="p0x639" y="p0y639"/>
                  </a:lnTo>
                  <a:moveTo>
                    <a:pt x="p0x640" y="p0y640"/>
                  </a:moveTo>
                  <a:lnTo>
                    <a:pt x="p0x641" y="p0y641"/>
                  </a:lnTo>
                  <a:lnTo>
                    <a:pt x="p0x642" y="p0y642"/>
                  </a:lnTo>
                  <a:lnTo>
                    <a:pt x="p0x643" y="p0y643"/>
                  </a:lnTo>
                  <a:lnTo>
                    <a:pt x="p0x644" y="p0y644"/>
                  </a:lnTo>
                  <a:moveTo>
                    <a:pt x="p0x645" y="p0y645"/>
                  </a:moveTo>
                  <a:lnTo>
                    <a:pt x="p0x646" y="p0y646"/>
                  </a:lnTo>
                  <a:lnTo>
                    <a:pt x="p0x647" y="p0y647"/>
                  </a:lnTo>
                  <a:lnTo>
                    <a:pt x="p0x648" y="p0y648"/>
                  </a:lnTo>
                  <a:lnTo>
                    <a:pt x="p0x649" y="p0y649"/>
                  </a:lnTo>
                  <a:moveTo>
                    <a:pt x="p0x650" y="p0y650"/>
                  </a:moveTo>
                  <a:lnTo>
                    <a:pt x="p0x651" y="p0y651"/>
                  </a:lnTo>
                  <a:lnTo>
                    <a:pt x="p0x652" y="p0y652"/>
                  </a:lnTo>
                  <a:lnTo>
                    <a:pt x="p0x653" y="p0y653"/>
                  </a:lnTo>
                  <a:lnTo>
                    <a:pt x="p0x654" y="p0y654"/>
                  </a:lnTo>
                  <a:moveTo>
                    <a:pt x="p0x655" y="p0y655"/>
                  </a:moveTo>
                  <a:lnTo>
                    <a:pt x="p0x656" y="p0y656"/>
                  </a:lnTo>
                  <a:lnTo>
                    <a:pt x="p0x657" y="p0y657"/>
                  </a:lnTo>
                  <a:lnTo>
                    <a:pt x="p0x658" y="p0y658"/>
                  </a:lnTo>
                  <a:lnTo>
                    <a:pt x="p0x659" y="p0y659"/>
                  </a:lnTo>
                  <a:moveTo>
                    <a:pt x="p0x660" y="p0y660"/>
                  </a:moveTo>
                  <a:lnTo>
                    <a:pt x="p0x661" y="p0y661"/>
                  </a:lnTo>
                  <a:lnTo>
                    <a:pt x="p0x662" y="p0y662"/>
                  </a:lnTo>
                  <a:lnTo>
                    <a:pt x="p0x663" y="p0y663"/>
                  </a:lnTo>
                  <a:lnTo>
                    <a:pt x="p0x664" y="p0y664"/>
                  </a:lnTo>
                  <a:moveTo>
                    <a:pt x="p0x665" y="p0y665"/>
                  </a:moveTo>
                  <a:lnTo>
                    <a:pt x="p0x666" y="p0y666"/>
                  </a:lnTo>
                  <a:lnTo>
                    <a:pt x="p0x667" y="p0y667"/>
                  </a:lnTo>
                  <a:lnTo>
                    <a:pt x="p0x668" y="p0y668"/>
                  </a:lnTo>
                  <a:lnTo>
                    <a:pt x="p0x669" y="p0y669"/>
                  </a:lnTo>
                  <a:moveTo>
                    <a:pt x="p0x670" y="p0y670"/>
                  </a:moveTo>
                  <a:lnTo>
                    <a:pt x="p0x671" y="p0y671"/>
                  </a:lnTo>
                  <a:lnTo>
                    <a:pt x="p0x672" y="p0y672"/>
                  </a:lnTo>
                  <a:lnTo>
                    <a:pt x="p0x673" y="p0y673"/>
                  </a:lnTo>
                  <a:lnTo>
                    <a:pt x="p0x674" y="p0y674"/>
                  </a:lnTo>
                  <a:moveTo>
                    <a:pt x="p0x675" y="p0y675"/>
                  </a:moveTo>
                  <a:lnTo>
                    <a:pt x="p0x676" y="p0y676"/>
                  </a:lnTo>
                  <a:lnTo>
                    <a:pt x="p0x677" y="p0y677"/>
                  </a:lnTo>
                  <a:lnTo>
                    <a:pt x="p0x678" y="p0y678"/>
                  </a:lnTo>
                  <a:lnTo>
                    <a:pt x="p0x679" y="p0y679"/>
                  </a:lnTo>
                  <a:moveTo>
                    <a:pt x="p0x680" y="p0y680"/>
                  </a:moveTo>
                  <a:lnTo>
                    <a:pt x="p0x681" y="p0y681"/>
                  </a:lnTo>
                  <a:lnTo>
                    <a:pt x="p0x682" y="p0y682"/>
                  </a:lnTo>
                  <a:lnTo>
                    <a:pt x="p0x683" y="p0y683"/>
                  </a:lnTo>
                  <a:lnTo>
                    <a:pt x="p0x684" y="p0y684"/>
                  </a:lnTo>
                  <a:moveTo>
                    <a:pt x="p0x685" y="p0y685"/>
                  </a:moveTo>
                  <a:lnTo>
                    <a:pt x="p0x686" y="p0y686"/>
                  </a:lnTo>
                  <a:lnTo>
                    <a:pt x="p0x687" y="p0y687"/>
                  </a:lnTo>
                  <a:lnTo>
                    <a:pt x="p0x688" y="p0y688"/>
                  </a:lnTo>
                  <a:lnTo>
                    <a:pt x="p0x689" y="p0y689"/>
                  </a:lnTo>
                  <a:moveTo>
                    <a:pt x="p0x690" y="p0y690"/>
                  </a:moveTo>
                  <a:lnTo>
                    <a:pt x="p0x691" y="p0y691"/>
                  </a:lnTo>
                  <a:lnTo>
                    <a:pt x="p0x692" y="p0y692"/>
                  </a:lnTo>
                  <a:lnTo>
                    <a:pt x="p0x693" y="p0y693"/>
                  </a:lnTo>
                  <a:lnTo>
                    <a:pt x="p0x694" y="p0y694"/>
                  </a:lnTo>
                  <a:moveTo>
                    <a:pt x="p0x695" y="p0y695"/>
                  </a:moveTo>
                  <a:lnTo>
                    <a:pt x="p0x696" y="p0y696"/>
                  </a:lnTo>
                  <a:lnTo>
                    <a:pt x="p0x697" y="p0y697"/>
                  </a:lnTo>
                  <a:lnTo>
                    <a:pt x="p0x698" y="p0y698"/>
                  </a:lnTo>
                  <a:lnTo>
                    <a:pt x="p0x699" y="p0y699"/>
                  </a:lnTo>
                  <a:moveTo>
                    <a:pt x="p0x700" y="p0y700"/>
                  </a:moveTo>
                  <a:lnTo>
                    <a:pt x="p0x701" y="p0y701"/>
                  </a:lnTo>
                  <a:lnTo>
                    <a:pt x="p0x702" y="p0y702"/>
                  </a:lnTo>
                  <a:lnTo>
                    <a:pt x="p0x703" y="p0y703"/>
                  </a:lnTo>
                  <a:lnTo>
                    <a:pt x="p0x704" y="p0y704"/>
                  </a:lnTo>
                  <a:moveTo>
                    <a:pt x="p0x705" y="p0y705"/>
                  </a:moveTo>
                  <a:lnTo>
                    <a:pt x="p0x706" y="p0y706"/>
                  </a:lnTo>
                  <a:lnTo>
                    <a:pt x="p0x707" y="p0y707"/>
                  </a:lnTo>
                  <a:lnTo>
                    <a:pt x="p0x708" y="p0y708"/>
                  </a:lnTo>
                  <a:lnTo>
                    <a:pt x="p0x709" y="p0y709"/>
                  </a:lnTo>
                  <a:moveTo>
                    <a:pt x="p0x710" y="p0y710"/>
                  </a:moveTo>
                  <a:lnTo>
                    <a:pt x="p0x711" y="p0y711"/>
                  </a:lnTo>
                  <a:lnTo>
                    <a:pt x="p0x712" y="p0y712"/>
                  </a:lnTo>
                  <a:lnTo>
                    <a:pt x="p0x713" y="p0y713"/>
                  </a:lnTo>
                  <a:lnTo>
                    <a:pt x="p0x714" y="p0y714"/>
                  </a:lnTo>
                  <a:moveTo>
                    <a:pt x="p0x715" y="p0y715"/>
                  </a:moveTo>
                  <a:lnTo>
                    <a:pt x="p0x716" y="p0y716"/>
                  </a:lnTo>
                  <a:lnTo>
                    <a:pt x="p0x717" y="p0y717"/>
                  </a:lnTo>
                  <a:lnTo>
                    <a:pt x="p0x718" y="p0y718"/>
                  </a:lnTo>
                  <a:lnTo>
                    <a:pt x="p0x719" y="p0y719"/>
                  </a:lnTo>
                  <a:moveTo>
                    <a:pt x="p0x720" y="p0y720"/>
                  </a:moveTo>
                  <a:lnTo>
                    <a:pt x="p0x721" y="p0y721"/>
                  </a:lnTo>
                  <a:lnTo>
                    <a:pt x="p0x722" y="p0y722"/>
                  </a:lnTo>
                  <a:lnTo>
                    <a:pt x="p0x723" y="p0y723"/>
                  </a:lnTo>
                  <a:lnTo>
                    <a:pt x="p0x724" y="p0y724"/>
                  </a:lnTo>
                  <a:moveTo>
                    <a:pt x="p0x725" y="p0y725"/>
                  </a:moveTo>
                  <a:lnTo>
                    <a:pt x="p0x726" y="p0y726"/>
                  </a:lnTo>
                  <a:lnTo>
                    <a:pt x="p0x727" y="p0y727"/>
                  </a:lnTo>
                  <a:lnTo>
                    <a:pt x="p0x728" y="p0y728"/>
                  </a:lnTo>
                  <a:lnTo>
                    <a:pt x="p0x729" y="p0y729"/>
                  </a:lnTo>
                  <a:moveTo>
                    <a:pt x="p0x730" y="p0y730"/>
                  </a:moveTo>
                  <a:lnTo>
                    <a:pt x="p0x731" y="p0y731"/>
                  </a:lnTo>
                  <a:lnTo>
                    <a:pt x="p0x732" y="p0y732"/>
                  </a:lnTo>
                  <a:lnTo>
                    <a:pt x="p0x733" y="p0y733"/>
                  </a:lnTo>
                  <a:lnTo>
                    <a:pt x="p0x734" y="p0y734"/>
                  </a:lnTo>
                  <a:moveTo>
                    <a:pt x="p0x735" y="p0y735"/>
                  </a:moveTo>
                  <a:lnTo>
                    <a:pt x="p0x736" y="p0y736"/>
                  </a:lnTo>
                  <a:lnTo>
                    <a:pt x="p0x737" y="p0y737"/>
                  </a:lnTo>
                  <a:lnTo>
                    <a:pt x="p0x738" y="p0y738"/>
                  </a:lnTo>
                  <a:lnTo>
                    <a:pt x="p0x739" y="p0y739"/>
                  </a:lnTo>
                  <a:moveTo>
                    <a:pt x="p0x740" y="p0y740"/>
                  </a:moveTo>
                  <a:lnTo>
                    <a:pt x="p0x741" y="p0y741"/>
                  </a:lnTo>
                  <a:lnTo>
                    <a:pt x="p0x742" y="p0y742"/>
                  </a:lnTo>
                  <a:lnTo>
                    <a:pt x="p0x743" y="p0y743"/>
                  </a:lnTo>
                  <a:lnTo>
                    <a:pt x="p0x744" y="p0y744"/>
                  </a:lnTo>
                  <a:moveTo>
                    <a:pt x="p0x745" y="p0y745"/>
                  </a:moveTo>
                  <a:lnTo>
                    <a:pt x="p0x746" y="p0y746"/>
                  </a:lnTo>
                  <a:lnTo>
                    <a:pt x="p0x747" y="p0y747"/>
                  </a:lnTo>
                  <a:lnTo>
                    <a:pt x="p0x748" y="p0y748"/>
                  </a:lnTo>
                  <a:lnTo>
                    <a:pt x="p0x749" y="p0y749"/>
                  </a:lnTo>
                  <a:moveTo>
                    <a:pt x="p0x750" y="p0y750"/>
                  </a:moveTo>
                  <a:lnTo>
                    <a:pt x="p0x751" y="p0y751"/>
                  </a:lnTo>
                  <a:lnTo>
                    <a:pt x="p0x752" y="p0y752"/>
                  </a:lnTo>
                  <a:lnTo>
                    <a:pt x="p0x753" y="p0y753"/>
                  </a:lnTo>
                  <a:lnTo>
                    <a:pt x="p0x754" y="p0y754"/>
                  </a:lnTo>
                  <a:moveTo>
                    <a:pt x="p0x755" y="p0y755"/>
                  </a:moveTo>
                  <a:lnTo>
                    <a:pt x="p0x756" y="p0y756"/>
                  </a:lnTo>
                  <a:lnTo>
                    <a:pt x="p0x757" y="p0y757"/>
                  </a:lnTo>
                  <a:lnTo>
                    <a:pt x="p0x758" y="p0y758"/>
                  </a:lnTo>
                  <a:lnTo>
                    <a:pt x="p0x759" y="p0y759"/>
                  </a:lnTo>
                  <a:moveTo>
                    <a:pt x="p0x760" y="p0y760"/>
                  </a:moveTo>
                  <a:lnTo>
                    <a:pt x="p0x761" y="p0y761"/>
                  </a:lnTo>
                  <a:lnTo>
                    <a:pt x="p0x762" y="p0y762"/>
                  </a:lnTo>
                  <a:lnTo>
                    <a:pt x="p0x763" y="p0y763"/>
                  </a:lnTo>
                  <a:lnTo>
                    <a:pt x="p0x764" y="p0y764"/>
                  </a:lnTo>
                  <a:moveTo>
                    <a:pt x="p0x765" y="p0y765"/>
                  </a:moveTo>
                  <a:lnTo>
                    <a:pt x="p0x766" y="p0y766"/>
                  </a:lnTo>
                  <a:lnTo>
                    <a:pt x="p0x767" y="p0y767"/>
                  </a:lnTo>
                  <a:lnTo>
                    <a:pt x="p0x768" y="p0y768"/>
                  </a:lnTo>
                  <a:lnTo>
                    <a:pt x="p0x769" y="p0y769"/>
                  </a:lnTo>
                  <a:moveTo>
                    <a:pt x="p0x770" y="p0y770"/>
                  </a:moveTo>
                  <a:lnTo>
                    <a:pt x="p0x771" y="p0y771"/>
                  </a:lnTo>
                  <a:lnTo>
                    <a:pt x="p0x772" y="p0y772"/>
                  </a:lnTo>
                  <a:lnTo>
                    <a:pt x="p0x773" y="p0y773"/>
                  </a:lnTo>
                  <a:lnTo>
                    <a:pt x="p0x774" y="p0y774"/>
                  </a:lnTo>
                  <a:moveTo>
                    <a:pt x="p0x775" y="p0y775"/>
                  </a:moveTo>
                  <a:lnTo>
                    <a:pt x="p0x776" y="p0y776"/>
                  </a:lnTo>
                  <a:lnTo>
                    <a:pt x="p0x777" y="p0y777"/>
                  </a:lnTo>
                  <a:lnTo>
                    <a:pt x="p0x778" y="p0y778"/>
                  </a:lnTo>
                  <a:lnTo>
                    <a:pt x="p0x779" y="p0y779"/>
                  </a:lnTo>
                  <a:moveTo>
                    <a:pt x="p0x780" y="p0y780"/>
                  </a:moveTo>
                  <a:lnTo>
                    <a:pt x="p0x781" y="p0y781"/>
                  </a:lnTo>
                  <a:lnTo>
                    <a:pt x="p0x782" y="p0y782"/>
                  </a:lnTo>
                  <a:lnTo>
                    <a:pt x="p0x783" y="p0y783"/>
                  </a:lnTo>
                  <a:lnTo>
                    <a:pt x="p0x784" y="p0y784"/>
                  </a:lnTo>
                  <a:moveTo>
                    <a:pt x="p0x785" y="p0y785"/>
                  </a:moveTo>
                  <a:lnTo>
                    <a:pt x="p0x786" y="p0y786"/>
                  </a:lnTo>
                  <a:lnTo>
                    <a:pt x="p0x787" y="p0y787"/>
                  </a:lnTo>
                  <a:lnTo>
                    <a:pt x="p0x788" y="p0y788"/>
                  </a:lnTo>
                  <a:lnTo>
                    <a:pt x="p0x789" y="p0y789"/>
                  </a:lnTo>
                  <a:moveTo>
                    <a:pt x="p0x790" y="p0y790"/>
                  </a:moveTo>
                  <a:lnTo>
                    <a:pt x="p0x791" y="p0y791"/>
                  </a:lnTo>
                  <a:lnTo>
                    <a:pt x="p0x792" y="p0y792"/>
                  </a:lnTo>
                  <a:lnTo>
                    <a:pt x="p0x793" y="p0y793"/>
                  </a:lnTo>
                  <a:lnTo>
                    <a:pt x="p0x794" y="p0y794"/>
                  </a:lnTo>
                  <a:moveTo>
                    <a:pt x="p0x795" y="p0y795"/>
                  </a:moveTo>
                  <a:lnTo>
                    <a:pt x="p0x796" y="p0y796"/>
                  </a:lnTo>
                  <a:lnTo>
                    <a:pt x="p0x797" y="p0y797"/>
                  </a:lnTo>
                  <a:lnTo>
                    <a:pt x="p0x798" y="p0y798"/>
                  </a:lnTo>
                  <a:lnTo>
                    <a:pt x="p0x799" y="p0y799"/>
                  </a:lnTo>
                  <a:moveTo>
                    <a:pt x="p0x800" y="p0y800"/>
                  </a:moveTo>
                  <a:lnTo>
                    <a:pt x="p0x801" y="p0y801"/>
                  </a:lnTo>
                  <a:lnTo>
                    <a:pt x="p0x802" y="p0y802"/>
                  </a:lnTo>
                  <a:lnTo>
                    <a:pt x="p0x803" y="p0y803"/>
                  </a:lnTo>
                  <a:lnTo>
                    <a:pt x="p0x804" y="p0y804"/>
                  </a:lnTo>
                  <a:moveTo>
                    <a:pt x="p0x805" y="p0y805"/>
                  </a:moveTo>
                  <a:lnTo>
                    <a:pt x="p0x806" y="p0y806"/>
                  </a:lnTo>
                  <a:lnTo>
                    <a:pt x="p0x807" y="p0y807"/>
                  </a:lnTo>
                  <a:lnTo>
                    <a:pt x="p0x808" y="p0y808"/>
                  </a:lnTo>
                  <a:lnTo>
                    <a:pt x="p0x809" y="p0y809"/>
                  </a:lnTo>
                  <a:moveTo>
                    <a:pt x="p0x810" y="p0y810"/>
                  </a:moveTo>
                  <a:lnTo>
                    <a:pt x="p0x811" y="p0y811"/>
                  </a:lnTo>
                  <a:lnTo>
                    <a:pt x="p0x812" y="p0y812"/>
                  </a:lnTo>
                  <a:lnTo>
                    <a:pt x="p0x813" y="p0y813"/>
                  </a:lnTo>
                  <a:lnTo>
                    <a:pt x="p0x814" y="p0y814"/>
                  </a:lnTo>
                  <a:moveTo>
                    <a:pt x="p0x815" y="p0y815"/>
                  </a:moveTo>
                  <a:lnTo>
                    <a:pt x="p0x816" y="p0y816"/>
                  </a:lnTo>
                  <a:lnTo>
                    <a:pt x="p0x817" y="p0y817"/>
                  </a:lnTo>
                  <a:lnTo>
                    <a:pt x="p0x818" y="p0y818"/>
                  </a:lnTo>
                  <a:lnTo>
                    <a:pt x="p0x819" y="p0y819"/>
                  </a:lnTo>
                  <a:moveTo>
                    <a:pt x="p0x820" y="p0y820"/>
                  </a:moveTo>
                  <a:lnTo>
                    <a:pt x="p0x821" y="p0y821"/>
                  </a:lnTo>
                  <a:lnTo>
                    <a:pt x="p0x822" y="p0y822"/>
                  </a:lnTo>
                  <a:lnTo>
                    <a:pt x="p0x823" y="p0y823"/>
                  </a:lnTo>
                  <a:lnTo>
                    <a:pt x="p0x824" y="p0y824"/>
                  </a:lnTo>
                  <a:moveTo>
                    <a:pt x="p0x825" y="p0y825"/>
                  </a:moveTo>
                  <a:lnTo>
                    <a:pt x="p0x826" y="p0y826"/>
                  </a:lnTo>
                  <a:lnTo>
                    <a:pt x="p0x827" y="p0y827"/>
                  </a:lnTo>
                  <a:lnTo>
                    <a:pt x="p0x828" y="p0y828"/>
                  </a:lnTo>
                  <a:lnTo>
                    <a:pt x="p0x829" y="p0y829"/>
                  </a:lnTo>
                  <a:moveTo>
                    <a:pt x="p0x830" y="p0y830"/>
                  </a:moveTo>
                  <a:lnTo>
                    <a:pt x="p0x831" y="p0y831"/>
                  </a:lnTo>
                  <a:lnTo>
                    <a:pt x="p0x832" y="p0y832"/>
                  </a:lnTo>
                  <a:lnTo>
                    <a:pt x="p0x833" y="p0y833"/>
                  </a:lnTo>
                  <a:lnTo>
                    <a:pt x="p0x834" y="p0y834"/>
                  </a:lnTo>
                  <a:moveTo>
                    <a:pt x="p0x835" y="p0y835"/>
                  </a:moveTo>
                  <a:lnTo>
                    <a:pt x="p0x836" y="p0y836"/>
                  </a:lnTo>
                  <a:lnTo>
                    <a:pt x="p0x837" y="p0y837"/>
                  </a:lnTo>
                  <a:lnTo>
                    <a:pt x="p0x838" y="p0y838"/>
                  </a:lnTo>
                  <a:lnTo>
                    <a:pt x="p0x839" y="p0y839"/>
                  </a:lnTo>
                  <a:moveTo>
                    <a:pt x="p0x840" y="p0y840"/>
                  </a:moveTo>
                  <a:lnTo>
                    <a:pt x="p0x841" y="p0y841"/>
                  </a:lnTo>
                  <a:lnTo>
                    <a:pt x="p0x842" y="p0y842"/>
                  </a:lnTo>
                  <a:lnTo>
                    <a:pt x="p0x843" y="p0y843"/>
                  </a:lnTo>
                  <a:lnTo>
                    <a:pt x="p0x844" y="p0y844"/>
                  </a:lnTo>
                  <a:moveTo>
                    <a:pt x="p0x845" y="p0y845"/>
                  </a:moveTo>
                  <a:lnTo>
                    <a:pt x="p0x846" y="p0y846"/>
                  </a:lnTo>
                  <a:lnTo>
                    <a:pt x="p0x847" y="p0y847"/>
                  </a:lnTo>
                  <a:lnTo>
                    <a:pt x="p0x848" y="p0y848"/>
                  </a:lnTo>
                  <a:lnTo>
                    <a:pt x="p0x849" y="p0y849"/>
                  </a:lnTo>
                  <a:moveTo>
                    <a:pt x="p0x850" y="p0y850"/>
                  </a:moveTo>
                  <a:lnTo>
                    <a:pt x="p0x851" y="p0y851"/>
                  </a:lnTo>
                  <a:lnTo>
                    <a:pt x="p0x852" y="p0y852"/>
                  </a:lnTo>
                  <a:lnTo>
                    <a:pt x="p0x853" y="p0y853"/>
                  </a:lnTo>
                  <a:lnTo>
                    <a:pt x="p0x854" y="p0y854"/>
                  </a:lnTo>
                  <a:moveTo>
                    <a:pt x="p0x855" y="p0y855"/>
                  </a:moveTo>
                  <a:lnTo>
                    <a:pt x="p0x856" y="p0y856"/>
                  </a:lnTo>
                  <a:lnTo>
                    <a:pt x="p0x857" y="p0y857"/>
                  </a:lnTo>
                  <a:lnTo>
                    <a:pt x="p0x858" y="p0y858"/>
                  </a:lnTo>
                  <a:lnTo>
                    <a:pt x="p0x859" y="p0y859"/>
                  </a:lnTo>
                  <a:moveTo>
                    <a:pt x="p0x860" y="p0y860"/>
                  </a:moveTo>
                  <a:lnTo>
                    <a:pt x="p0x861" y="p0y861"/>
                  </a:lnTo>
                  <a:lnTo>
                    <a:pt x="p0x862" y="p0y862"/>
                  </a:lnTo>
                  <a:lnTo>
                    <a:pt x="p0x863" y="p0y863"/>
                  </a:lnTo>
                  <a:lnTo>
                    <a:pt x="p0x864" y="p0y864"/>
                  </a:lnTo>
                  <a:moveTo>
                    <a:pt x="p0x865" y="p0y865"/>
                  </a:moveTo>
                  <a:lnTo>
                    <a:pt x="p0x866" y="p0y866"/>
                  </a:lnTo>
                  <a:lnTo>
                    <a:pt x="p0x867" y="p0y867"/>
                  </a:lnTo>
                  <a:lnTo>
                    <a:pt x="p0x868" y="p0y868"/>
                  </a:lnTo>
                  <a:lnTo>
                    <a:pt x="p0x869" y="p0y869"/>
                  </a:lnTo>
                  <a:moveTo>
                    <a:pt x="p0x870" y="p0y870"/>
                  </a:moveTo>
                  <a:lnTo>
                    <a:pt x="p0x871" y="p0y871"/>
                  </a:lnTo>
                  <a:lnTo>
                    <a:pt x="p0x872" y="p0y872"/>
                  </a:lnTo>
                  <a:lnTo>
                    <a:pt x="p0x873" y="p0y873"/>
                  </a:lnTo>
                  <a:lnTo>
                    <a:pt x="p0x874" y="p0y874"/>
                  </a:lnTo>
                  <a:moveTo>
                    <a:pt x="p0x875" y="p0y875"/>
                  </a:moveTo>
                  <a:lnTo>
                    <a:pt x="p0x876" y="p0y876"/>
                  </a:lnTo>
                  <a:lnTo>
                    <a:pt x="p0x877" y="p0y877"/>
                  </a:lnTo>
                  <a:lnTo>
                    <a:pt x="p0x878" y="p0y878"/>
                  </a:lnTo>
                  <a:lnTo>
                    <a:pt x="p0x879" y="p0y879"/>
                  </a:lnTo>
                  <a:moveTo>
                    <a:pt x="p0x880" y="p0y880"/>
                  </a:moveTo>
                  <a:lnTo>
                    <a:pt x="p0x881" y="p0y881"/>
                  </a:lnTo>
                  <a:lnTo>
                    <a:pt x="p0x882" y="p0y882"/>
                  </a:lnTo>
                  <a:lnTo>
                    <a:pt x="p0x883" y="p0y883"/>
                  </a:lnTo>
                  <a:lnTo>
                    <a:pt x="p0x884" y="p0y884"/>
                  </a:lnTo>
                  <a:moveTo>
                    <a:pt x="p0x885" y="p0y885"/>
                  </a:moveTo>
                  <a:lnTo>
                    <a:pt x="p0x886" y="p0y886"/>
                  </a:lnTo>
                  <a:lnTo>
                    <a:pt x="p0x887" y="p0y887"/>
                  </a:lnTo>
                  <a:lnTo>
                    <a:pt x="p0x888" y="p0y888"/>
                  </a:lnTo>
                  <a:lnTo>
                    <a:pt x="p0x889" y="p0y889"/>
                  </a:lnTo>
                  <a:moveTo>
                    <a:pt x="p0x890" y="p0y890"/>
                  </a:moveTo>
                  <a:lnTo>
                    <a:pt x="p0x891" y="p0y891"/>
                  </a:lnTo>
                  <a:lnTo>
                    <a:pt x="p0x892" y="p0y892"/>
                  </a:lnTo>
                  <a:lnTo>
                    <a:pt x="p0x893" y="p0y893"/>
                  </a:lnTo>
                  <a:lnTo>
                    <a:pt x="p0x894" y="p0y894"/>
                  </a:lnTo>
                  <a:moveTo>
                    <a:pt x="p0x895" y="p0y895"/>
                  </a:moveTo>
                  <a:lnTo>
                    <a:pt x="p0x896" y="p0y896"/>
                  </a:lnTo>
                  <a:lnTo>
                    <a:pt x="p0x897" y="p0y897"/>
                  </a:lnTo>
                  <a:lnTo>
                    <a:pt x="p0x898" y="p0y898"/>
                  </a:lnTo>
                  <a:lnTo>
                    <a:pt x="p0x899" y="p0y899"/>
                  </a:lnTo>
                  <a:moveTo>
                    <a:pt x="p0x900" y="p0y900"/>
                  </a:moveTo>
                  <a:lnTo>
                    <a:pt x="p0x901" y="p0y901"/>
                  </a:lnTo>
                  <a:lnTo>
                    <a:pt x="p0x902" y="p0y902"/>
                  </a:lnTo>
                  <a:lnTo>
                    <a:pt x="p0x903" y="p0y903"/>
                  </a:lnTo>
                  <a:lnTo>
                    <a:pt x="p0x904" y="p0y904"/>
                  </a:lnTo>
                  <a:moveTo>
                    <a:pt x="p0x905" y="p0y905"/>
                  </a:moveTo>
                  <a:lnTo>
                    <a:pt x="p0x906" y="p0y906"/>
                  </a:lnTo>
                  <a:lnTo>
                    <a:pt x="p0x907" y="p0y907"/>
                  </a:lnTo>
                  <a:lnTo>
                    <a:pt x="p0x908" y="p0y908"/>
                  </a:lnTo>
                  <a:lnTo>
                    <a:pt x="p0x909" y="p0y909"/>
                  </a:lnTo>
                  <a:moveTo>
                    <a:pt x="p0x910" y="p0y910"/>
                  </a:moveTo>
                  <a:lnTo>
                    <a:pt x="p0x911" y="p0y911"/>
                  </a:lnTo>
                  <a:lnTo>
                    <a:pt x="p0x912" y="p0y912"/>
                  </a:lnTo>
                  <a:lnTo>
                    <a:pt x="p0x913" y="p0y913"/>
                  </a:lnTo>
                  <a:lnTo>
                    <a:pt x="p0x914" y="p0y914"/>
                  </a:lnTo>
                  <a:moveTo>
                    <a:pt x="p0x915" y="p0y915"/>
                  </a:moveTo>
                  <a:lnTo>
                    <a:pt x="p0x916" y="p0y916"/>
                  </a:lnTo>
                  <a:lnTo>
                    <a:pt x="p0x917" y="p0y917"/>
                  </a:lnTo>
                  <a:lnTo>
                    <a:pt x="p0x918" y="p0y918"/>
                  </a:lnTo>
                  <a:lnTo>
                    <a:pt x="p0x919" y="p0y919"/>
                  </a:lnTo>
                  <a:moveTo>
                    <a:pt x="p0x920" y="p0y920"/>
                  </a:moveTo>
                  <a:lnTo>
                    <a:pt x="p0x921" y="p0y921"/>
                  </a:lnTo>
                  <a:lnTo>
                    <a:pt x="p0x922" y="p0y922"/>
                  </a:lnTo>
                  <a:lnTo>
                    <a:pt x="p0x923" y="p0y923"/>
                  </a:lnTo>
                  <a:lnTo>
                    <a:pt x="p0x924" y="p0y924"/>
                  </a:lnTo>
                  <a:moveTo>
                    <a:pt x="p0x925" y="p0y925"/>
                  </a:moveTo>
                  <a:lnTo>
                    <a:pt x="p0x926" y="p0y926"/>
                  </a:lnTo>
                  <a:lnTo>
                    <a:pt x="p0x927" y="p0y927"/>
                  </a:lnTo>
                  <a:lnTo>
                    <a:pt x="p0x928" y="p0y928"/>
                  </a:lnTo>
                  <a:lnTo>
                    <a:pt x="p0x929" y="p0y929"/>
                  </a:lnTo>
                  <a:moveTo>
                    <a:pt x="p0x930" y="p0y930"/>
                  </a:moveTo>
                  <a:lnTo>
                    <a:pt x="p0x931" y="p0y931"/>
                  </a:lnTo>
                  <a:lnTo>
                    <a:pt x="p0x932" y="p0y932"/>
                  </a:lnTo>
                  <a:lnTo>
                    <a:pt x="p0x933" y="p0y933"/>
                  </a:lnTo>
                  <a:lnTo>
                    <a:pt x="p0x934" y="p0y934"/>
                  </a:lnTo>
                  <a:moveTo>
                    <a:pt x="p0x935" y="p0y935"/>
                  </a:moveTo>
                  <a:lnTo>
                    <a:pt x="p0x936" y="p0y936"/>
                  </a:lnTo>
                  <a:lnTo>
                    <a:pt x="p0x937" y="p0y937"/>
                  </a:lnTo>
                  <a:lnTo>
                    <a:pt x="p0x938" y="p0y938"/>
                  </a:lnTo>
                  <a:lnTo>
                    <a:pt x="p0x939" y="p0y939"/>
                  </a:lnTo>
                  <a:moveTo>
                    <a:pt x="p0x940" y="p0y940"/>
                  </a:moveTo>
                  <a:lnTo>
                    <a:pt x="p0x941" y="p0y941"/>
                  </a:lnTo>
                  <a:lnTo>
                    <a:pt x="p0x942" y="p0y942"/>
                  </a:lnTo>
                  <a:lnTo>
                    <a:pt x="p0x943" y="p0y943"/>
                  </a:lnTo>
                  <a:lnTo>
                    <a:pt x="p0x944" y="p0y944"/>
                  </a:lnTo>
                  <a:moveTo>
                    <a:pt x="p0x945" y="p0y945"/>
                  </a:moveTo>
                  <a:lnTo>
                    <a:pt x="p0x946" y="p0y946"/>
                  </a:lnTo>
                  <a:lnTo>
                    <a:pt x="p0x947" y="p0y947"/>
                  </a:lnTo>
                  <a:lnTo>
                    <a:pt x="p0x948" y="p0y948"/>
                  </a:lnTo>
                  <a:lnTo>
                    <a:pt x="p0x949" y="p0y949"/>
                  </a:lnTo>
                  <a:moveTo>
                    <a:pt x="p0x950" y="p0y950"/>
                  </a:moveTo>
                  <a:lnTo>
                    <a:pt x="p0x951" y="p0y951"/>
                  </a:lnTo>
                  <a:lnTo>
                    <a:pt x="p0x952" y="p0y952"/>
                  </a:lnTo>
                  <a:lnTo>
                    <a:pt x="p0x953" y="p0y953"/>
                  </a:lnTo>
                  <a:lnTo>
                    <a:pt x="p0x954" y="p0y954"/>
                  </a:lnTo>
                  <a:moveTo>
                    <a:pt x="p0x955" y="p0y955"/>
                  </a:moveTo>
                  <a:lnTo>
                    <a:pt x="p0x956" y="p0y956"/>
                  </a:lnTo>
                  <a:lnTo>
                    <a:pt x="p0x957" y="p0y957"/>
                  </a:lnTo>
                  <a:lnTo>
                    <a:pt x="p0x958" y="p0y958"/>
                  </a:lnTo>
                  <a:lnTo>
                    <a:pt x="p0x959" y="p0y959"/>
                  </a:lnTo>
                  <a:moveTo>
                    <a:pt x="p0x960" y="p0y960"/>
                  </a:moveTo>
                  <a:lnTo>
                    <a:pt x="p0x961" y="p0y961"/>
                  </a:lnTo>
                  <a:lnTo>
                    <a:pt x="p0x962" y="p0y962"/>
                  </a:lnTo>
                  <a:lnTo>
                    <a:pt x="p0x963" y="p0y963"/>
                  </a:lnTo>
                  <a:lnTo>
                    <a:pt x="p0x964" y="p0y964"/>
                  </a:lnTo>
                  <a:moveTo>
                    <a:pt x="p0x965" y="p0y965"/>
                  </a:moveTo>
                  <a:lnTo>
                    <a:pt x="p0x966" y="p0y966"/>
                  </a:lnTo>
                  <a:lnTo>
                    <a:pt x="p0x967" y="p0y967"/>
                  </a:lnTo>
                  <a:lnTo>
                    <a:pt x="p0x968" y="p0y968"/>
                  </a:lnTo>
                  <a:lnTo>
                    <a:pt x="p0x969" y="p0y969"/>
                  </a:lnTo>
                  <a:moveTo>
                    <a:pt x="p0x970" y="p0y970"/>
                  </a:moveTo>
                  <a:lnTo>
                    <a:pt x="p0x971" y="p0y971"/>
                  </a:lnTo>
                  <a:lnTo>
                    <a:pt x="p0x972" y="p0y972"/>
                  </a:lnTo>
                  <a:lnTo>
                    <a:pt x="p0x973" y="p0y973"/>
                  </a:lnTo>
                  <a:lnTo>
                    <a:pt x="p0x974" y="p0y974"/>
                  </a:lnTo>
                  <a:moveTo>
                    <a:pt x="p0x975" y="p0y975"/>
                  </a:moveTo>
                  <a:lnTo>
                    <a:pt x="p0x976" y="p0y976"/>
                  </a:lnTo>
                  <a:lnTo>
                    <a:pt x="p0x977" y="p0y977"/>
                  </a:lnTo>
                  <a:lnTo>
                    <a:pt x="p0x978" y="p0y978"/>
                  </a:lnTo>
                  <a:lnTo>
                    <a:pt x="p0x979" y="p0y979"/>
                  </a:lnTo>
                  <a:moveTo>
                    <a:pt x="p0x980" y="p0y980"/>
                  </a:moveTo>
                  <a:lnTo>
                    <a:pt x="p0x981" y="p0y981"/>
                  </a:lnTo>
                  <a:lnTo>
                    <a:pt x="p0x982" y="p0y982"/>
                  </a:lnTo>
                  <a:lnTo>
                    <a:pt x="p0x983" y="p0y983"/>
                  </a:lnTo>
                  <a:lnTo>
                    <a:pt x="p0x984" y="p0y984"/>
                  </a:lnTo>
                  <a:moveTo>
                    <a:pt x="p0x985" y="p0y985"/>
                  </a:moveTo>
                  <a:lnTo>
                    <a:pt x="p0x986" y="p0y986"/>
                  </a:lnTo>
                  <a:lnTo>
                    <a:pt x="p0x987" y="p0y987"/>
                  </a:lnTo>
                  <a:lnTo>
                    <a:pt x="p0x988" y="p0y988"/>
                  </a:lnTo>
                  <a:lnTo>
                    <a:pt x="p0x989" y="p0y989"/>
                  </a:lnTo>
                  <a:moveTo>
                    <a:pt x="p0x990" y="p0y990"/>
                  </a:moveTo>
                  <a:lnTo>
                    <a:pt x="p0x991" y="p0y991"/>
                  </a:lnTo>
                  <a:lnTo>
                    <a:pt x="p0x992" y="p0y992"/>
                  </a:lnTo>
                  <a:lnTo>
                    <a:pt x="p0x993" y="p0y993"/>
                  </a:lnTo>
                  <a:lnTo>
                    <a:pt x="p0x994" y="p0y994"/>
                  </a:lnTo>
                  <a:moveTo>
                    <a:pt x="p0x995" y="p0y995"/>
                  </a:moveTo>
                  <a:lnTo>
                    <a:pt x="p0x996" y="p0y996"/>
                  </a:lnTo>
                  <a:lnTo>
                    <a:pt x="p0x997" y="p0y997"/>
                  </a:lnTo>
                  <a:lnTo>
                    <a:pt x="p0x998" y="p0y998"/>
                  </a:lnTo>
                  <a:lnTo>
                    <a:pt x="p0x999" y="p0y999"/>
                  </a:lnTo>
                  <a:moveTo>
                    <a:pt x="p0x1000" y="p0y1000"/>
                  </a:moveTo>
                  <a:lnTo>
                    <a:pt x="p0x1001" y="p0y1001"/>
                  </a:lnTo>
                  <a:lnTo>
                    <a:pt x="p0x1002" y="p0y1002"/>
                  </a:lnTo>
                  <a:lnTo>
                    <a:pt x="p0x1003" y="p0y1003"/>
                  </a:lnTo>
                  <a:lnTo>
                    <a:pt x="p0x1004" y="p0y1004"/>
                  </a:lnTo>
                  <a:moveTo>
                    <a:pt x="p0x1005" y="p0y1005"/>
                  </a:moveTo>
                  <a:lnTo>
                    <a:pt x="p0x1006" y="p0y1006"/>
                  </a:lnTo>
                  <a:lnTo>
                    <a:pt x="p0x1007" y="p0y1007"/>
                  </a:lnTo>
                  <a:lnTo>
                    <a:pt x="p0x1008" y="p0y1008"/>
                  </a:lnTo>
                  <a:lnTo>
                    <a:pt x="p0x1009" y="p0y1009"/>
                  </a:lnTo>
                  <a:moveTo>
                    <a:pt x="p0x1010" y="p0y1010"/>
                  </a:moveTo>
                  <a:lnTo>
                    <a:pt x="p0x1011" y="p0y1011"/>
                  </a:lnTo>
                  <a:lnTo>
                    <a:pt x="p0x1012" y="p0y1012"/>
                  </a:lnTo>
                  <a:lnTo>
                    <a:pt x="p0x1013" y="p0y1013"/>
                  </a:lnTo>
                  <a:lnTo>
                    <a:pt x="p0x1014" y="p0y1014"/>
                  </a:lnTo>
                  <a:moveTo>
                    <a:pt x="p0x1015" y="p0y1015"/>
                  </a:moveTo>
                  <a:lnTo>
                    <a:pt x="p0x1016" y="p0y1016"/>
                  </a:lnTo>
                  <a:lnTo>
                    <a:pt x="p0x1017" y="p0y1017"/>
                  </a:lnTo>
                  <a:lnTo>
                    <a:pt x="p0x1018" y="p0y1018"/>
                  </a:lnTo>
                  <a:lnTo>
                    <a:pt x="p0x1019" y="p0y1019"/>
                  </a:lnTo>
                  <a:moveTo>
                    <a:pt x="p0x1020" y="p0y1020"/>
                  </a:moveTo>
                  <a:lnTo>
                    <a:pt x="p0x1021" y="p0y1021"/>
                  </a:lnTo>
                  <a:lnTo>
                    <a:pt x="p0x1022" y="p0y1022"/>
                  </a:lnTo>
                  <a:lnTo>
                    <a:pt x="p0x1023" y="p0y1023"/>
                  </a:lnTo>
                  <a:lnTo>
                    <a:pt x="p0x1024" y="p0y1024"/>
                  </a:lnTo>
                  <a:moveTo>
                    <a:pt x="p0x1025" y="p0y1025"/>
                  </a:moveTo>
                  <a:lnTo>
                    <a:pt x="p0x1026" y="p0y1026"/>
                  </a:lnTo>
                  <a:lnTo>
                    <a:pt x="p0x1027" y="p0y1027"/>
                  </a:lnTo>
                  <a:lnTo>
                    <a:pt x="p0x1028" y="p0y1028"/>
                  </a:lnTo>
                  <a:lnTo>
                    <a:pt x="p0x1029" y="p0y1029"/>
                  </a:lnTo>
                  <a:moveTo>
                    <a:pt x="p0x1030" y="p0y1030"/>
                  </a:moveTo>
                  <a:lnTo>
                    <a:pt x="p0x1031" y="p0y1031"/>
                  </a:lnTo>
                  <a:lnTo>
                    <a:pt x="p0x1032" y="p0y1032"/>
                  </a:lnTo>
                  <a:lnTo>
                    <a:pt x="p0x1033" y="p0y1033"/>
                  </a:lnTo>
                  <a:lnTo>
                    <a:pt x="p0x1034" y="p0y1034"/>
                  </a:lnTo>
                  <a:moveTo>
                    <a:pt x="p0x1035" y="p0y1035"/>
                  </a:moveTo>
                  <a:lnTo>
                    <a:pt x="p0x1036" y="p0y1036"/>
                  </a:lnTo>
                  <a:lnTo>
                    <a:pt x="p0x1037" y="p0y1037"/>
                  </a:lnTo>
                  <a:lnTo>
                    <a:pt x="p0x1038" y="p0y1038"/>
                  </a:lnTo>
                  <a:lnTo>
                    <a:pt x="p0x1039" y="p0y1039"/>
                  </a:lnTo>
                  <a:moveTo>
                    <a:pt x="p0x1040" y="p0y1040"/>
                  </a:moveTo>
                  <a:lnTo>
                    <a:pt x="p0x1041" y="p0y1041"/>
                  </a:lnTo>
                  <a:lnTo>
                    <a:pt x="p0x1042" y="p0y1042"/>
                  </a:lnTo>
                  <a:lnTo>
                    <a:pt x="p0x1043" y="p0y1043"/>
                  </a:lnTo>
                  <a:lnTo>
                    <a:pt x="p0x1044" y="p0y1044"/>
                  </a:lnTo>
                  <a:moveTo>
                    <a:pt x="p0x1045" y="p0y1045"/>
                  </a:moveTo>
                  <a:lnTo>
                    <a:pt x="p0x1046" y="p0y1046"/>
                  </a:lnTo>
                  <a:lnTo>
                    <a:pt x="p0x1047" y="p0y1047"/>
                  </a:lnTo>
                  <a:lnTo>
                    <a:pt x="p0x1048" y="p0y1048"/>
                  </a:lnTo>
                  <a:lnTo>
                    <a:pt x="p0x1049" y="p0y1049"/>
                  </a:lnTo>
                  <a:moveTo>
                    <a:pt x="p0x1050" y="p0y1050"/>
                  </a:moveTo>
                  <a:lnTo>
                    <a:pt x="p0x1051" y="p0y1051"/>
                  </a:lnTo>
                  <a:lnTo>
                    <a:pt x="p0x1052" y="p0y1052"/>
                  </a:lnTo>
                  <a:lnTo>
                    <a:pt x="p0x1053" y="p0y1053"/>
                  </a:lnTo>
                  <a:lnTo>
                    <a:pt x="p0x1054" y="p0y1054"/>
                  </a:lnTo>
                  <a:moveTo>
                    <a:pt x="p0x1055" y="p0y1055"/>
                  </a:moveTo>
                  <a:lnTo>
                    <a:pt x="p0x1056" y="p0y1056"/>
                  </a:lnTo>
                  <a:lnTo>
                    <a:pt x="p0x1057" y="p0y1057"/>
                  </a:lnTo>
                  <a:lnTo>
                    <a:pt x="p0x1058" y="p0y1058"/>
                  </a:lnTo>
                  <a:lnTo>
                    <a:pt x="p0x1059" y="p0y1059"/>
                  </a:lnTo>
                  <a:moveTo>
                    <a:pt x="p0x1060" y="p0y1060"/>
                  </a:moveTo>
                  <a:lnTo>
                    <a:pt x="p0x1061" y="p0y1061"/>
                  </a:lnTo>
                  <a:lnTo>
                    <a:pt x="p0x1062" y="p0y1062"/>
                  </a:lnTo>
                  <a:lnTo>
                    <a:pt x="p0x1063" y="p0y1063"/>
                  </a:lnTo>
                  <a:lnTo>
                    <a:pt x="p0x1064" y="p0y1064"/>
                  </a:lnTo>
                  <a:moveTo>
                    <a:pt x="p0x1065" y="p0y1065"/>
                  </a:moveTo>
                  <a:lnTo>
                    <a:pt x="p0x1066" y="p0y1066"/>
                  </a:lnTo>
                  <a:lnTo>
                    <a:pt x="p0x1067" y="p0y1067"/>
                  </a:lnTo>
                  <a:lnTo>
                    <a:pt x="p0x1068" y="p0y1068"/>
                  </a:lnTo>
                  <a:lnTo>
                    <a:pt x="p0x1069" y="p0y1069"/>
                  </a:lnTo>
                  <a:moveTo>
                    <a:pt x="p0x1070" y="p0y1070"/>
                  </a:moveTo>
                  <a:lnTo>
                    <a:pt x="p0x1071" y="p0y1071"/>
                  </a:lnTo>
                  <a:lnTo>
                    <a:pt x="p0x1072" y="p0y1072"/>
                  </a:lnTo>
                  <a:lnTo>
                    <a:pt x="p0x1073" y="p0y1073"/>
                  </a:lnTo>
                  <a:lnTo>
                    <a:pt x="p0x1074" y="p0y1074"/>
                  </a:lnTo>
                  <a:moveTo>
                    <a:pt x="p0x1075" y="p0y1075"/>
                  </a:moveTo>
                  <a:lnTo>
                    <a:pt x="p0x1076" y="p0y1076"/>
                  </a:lnTo>
                  <a:lnTo>
                    <a:pt x="p0x1077" y="p0y1077"/>
                  </a:lnTo>
                  <a:lnTo>
                    <a:pt x="p0x1078" y="p0y1078"/>
                  </a:lnTo>
                  <a:lnTo>
                    <a:pt x="p0x1079" y="p0y1079"/>
                  </a:lnTo>
                  <a:moveTo>
                    <a:pt x="p0x1080" y="p0y1080"/>
                  </a:moveTo>
                  <a:lnTo>
                    <a:pt x="p0x1081" y="p0y1081"/>
                  </a:lnTo>
                  <a:lnTo>
                    <a:pt x="p0x1082" y="p0y1082"/>
                  </a:lnTo>
                  <a:lnTo>
                    <a:pt x="p0x1083" y="p0y1083"/>
                  </a:lnTo>
                  <a:lnTo>
                    <a:pt x="p0x1084" y="p0y1084"/>
                  </a:lnTo>
                  <a:moveTo>
                    <a:pt x="p0x1085" y="p0y1085"/>
                  </a:moveTo>
                  <a:lnTo>
                    <a:pt x="p0x1086" y="p0y1086"/>
                  </a:lnTo>
                  <a:lnTo>
                    <a:pt x="p0x1087" y="p0y1087"/>
                  </a:lnTo>
                  <a:lnTo>
                    <a:pt x="p0x1088" y="p0y1088"/>
                  </a:lnTo>
                  <a:lnTo>
                    <a:pt x="p0x1089" y="p0y1089"/>
                  </a:lnTo>
                  <a:moveTo>
                    <a:pt x="p0x1090" y="p0y1090"/>
                  </a:moveTo>
                  <a:lnTo>
                    <a:pt x="p0x1091" y="p0y1091"/>
                  </a:lnTo>
                  <a:lnTo>
                    <a:pt x="p0x1092" y="p0y1092"/>
                  </a:lnTo>
                  <a:lnTo>
                    <a:pt x="p0x1093" y="p0y1093"/>
                  </a:lnTo>
                  <a:lnTo>
                    <a:pt x="p0x1094" y="p0y1094"/>
                  </a:lnTo>
                  <a:moveTo>
                    <a:pt x="p0x1095" y="p0y1095"/>
                  </a:moveTo>
                  <a:lnTo>
                    <a:pt x="p0x1096" y="p0y1096"/>
                  </a:lnTo>
                  <a:lnTo>
                    <a:pt x="p0x1097" y="p0y1097"/>
                  </a:lnTo>
                  <a:lnTo>
                    <a:pt x="p0x1098" y="p0y1098"/>
                  </a:lnTo>
                  <a:lnTo>
                    <a:pt x="p0x1099" y="p0y1099"/>
                  </a:lnTo>
                  <a:moveTo>
                    <a:pt x="p0x1100" y="p0y1100"/>
                  </a:moveTo>
                  <a:lnTo>
                    <a:pt x="p0x1101" y="p0y1101"/>
                  </a:lnTo>
                  <a:lnTo>
                    <a:pt x="p0x1102" y="p0y1102"/>
                  </a:lnTo>
                  <a:lnTo>
                    <a:pt x="p0x1103" y="p0y1103"/>
                  </a:lnTo>
                  <a:lnTo>
                    <a:pt x="p0x1104" y="p0y1104"/>
                  </a:lnTo>
                  <a:moveTo>
                    <a:pt x="p0x1105" y="p0y1105"/>
                  </a:moveTo>
                  <a:lnTo>
                    <a:pt x="p0x1106" y="p0y1106"/>
                  </a:lnTo>
                  <a:lnTo>
                    <a:pt x="p0x1107" y="p0y1107"/>
                  </a:lnTo>
                  <a:lnTo>
                    <a:pt x="p0x1108" y="p0y1108"/>
                  </a:lnTo>
                  <a:lnTo>
                    <a:pt x="p0x1109" y="p0y1109"/>
                  </a:lnTo>
                  <a:moveTo>
                    <a:pt x="p0x1110" y="p0y1110"/>
                  </a:moveTo>
                  <a:lnTo>
                    <a:pt x="p0x1111" y="p0y1111"/>
                  </a:lnTo>
                  <a:lnTo>
                    <a:pt x="p0x1112" y="p0y1112"/>
                  </a:lnTo>
                  <a:lnTo>
                    <a:pt x="p0x1113" y="p0y1113"/>
                  </a:lnTo>
                  <a:lnTo>
                    <a:pt x="p0x1114" y="p0y1114"/>
                  </a:lnTo>
                  <a:moveTo>
                    <a:pt x="p0x1115" y="p0y1115"/>
                  </a:moveTo>
                  <a:lnTo>
                    <a:pt x="p0x1116" y="p0y1116"/>
                  </a:lnTo>
                  <a:lnTo>
                    <a:pt x="p0x1117" y="p0y1117"/>
                  </a:lnTo>
                  <a:lnTo>
                    <a:pt x="p0x1118" y="p0y1118"/>
                  </a:lnTo>
                  <a:lnTo>
                    <a:pt x="p0x1119" y="p0y1119"/>
                  </a:lnTo>
                  <a:moveTo>
                    <a:pt x="p0x1120" y="p0y1120"/>
                  </a:moveTo>
                  <a:lnTo>
                    <a:pt x="p0x1121" y="p0y1121"/>
                  </a:lnTo>
                  <a:lnTo>
                    <a:pt x="p0x1122" y="p0y1122"/>
                  </a:lnTo>
                  <a:lnTo>
                    <a:pt x="p0x1123" y="p0y1123"/>
                  </a:lnTo>
                  <a:lnTo>
                    <a:pt x="p0x1124" y="p0y1124"/>
                  </a:lnTo>
                  <a:moveTo>
                    <a:pt x="p0x1125" y="p0y1125"/>
                  </a:moveTo>
                  <a:lnTo>
                    <a:pt x="p0x1126" y="p0y1126"/>
                  </a:lnTo>
                  <a:lnTo>
                    <a:pt x="p0x1127" y="p0y1127"/>
                  </a:lnTo>
                  <a:lnTo>
                    <a:pt x="p0x1128" y="p0y1128"/>
                  </a:lnTo>
                  <a:lnTo>
                    <a:pt x="p0x1129" y="p0y1129"/>
                  </a:lnTo>
                  <a:moveTo>
                    <a:pt x="p0x1130" y="p0y1130"/>
                  </a:moveTo>
                  <a:lnTo>
                    <a:pt x="p0x1131" y="p0y1131"/>
                  </a:lnTo>
                  <a:lnTo>
                    <a:pt x="p0x1132" y="p0y1132"/>
                  </a:lnTo>
                  <a:lnTo>
                    <a:pt x="p0x1133" y="p0y1133"/>
                  </a:lnTo>
                  <a:lnTo>
                    <a:pt x="p0x1134" y="p0y1134"/>
                  </a:lnTo>
                  <a:moveTo>
                    <a:pt x="p0x1135" y="p0y1135"/>
                  </a:moveTo>
                  <a:lnTo>
                    <a:pt x="p0x1136" y="p0y1136"/>
                  </a:lnTo>
                  <a:lnTo>
                    <a:pt x="p0x1137" y="p0y1137"/>
                  </a:lnTo>
                  <a:lnTo>
                    <a:pt x="p0x1138" y="p0y1138"/>
                  </a:lnTo>
                  <a:lnTo>
                    <a:pt x="p0x1139" y="p0y1139"/>
                  </a:lnTo>
                  <a:moveTo>
                    <a:pt x="p0x1140" y="p0y1140"/>
                  </a:moveTo>
                  <a:lnTo>
                    <a:pt x="p0x1141" y="p0y1141"/>
                  </a:lnTo>
                  <a:lnTo>
                    <a:pt x="p0x1142" y="p0y1142"/>
                  </a:lnTo>
                  <a:lnTo>
                    <a:pt x="p0x1143" y="p0y1143"/>
                  </a:lnTo>
                  <a:lnTo>
                    <a:pt x="p0x1144" y="p0y1144"/>
                  </a:lnTo>
                  <a:moveTo>
                    <a:pt x="p0x1145" y="p0y1145"/>
                  </a:moveTo>
                  <a:lnTo>
                    <a:pt x="p0x1146" y="p0y1146"/>
                  </a:lnTo>
                  <a:lnTo>
                    <a:pt x="p0x1147" y="p0y1147"/>
                  </a:lnTo>
                  <a:lnTo>
                    <a:pt x="p0x1148" y="p0y1148"/>
                  </a:lnTo>
                  <a:lnTo>
                    <a:pt x="p0x1149" y="p0y1149"/>
                  </a:lnTo>
                  <a:moveTo>
                    <a:pt x="p0x1150" y="p0y1150"/>
                  </a:moveTo>
                  <a:lnTo>
                    <a:pt x="p0x1151" y="p0y1151"/>
                  </a:lnTo>
                  <a:lnTo>
                    <a:pt x="p0x1152" y="p0y1152"/>
                  </a:lnTo>
                  <a:lnTo>
                    <a:pt x="p0x1153" y="p0y1153"/>
                  </a:lnTo>
                  <a:lnTo>
                    <a:pt x="p0x1154" y="p0y1154"/>
                  </a:lnTo>
                  <a:moveTo>
                    <a:pt x="p0x1155" y="p0y1155"/>
                  </a:moveTo>
                  <a:lnTo>
                    <a:pt x="p0x1156" y="p0y1156"/>
                  </a:lnTo>
                  <a:lnTo>
                    <a:pt x="p0x1157" y="p0y1157"/>
                  </a:lnTo>
                  <a:lnTo>
                    <a:pt x="p0x1158" y="p0y1158"/>
                  </a:lnTo>
                  <a:lnTo>
                    <a:pt x="p0x1159" y="p0y1159"/>
                  </a:lnTo>
                  <a:moveTo>
                    <a:pt x="p0x1160" y="p0y1160"/>
                  </a:moveTo>
                  <a:lnTo>
                    <a:pt x="p0x1161" y="p0y1161"/>
                  </a:lnTo>
                  <a:lnTo>
                    <a:pt x="p0x1162" y="p0y1162"/>
                  </a:lnTo>
                  <a:lnTo>
                    <a:pt x="p0x1163" y="p0y1163"/>
                  </a:lnTo>
                  <a:lnTo>
                    <a:pt x="p0x1164" y="p0y1164"/>
                  </a:lnTo>
                  <a:moveTo>
                    <a:pt x="p0x1165" y="p0y1165"/>
                  </a:moveTo>
                  <a:lnTo>
                    <a:pt x="p0x1166" y="p0y1166"/>
                  </a:lnTo>
                  <a:lnTo>
                    <a:pt x="p0x1167" y="p0y1167"/>
                  </a:lnTo>
                  <a:lnTo>
                    <a:pt x="p0x1168" y="p0y1168"/>
                  </a:lnTo>
                  <a:lnTo>
                    <a:pt x="p0x1169" y="p0y1169"/>
                  </a:lnTo>
                  <a:moveTo>
                    <a:pt x="p0x1170" y="p0y1170"/>
                  </a:moveTo>
                  <a:lnTo>
                    <a:pt x="p0x1171" y="p0y1171"/>
                  </a:lnTo>
                  <a:lnTo>
                    <a:pt x="p0x1172" y="p0y1172"/>
                  </a:lnTo>
                  <a:lnTo>
                    <a:pt x="p0x1173" y="p0y1173"/>
                  </a:lnTo>
                  <a:lnTo>
                    <a:pt x="p0x1174" y="p0y1174"/>
                  </a:lnTo>
                  <a:moveTo>
                    <a:pt x="p0x1175" y="p0y1175"/>
                  </a:moveTo>
                  <a:lnTo>
                    <a:pt x="p0x1176" y="p0y1176"/>
                  </a:lnTo>
                  <a:lnTo>
                    <a:pt x="p0x1177" y="p0y1177"/>
                  </a:lnTo>
                  <a:lnTo>
                    <a:pt x="p0x1178" y="p0y1178"/>
                  </a:lnTo>
                  <a:lnTo>
                    <a:pt x="p0x1179" y="p0y1179"/>
                  </a:lnTo>
                  <a:moveTo>
                    <a:pt x="p0x1180" y="p0y1180"/>
                  </a:moveTo>
                  <a:lnTo>
                    <a:pt x="p0x1181" y="p0y1181"/>
                  </a:lnTo>
                  <a:lnTo>
                    <a:pt x="p0x1182" y="p0y1182"/>
                  </a:lnTo>
                  <a:lnTo>
                    <a:pt x="p0x1183" y="p0y1183"/>
                  </a:lnTo>
                  <a:lnTo>
                    <a:pt x="p0x1184" y="p0y1184"/>
                  </a:lnTo>
                  <a:moveTo>
                    <a:pt x="p0x1185" y="p0y1185"/>
                  </a:moveTo>
                  <a:lnTo>
                    <a:pt x="p0x1186" y="p0y1186"/>
                  </a:lnTo>
                  <a:lnTo>
                    <a:pt x="p0x1187" y="p0y1187"/>
                  </a:lnTo>
                  <a:lnTo>
                    <a:pt x="p0x1188" y="p0y1188"/>
                  </a:lnTo>
                  <a:lnTo>
                    <a:pt x="p0x1189" y="p0y1189"/>
                  </a:lnTo>
                  <a:moveTo>
                    <a:pt x="p0x1190" y="p0y1190"/>
                  </a:moveTo>
                  <a:lnTo>
                    <a:pt x="p0x1191" y="p0y1191"/>
                  </a:lnTo>
                  <a:lnTo>
                    <a:pt x="p0x1192" y="p0y1192"/>
                  </a:lnTo>
                  <a:lnTo>
                    <a:pt x="p0x1193" y="p0y1193"/>
                  </a:lnTo>
                  <a:lnTo>
                    <a:pt x="p0x1194" y="p0y1194"/>
                  </a:lnTo>
                  <a:moveTo>
                    <a:pt x="p0x1195" y="p0y1195"/>
                  </a:moveTo>
                  <a:lnTo>
                    <a:pt x="p0x1196" y="p0y1196"/>
                  </a:lnTo>
                  <a:lnTo>
                    <a:pt x="p0x1197" y="p0y1197"/>
                  </a:lnTo>
                  <a:lnTo>
                    <a:pt x="p0x1198" y="p0y1198"/>
                  </a:lnTo>
                  <a:lnTo>
                    <a:pt x="p0x1199" y="p0y1199"/>
                  </a:lnTo>
                  <a:moveTo>
                    <a:pt x="p0x1200" y="p0y1200"/>
                  </a:moveTo>
                  <a:lnTo>
                    <a:pt x="p0x1201" y="p0y1201"/>
                  </a:lnTo>
                  <a:lnTo>
                    <a:pt x="p0x1202" y="p0y1202"/>
                  </a:lnTo>
                  <a:lnTo>
                    <a:pt x="p0x1203" y="p0y1203"/>
                  </a:lnTo>
                  <a:lnTo>
                    <a:pt x="p0x1204" y="p0y1204"/>
                  </a:lnTo>
                  <a:moveTo>
                    <a:pt x="p0x1205" y="p0y1205"/>
                  </a:moveTo>
                  <a:lnTo>
                    <a:pt x="p0x1206" y="p0y1206"/>
                  </a:lnTo>
                  <a:lnTo>
                    <a:pt x="p0x1207" y="p0y1207"/>
                  </a:lnTo>
                  <a:lnTo>
                    <a:pt x="p0x1208" y="p0y1208"/>
                  </a:lnTo>
                  <a:lnTo>
                    <a:pt x="p0x1209" y="p0y1209"/>
                  </a:lnTo>
                  <a:moveTo>
                    <a:pt x="p0x1210" y="p0y1210"/>
                  </a:moveTo>
                  <a:lnTo>
                    <a:pt x="p0x1211" y="p0y1211"/>
                  </a:lnTo>
                  <a:lnTo>
                    <a:pt x="p0x1212" y="p0y1212"/>
                  </a:lnTo>
                  <a:lnTo>
                    <a:pt x="p0x1213" y="p0y1213"/>
                  </a:lnTo>
                  <a:lnTo>
                    <a:pt x="p0x1214" y="p0y1214"/>
                  </a:lnTo>
                  <a:moveTo>
                    <a:pt x="p0x1215" y="p0y1215"/>
                  </a:moveTo>
                  <a:lnTo>
                    <a:pt x="p0x1216" y="p0y1216"/>
                  </a:lnTo>
                  <a:lnTo>
                    <a:pt x="p0x1217" y="p0y1217"/>
                  </a:lnTo>
                  <a:lnTo>
                    <a:pt x="p0x1218" y="p0y1218"/>
                  </a:lnTo>
                  <a:lnTo>
                    <a:pt x="p0x1219" y="p0y1219"/>
                  </a:lnTo>
                  <a:moveTo>
                    <a:pt x="p0x1220" y="p0y1220"/>
                  </a:moveTo>
                  <a:lnTo>
                    <a:pt x="p0x1221" y="p0y1221"/>
                  </a:lnTo>
                  <a:lnTo>
                    <a:pt x="p0x1222" y="p0y1222"/>
                  </a:lnTo>
                  <a:lnTo>
                    <a:pt x="p0x1223" y="p0y1223"/>
                  </a:lnTo>
                  <a:lnTo>
                    <a:pt x="p0x1224" y="p0y1224"/>
                  </a:lnTo>
                  <a:moveTo>
                    <a:pt x="p0x1225" y="p0y1225"/>
                  </a:moveTo>
                  <a:lnTo>
                    <a:pt x="p0x1226" y="p0y1226"/>
                  </a:lnTo>
                  <a:lnTo>
                    <a:pt x="p0x1227" y="p0y1227"/>
                  </a:lnTo>
                  <a:lnTo>
                    <a:pt x="p0x1228" y="p0y1228"/>
                  </a:lnTo>
                  <a:lnTo>
                    <a:pt x="p0x1229" y="p0y1229"/>
                  </a:lnTo>
                  <a:moveTo>
                    <a:pt x="p0x1230" y="p0y1230"/>
                  </a:moveTo>
                  <a:lnTo>
                    <a:pt x="p0x1231" y="p0y1231"/>
                  </a:lnTo>
                  <a:lnTo>
                    <a:pt x="p0x1232" y="p0y1232"/>
                  </a:lnTo>
                  <a:lnTo>
                    <a:pt x="p0x1233" y="p0y1233"/>
                  </a:lnTo>
                  <a:lnTo>
                    <a:pt x="p0x1234" y="p0y1234"/>
                  </a:lnTo>
                  <a:moveTo>
                    <a:pt x="p0x1235" y="p0y1235"/>
                  </a:moveTo>
                  <a:lnTo>
                    <a:pt x="p0x1236" y="p0y1236"/>
                  </a:lnTo>
                  <a:lnTo>
                    <a:pt x="p0x1237" y="p0y1237"/>
                  </a:lnTo>
                  <a:lnTo>
                    <a:pt x="p0x1238" y="p0y1238"/>
                  </a:lnTo>
                  <a:lnTo>
                    <a:pt x="p0x1239" y="p0y1239"/>
                  </a:lnTo>
                  <a:moveTo>
                    <a:pt x="p0x1240" y="p0y1240"/>
                  </a:moveTo>
                  <a:lnTo>
                    <a:pt x="p0x1241" y="p0y1241"/>
                  </a:lnTo>
                  <a:lnTo>
                    <a:pt x="p0x1242" y="p0y1242"/>
                  </a:lnTo>
                  <a:lnTo>
                    <a:pt x="p0x1243" y="p0y1243"/>
                  </a:lnTo>
                  <a:lnTo>
                    <a:pt x="p0x1244" y="p0y1244"/>
                  </a:lnTo>
                  <a:moveTo>
                    <a:pt x="p0x1245" y="p0y1245"/>
                  </a:moveTo>
                  <a:lnTo>
                    <a:pt x="p0x1246" y="p0y1246"/>
                  </a:lnTo>
                  <a:lnTo>
                    <a:pt x="p0x1247" y="p0y1247"/>
                  </a:lnTo>
                  <a:lnTo>
                    <a:pt x="p0x1248" y="p0y1248"/>
                  </a:lnTo>
                  <a:lnTo>
                    <a:pt x="p0x1249" y="p0y1249"/>
                  </a:lnTo>
                  <a:moveTo>
                    <a:pt x="p0x1250" y="p0y1250"/>
                  </a:moveTo>
                  <a:lnTo>
                    <a:pt x="p0x1251" y="p0y1251"/>
                  </a:lnTo>
                  <a:lnTo>
                    <a:pt x="p0x1252" y="p0y1252"/>
                  </a:lnTo>
                  <a:lnTo>
                    <a:pt x="p0x1253" y="p0y1253"/>
                  </a:lnTo>
                  <a:lnTo>
                    <a:pt x="p0x1254" y="p0y1254"/>
                  </a:lnTo>
                  <a:moveTo>
                    <a:pt x="p0x1255" y="p0y1255"/>
                  </a:moveTo>
                  <a:lnTo>
                    <a:pt x="p0x1256" y="p0y1256"/>
                  </a:lnTo>
                  <a:lnTo>
                    <a:pt x="p0x1257" y="p0y1257"/>
                  </a:lnTo>
                  <a:lnTo>
                    <a:pt x="p0x1258" y="p0y1258"/>
                  </a:lnTo>
                  <a:lnTo>
                    <a:pt x="p0x1259" y="p0y1259"/>
                  </a:lnTo>
                  <a:moveTo>
                    <a:pt x="p0x1260" y="p0y1260"/>
                  </a:moveTo>
                  <a:lnTo>
                    <a:pt x="p0x1261" y="p0y1261"/>
                  </a:lnTo>
                  <a:lnTo>
                    <a:pt x="p0x1262" y="p0y1262"/>
                  </a:lnTo>
                  <a:lnTo>
                    <a:pt x="p0x1263" y="p0y1263"/>
                  </a:lnTo>
                  <a:lnTo>
                    <a:pt x="p0x1264" y="p0y1264"/>
                  </a:lnTo>
                  <a:moveTo>
                    <a:pt x="p0x1265" y="p0y1265"/>
                  </a:moveTo>
                  <a:lnTo>
                    <a:pt x="p0x1266" y="p0y1266"/>
                  </a:lnTo>
                  <a:lnTo>
                    <a:pt x="p0x1267" y="p0y1267"/>
                  </a:lnTo>
                  <a:lnTo>
                    <a:pt x="p0x1268" y="p0y1268"/>
                  </a:lnTo>
                  <a:lnTo>
                    <a:pt x="p0x1269" y="p0y1269"/>
                  </a:lnTo>
                  <a:moveTo>
                    <a:pt x="p0x1270" y="p0y1270"/>
                  </a:moveTo>
                  <a:lnTo>
                    <a:pt x="p0x1271" y="p0y1271"/>
                  </a:lnTo>
                  <a:lnTo>
                    <a:pt x="p0x1272" y="p0y1272"/>
                  </a:lnTo>
                  <a:lnTo>
                    <a:pt x="p0x1273" y="p0y1273"/>
                  </a:lnTo>
                  <a:lnTo>
                    <a:pt x="p0x1274" y="p0y1274"/>
                  </a:lnTo>
                  <a:moveTo>
                    <a:pt x="p0x1275" y="p0y1275"/>
                  </a:moveTo>
                  <a:lnTo>
                    <a:pt x="p0x1276" y="p0y1276"/>
                  </a:lnTo>
                  <a:lnTo>
                    <a:pt x="p0x1277" y="p0y1277"/>
                  </a:lnTo>
                  <a:lnTo>
                    <a:pt x="p0x1278" y="p0y1278"/>
                  </a:lnTo>
                  <a:lnTo>
                    <a:pt x="p0x1279" y="p0y1279"/>
                  </a:lnTo>
                  <a:moveTo>
                    <a:pt x="p0x1280" y="p0y1280"/>
                  </a:moveTo>
                  <a:lnTo>
                    <a:pt x="p0x1281" y="p0y1281"/>
                  </a:lnTo>
                  <a:lnTo>
                    <a:pt x="p0x1282" y="p0y1282"/>
                  </a:lnTo>
                  <a:lnTo>
                    <a:pt x="p0x1283" y="p0y1283"/>
                  </a:lnTo>
                  <a:lnTo>
                    <a:pt x="p0x1284" y="p0y1284"/>
                  </a:lnTo>
                  <a:moveTo>
                    <a:pt x="p0x1285" y="p0y1285"/>
                  </a:moveTo>
                  <a:lnTo>
                    <a:pt x="p0x1286" y="p0y1286"/>
                  </a:lnTo>
                  <a:lnTo>
                    <a:pt x="p0x1287" y="p0y1287"/>
                  </a:lnTo>
                  <a:lnTo>
                    <a:pt x="p0x1288" y="p0y1288"/>
                  </a:lnTo>
                  <a:lnTo>
                    <a:pt x="p0x1289" y="p0y1289"/>
                  </a:lnTo>
                  <a:moveTo>
                    <a:pt x="p0x1290" y="p0y1290"/>
                  </a:moveTo>
                  <a:lnTo>
                    <a:pt x="p0x1291" y="p0y1291"/>
                  </a:lnTo>
                  <a:lnTo>
                    <a:pt x="p0x1292" y="p0y1292"/>
                  </a:lnTo>
                  <a:lnTo>
                    <a:pt x="p0x1293" y="p0y1293"/>
                  </a:lnTo>
                  <a:lnTo>
                    <a:pt x="p0x1294" y="p0y1294"/>
                  </a:lnTo>
                  <a:moveTo>
                    <a:pt x="p0x1295" y="p0y1295"/>
                  </a:moveTo>
                  <a:lnTo>
                    <a:pt x="p0x1296" y="p0y1296"/>
                  </a:lnTo>
                  <a:lnTo>
                    <a:pt x="p0x1297" y="p0y1297"/>
                  </a:lnTo>
                  <a:lnTo>
                    <a:pt x="p0x1298" y="p0y1298"/>
                  </a:lnTo>
                  <a:lnTo>
                    <a:pt x="p0x1299" y="p0y1299"/>
                  </a:lnTo>
                  <a:moveTo>
                    <a:pt x="p0x1300" y="p0y1300"/>
                  </a:moveTo>
                  <a:lnTo>
                    <a:pt x="p0x1301" y="p0y1301"/>
                  </a:lnTo>
                  <a:lnTo>
                    <a:pt x="p0x1302" y="p0y1302"/>
                  </a:lnTo>
                  <a:lnTo>
                    <a:pt x="p0x1303" y="p0y1303"/>
                  </a:lnTo>
                  <a:lnTo>
                    <a:pt x="p0x1304" y="p0y1304"/>
                  </a:lnTo>
                  <a:moveTo>
                    <a:pt x="p0x1305" y="p0y1305"/>
                  </a:moveTo>
                  <a:lnTo>
                    <a:pt x="p0x1306" y="p0y1306"/>
                  </a:lnTo>
                  <a:lnTo>
                    <a:pt x="p0x1307" y="p0y1307"/>
                  </a:lnTo>
                  <a:lnTo>
                    <a:pt x="p0x1308" y="p0y1308"/>
                  </a:lnTo>
                  <a:lnTo>
                    <a:pt x="p0x1309" y="p0y1309"/>
                  </a:lnTo>
                  <a:moveTo>
                    <a:pt x="p0x1310" y="p0y1310"/>
                  </a:moveTo>
                  <a:lnTo>
                    <a:pt x="p0x1311" y="p0y1311"/>
                  </a:lnTo>
                  <a:lnTo>
                    <a:pt x="p0x1312" y="p0y1312"/>
                  </a:lnTo>
                  <a:lnTo>
                    <a:pt x="p0x1313" y="p0y1313"/>
                  </a:lnTo>
                  <a:lnTo>
                    <a:pt x="p0x1314" y="p0y1314"/>
                  </a:lnTo>
                  <a:moveTo>
                    <a:pt x="p0x1315" y="p0y1315"/>
                  </a:moveTo>
                  <a:lnTo>
                    <a:pt x="p0x1316" y="p0y1316"/>
                  </a:lnTo>
                  <a:lnTo>
                    <a:pt x="p0x1317" y="p0y1317"/>
                  </a:lnTo>
                  <a:lnTo>
                    <a:pt x="p0x1318" y="p0y1318"/>
                  </a:lnTo>
                  <a:lnTo>
                    <a:pt x="p0x1319" y="p0y1319"/>
                  </a:lnTo>
                  <a:moveTo>
                    <a:pt x="p0x1320" y="p0y1320"/>
                  </a:moveTo>
                  <a:lnTo>
                    <a:pt x="p0x1321" y="p0y1321"/>
                  </a:lnTo>
                  <a:lnTo>
                    <a:pt x="p0x1322" y="p0y1322"/>
                  </a:lnTo>
                  <a:lnTo>
                    <a:pt x="p0x1323" y="p0y1323"/>
                  </a:lnTo>
                  <a:lnTo>
                    <a:pt x="p0x1324" y="p0y1324"/>
                  </a:lnTo>
                  <a:moveTo>
                    <a:pt x="p0x1325" y="p0y1325"/>
                  </a:moveTo>
                  <a:lnTo>
                    <a:pt x="p0x1326" y="p0y1326"/>
                  </a:lnTo>
                  <a:lnTo>
                    <a:pt x="p0x1327" y="p0y1327"/>
                  </a:lnTo>
                  <a:lnTo>
                    <a:pt x="p0x1328" y="p0y1328"/>
                  </a:lnTo>
                  <a:lnTo>
                    <a:pt x="p0x1329" y="p0y1329"/>
                  </a:lnTo>
                  <a:moveTo>
                    <a:pt x="p0x1330" y="p0y1330"/>
                  </a:moveTo>
                  <a:lnTo>
                    <a:pt x="p0x1331" y="p0y1331"/>
                  </a:lnTo>
                  <a:lnTo>
                    <a:pt x="p0x1332" y="p0y1332"/>
                  </a:lnTo>
                  <a:lnTo>
                    <a:pt x="p0x1333" y="p0y1333"/>
                  </a:lnTo>
                  <a:lnTo>
                    <a:pt x="p0x1334" y="p0y1334"/>
                  </a:lnTo>
                  <a:moveTo>
                    <a:pt x="p0x1335" y="p0y1335"/>
                  </a:moveTo>
                  <a:lnTo>
                    <a:pt x="p0x1336" y="p0y1336"/>
                  </a:lnTo>
                  <a:lnTo>
                    <a:pt x="p0x1337" y="p0y1337"/>
                  </a:lnTo>
                  <a:lnTo>
                    <a:pt x="p0x1338" y="p0y1338"/>
                  </a:lnTo>
                  <a:lnTo>
                    <a:pt x="p0x1339" y="p0y1339"/>
                  </a:lnTo>
                  <a:moveTo>
                    <a:pt x="p0x1340" y="p0y1340"/>
                  </a:moveTo>
                  <a:lnTo>
                    <a:pt x="p0x1341" y="p0y1341"/>
                  </a:lnTo>
                  <a:lnTo>
                    <a:pt x="p0x1342" y="p0y1342"/>
                  </a:lnTo>
                  <a:lnTo>
                    <a:pt x="p0x1343" y="p0y1343"/>
                  </a:lnTo>
                  <a:lnTo>
                    <a:pt x="p0x1344" y="p0y1344"/>
                  </a:lnTo>
                  <a:moveTo>
                    <a:pt x="p0x1345" y="p0y1345"/>
                  </a:moveTo>
                  <a:lnTo>
                    <a:pt x="p0x1346" y="p0y1346"/>
                  </a:lnTo>
                  <a:lnTo>
                    <a:pt x="p0x1347" y="p0y1347"/>
                  </a:lnTo>
                  <a:lnTo>
                    <a:pt x="p0x1348" y="p0y1348"/>
                  </a:lnTo>
                  <a:lnTo>
                    <a:pt x="p0x1349" y="p0y1349"/>
                  </a:lnTo>
                  <a:moveTo>
                    <a:pt x="p0x1350" y="p0y1350"/>
                  </a:moveTo>
                  <a:lnTo>
                    <a:pt x="p0x1351" y="p0y1351"/>
                  </a:lnTo>
                  <a:lnTo>
                    <a:pt x="p0x1352" y="p0y1352"/>
                  </a:lnTo>
                  <a:lnTo>
                    <a:pt x="p0x1353" y="p0y1353"/>
                  </a:lnTo>
                  <a:lnTo>
                    <a:pt x="p0x1354" y="p0y1354"/>
                  </a:lnTo>
                  <a:moveTo>
                    <a:pt x="p0x1355" y="p0y1355"/>
                  </a:moveTo>
                  <a:lnTo>
                    <a:pt x="p0x1356" y="p0y1356"/>
                  </a:lnTo>
                  <a:lnTo>
                    <a:pt x="p0x1357" y="p0y1357"/>
                  </a:lnTo>
                  <a:lnTo>
                    <a:pt x="p0x1358" y="p0y1358"/>
                  </a:lnTo>
                  <a:lnTo>
                    <a:pt x="p0x1359" y="p0y1359"/>
                  </a:lnTo>
                  <a:moveTo>
                    <a:pt x="p0x1360" y="p0y1360"/>
                  </a:moveTo>
                  <a:lnTo>
                    <a:pt x="p0x1361" y="p0y1361"/>
                  </a:lnTo>
                  <a:lnTo>
                    <a:pt x="p0x1362" y="p0y1362"/>
                  </a:lnTo>
                  <a:lnTo>
                    <a:pt x="p0x1363" y="p0y1363"/>
                  </a:lnTo>
                  <a:lnTo>
                    <a:pt x="p0x1364" y="p0y1364"/>
                  </a:lnTo>
                  <a:moveTo>
                    <a:pt x="p0x1365" y="p0y1365"/>
                  </a:moveTo>
                  <a:lnTo>
                    <a:pt x="p0x1366" y="p0y1366"/>
                  </a:lnTo>
                  <a:lnTo>
                    <a:pt x="p0x1367" y="p0y1367"/>
                  </a:lnTo>
                  <a:lnTo>
                    <a:pt x="p0x1368" y="p0y1368"/>
                  </a:lnTo>
                  <a:lnTo>
                    <a:pt x="p0x1369" y="p0y1369"/>
                  </a:lnTo>
                  <a:moveTo>
                    <a:pt x="p0x1370" y="p0y1370"/>
                  </a:moveTo>
                  <a:lnTo>
                    <a:pt x="p0x1371" y="p0y1371"/>
                  </a:lnTo>
                  <a:lnTo>
                    <a:pt x="p0x1372" y="p0y1372"/>
                  </a:lnTo>
                  <a:lnTo>
                    <a:pt x="p0x1373" y="p0y1373"/>
                  </a:lnTo>
                  <a:lnTo>
                    <a:pt x="p0x1374" y="p0y1374"/>
                  </a:lnTo>
                  <a:moveTo>
                    <a:pt x="p0x1375" y="p0y1375"/>
                  </a:moveTo>
                  <a:lnTo>
                    <a:pt x="p0x1376" y="p0y1376"/>
                  </a:lnTo>
                  <a:lnTo>
                    <a:pt x="p0x1377" y="p0y1377"/>
                  </a:lnTo>
                  <a:lnTo>
                    <a:pt x="p0x1378" y="p0y1378"/>
                  </a:lnTo>
                  <a:lnTo>
                    <a:pt x="p0x1379" y="p0y1379"/>
                  </a:lnTo>
                  <a:moveTo>
                    <a:pt x="p0x1380" y="p0y1380"/>
                  </a:moveTo>
                  <a:lnTo>
                    <a:pt x="p0x1381" y="p0y1381"/>
                  </a:lnTo>
                  <a:lnTo>
                    <a:pt x="p0x1382" y="p0y1382"/>
                  </a:lnTo>
                  <a:lnTo>
                    <a:pt x="p0x1383" y="p0y1383"/>
                  </a:lnTo>
                  <a:lnTo>
                    <a:pt x="p0x1384" y="p0y1384"/>
                  </a:lnTo>
                  <a:moveTo>
                    <a:pt x="p0x1385" y="p0y1385"/>
                  </a:moveTo>
                  <a:lnTo>
                    <a:pt x="p0x1386" y="p0y1386"/>
                  </a:lnTo>
                  <a:lnTo>
                    <a:pt x="p0x1387" y="p0y1387"/>
                  </a:lnTo>
                  <a:lnTo>
                    <a:pt x="p0x1388" y="p0y1388"/>
                  </a:lnTo>
                  <a:lnTo>
                    <a:pt x="p0x1389" y="p0y1389"/>
                  </a:lnTo>
                  <a:moveTo>
                    <a:pt x="p0x1390" y="p0y1390"/>
                  </a:moveTo>
                  <a:lnTo>
                    <a:pt x="p0x1391" y="p0y1391"/>
                  </a:lnTo>
                  <a:lnTo>
                    <a:pt x="p0x1392" y="p0y1392"/>
                  </a:lnTo>
                  <a:lnTo>
                    <a:pt x="p0x1393" y="p0y1393"/>
                  </a:lnTo>
                  <a:lnTo>
                    <a:pt x="p0x1394" y="p0y1394"/>
                  </a:lnTo>
                  <a:moveTo>
                    <a:pt x="p0x1395" y="p0y1395"/>
                  </a:moveTo>
                  <a:lnTo>
                    <a:pt x="p0x1396" y="p0y1396"/>
                  </a:lnTo>
                  <a:lnTo>
                    <a:pt x="p0x1397" y="p0y1397"/>
                  </a:lnTo>
                  <a:lnTo>
                    <a:pt x="p0x1398" y="p0y1398"/>
                  </a:lnTo>
                  <a:lnTo>
                    <a:pt x="p0x1399" y="p0y1399"/>
                  </a:lnTo>
                  <a:moveTo>
                    <a:pt x="p0x1400" y="p0y1400"/>
                  </a:moveTo>
                  <a:lnTo>
                    <a:pt x="p0x1401" y="p0y1401"/>
                  </a:lnTo>
                  <a:lnTo>
                    <a:pt x="p0x1402" y="p0y1402"/>
                  </a:lnTo>
                  <a:lnTo>
                    <a:pt x="p0x1403" y="p0y1403"/>
                  </a:lnTo>
                  <a:lnTo>
                    <a:pt x="p0x1404" y="p0y1404"/>
                  </a:lnTo>
                  <a:moveTo>
                    <a:pt x="p0x1405" y="p0y1405"/>
                  </a:moveTo>
                  <a:lnTo>
                    <a:pt x="p0x1406" y="p0y1406"/>
                  </a:lnTo>
                  <a:lnTo>
                    <a:pt x="p0x1407" y="p0y1407"/>
                  </a:lnTo>
                  <a:lnTo>
                    <a:pt x="p0x1408" y="p0y1408"/>
                  </a:lnTo>
                  <a:lnTo>
                    <a:pt x="p0x1409" y="p0y1409"/>
                  </a:lnTo>
                  <a:moveTo>
                    <a:pt x="p0x1410" y="p0y1410"/>
                  </a:moveTo>
                  <a:lnTo>
                    <a:pt x="p0x1411" y="p0y1411"/>
                  </a:lnTo>
                  <a:lnTo>
                    <a:pt x="p0x1412" y="p0y1412"/>
                  </a:lnTo>
                  <a:lnTo>
                    <a:pt x="p0x1413" y="p0y1413"/>
                  </a:lnTo>
                  <a:lnTo>
                    <a:pt x="p0x1414" y="p0y1414"/>
                  </a:lnTo>
                  <a:moveTo>
                    <a:pt x="p0x1415" y="p0y1415"/>
                  </a:moveTo>
                  <a:lnTo>
                    <a:pt x="p0x1416" y="p0y1416"/>
                  </a:lnTo>
                  <a:lnTo>
                    <a:pt x="p0x1417" y="p0y1417"/>
                  </a:lnTo>
                  <a:lnTo>
                    <a:pt x="p0x1418" y="p0y1418"/>
                  </a:lnTo>
                  <a:lnTo>
                    <a:pt x="p0x1419" y="p0y1419"/>
                  </a:lnTo>
                  <a:moveTo>
                    <a:pt x="p0x1420" y="p0y1420"/>
                  </a:moveTo>
                  <a:lnTo>
                    <a:pt x="p0x1421" y="p0y1421"/>
                  </a:lnTo>
                  <a:lnTo>
                    <a:pt x="p0x1422" y="p0y1422"/>
                  </a:lnTo>
                  <a:lnTo>
                    <a:pt x="p0x1423" y="p0y1423"/>
                  </a:lnTo>
                  <a:lnTo>
                    <a:pt x="p0x1424" y="p0y1424"/>
                  </a:lnTo>
                  <a:moveTo>
                    <a:pt x="p0x1425" y="p0y1425"/>
                  </a:moveTo>
                  <a:lnTo>
                    <a:pt x="p0x1426" y="p0y1426"/>
                  </a:lnTo>
                  <a:lnTo>
                    <a:pt x="p0x1427" y="p0y1427"/>
                  </a:lnTo>
                  <a:lnTo>
                    <a:pt x="p0x1428" y="p0y1428"/>
                  </a:lnTo>
                  <a:lnTo>
                    <a:pt x="p0x1429" y="p0y1429"/>
                  </a:lnTo>
                  <a:moveTo>
                    <a:pt x="p0x1430" y="p0y1430"/>
                  </a:moveTo>
                  <a:lnTo>
                    <a:pt x="p0x1431" y="p0y1431"/>
                  </a:lnTo>
                  <a:lnTo>
                    <a:pt x="p0x1432" y="p0y1432"/>
                  </a:lnTo>
                  <a:lnTo>
                    <a:pt x="p0x1433" y="p0y1433"/>
                  </a:lnTo>
                  <a:lnTo>
                    <a:pt x="p0x1434" y="p0y1434"/>
                  </a:lnTo>
                  <a:moveTo>
                    <a:pt x="p0x1435" y="p0y1435"/>
                  </a:moveTo>
                  <a:lnTo>
                    <a:pt x="p0x1436" y="p0y1436"/>
                  </a:lnTo>
                  <a:lnTo>
                    <a:pt x="p0x1437" y="p0y1437"/>
                  </a:lnTo>
                  <a:lnTo>
                    <a:pt x="p0x1438" y="p0y1438"/>
                  </a:lnTo>
                  <a:lnTo>
                    <a:pt x="p0x1439" y="p0y1439"/>
                  </a:lnTo>
                  <a:moveTo>
                    <a:pt x="p0x1440" y="p0y1440"/>
                  </a:moveTo>
                  <a:lnTo>
                    <a:pt x="p0x1441" y="p0y1441"/>
                  </a:lnTo>
                  <a:lnTo>
                    <a:pt x="p0x1442" y="p0y1442"/>
                  </a:lnTo>
                  <a:lnTo>
                    <a:pt x="p0x1443" y="p0y1443"/>
                  </a:lnTo>
                  <a:lnTo>
                    <a:pt x="p0x1444" y="p0y1444"/>
                  </a:lnTo>
                  <a:moveTo>
                    <a:pt x="p0x1445" y="p0y1445"/>
                  </a:moveTo>
                  <a:lnTo>
                    <a:pt x="p0x1446" y="p0y1446"/>
                  </a:lnTo>
                  <a:lnTo>
                    <a:pt x="p0x1447" y="p0y1447"/>
                  </a:lnTo>
                  <a:lnTo>
                    <a:pt x="p0x1448" y="p0y1448"/>
                  </a:lnTo>
                  <a:lnTo>
                    <a:pt x="p0x1449" y="p0y1449"/>
                  </a:lnTo>
                  <a:moveTo>
                    <a:pt x="p0x1450" y="p0y1450"/>
                  </a:moveTo>
                  <a:lnTo>
                    <a:pt x="p0x1451" y="p0y1451"/>
                  </a:lnTo>
                  <a:lnTo>
                    <a:pt x="p0x1452" y="p0y1452"/>
                  </a:lnTo>
                  <a:lnTo>
                    <a:pt x="p0x1453" y="p0y1453"/>
                  </a:lnTo>
                  <a:lnTo>
                    <a:pt x="p0x1454" y="p0y1454"/>
                  </a:lnTo>
                  <a:moveTo>
                    <a:pt x="p0x1455" y="p0y1455"/>
                  </a:moveTo>
                  <a:lnTo>
                    <a:pt x="p0x1456" y="p0y1456"/>
                  </a:lnTo>
                  <a:lnTo>
                    <a:pt x="p0x1457" y="p0y1457"/>
                  </a:lnTo>
                  <a:lnTo>
                    <a:pt x="p0x1458" y="p0y1458"/>
                  </a:lnTo>
                  <a:lnTo>
                    <a:pt x="p0x1459" y="p0y1459"/>
                  </a:lnTo>
                  <a:moveTo>
                    <a:pt x="p0x1460" y="p0y1460"/>
                  </a:moveTo>
                  <a:lnTo>
                    <a:pt x="p0x1461" y="p0y1461"/>
                  </a:lnTo>
                  <a:lnTo>
                    <a:pt x="p0x1462" y="p0y1462"/>
                  </a:lnTo>
                  <a:lnTo>
                    <a:pt x="p0x1463" y="p0y1463"/>
                  </a:lnTo>
                  <a:lnTo>
                    <a:pt x="p0x1464" y="p0y1464"/>
                  </a:lnTo>
                  <a:moveTo>
                    <a:pt x="p0x1465" y="p0y1465"/>
                  </a:moveTo>
                  <a:lnTo>
                    <a:pt x="p0x1466" y="p0y1466"/>
                  </a:lnTo>
                  <a:lnTo>
                    <a:pt x="p0x1467" y="p0y1467"/>
                  </a:lnTo>
                  <a:lnTo>
                    <a:pt x="p0x1468" y="p0y1468"/>
                  </a:lnTo>
                  <a:lnTo>
                    <a:pt x="p0x1469" y="p0y1469"/>
                  </a:lnTo>
                  <a:moveTo>
                    <a:pt x="p0x1470" y="p0y1470"/>
                  </a:moveTo>
                  <a:lnTo>
                    <a:pt x="p0x1471" y="p0y1471"/>
                  </a:lnTo>
                  <a:lnTo>
                    <a:pt x="p0x1472" y="p0y1472"/>
                  </a:lnTo>
                  <a:lnTo>
                    <a:pt x="p0x1473" y="p0y1473"/>
                  </a:lnTo>
                  <a:lnTo>
                    <a:pt x="p0x1474" y="p0y1474"/>
                  </a:lnTo>
                  <a:moveTo>
                    <a:pt x="p0x1475" y="p0y1475"/>
                  </a:moveTo>
                  <a:lnTo>
                    <a:pt x="p0x1476" y="p0y1476"/>
                  </a:lnTo>
                  <a:lnTo>
                    <a:pt x="p0x1477" y="p0y1477"/>
                  </a:lnTo>
                  <a:lnTo>
                    <a:pt x="p0x1478" y="p0y1478"/>
                  </a:lnTo>
                  <a:lnTo>
                    <a:pt x="p0x1479" y="p0y1479"/>
                  </a:lnTo>
                  <a:moveTo>
                    <a:pt x="p0x1480" y="p0y1480"/>
                  </a:moveTo>
                  <a:lnTo>
                    <a:pt x="p0x1481" y="p0y1481"/>
                  </a:lnTo>
                  <a:lnTo>
                    <a:pt x="p0x1482" y="p0y1482"/>
                  </a:lnTo>
                  <a:lnTo>
                    <a:pt x="p0x1483" y="p0y1483"/>
                  </a:lnTo>
                  <a:lnTo>
                    <a:pt x="p0x1484" y="p0y1484"/>
                  </a:lnTo>
                  <a:moveTo>
                    <a:pt x="p0x1485" y="p0y1485"/>
                  </a:moveTo>
                  <a:lnTo>
                    <a:pt x="p0x1486" y="p0y1486"/>
                  </a:lnTo>
                  <a:lnTo>
                    <a:pt x="p0x1487" y="p0y1487"/>
                  </a:lnTo>
                  <a:lnTo>
                    <a:pt x="p0x1488" y="p0y1488"/>
                  </a:lnTo>
                  <a:lnTo>
                    <a:pt x="p0x1489" y="p0y1489"/>
                  </a:lnTo>
                  <a:moveTo>
                    <a:pt x="p0x1490" y="p0y1490"/>
                  </a:moveTo>
                  <a:lnTo>
                    <a:pt x="p0x1491" y="p0y1491"/>
                  </a:lnTo>
                  <a:lnTo>
                    <a:pt x="p0x1492" y="p0y1492"/>
                  </a:lnTo>
                  <a:lnTo>
                    <a:pt x="p0x1493" y="p0y1493"/>
                  </a:lnTo>
                  <a:lnTo>
                    <a:pt x="p0x1494" y="p0y1494"/>
                  </a:lnTo>
                  <a:moveTo>
                    <a:pt x="p0x1495" y="p0y1495"/>
                  </a:moveTo>
                  <a:lnTo>
                    <a:pt x="p0x1496" y="p0y1496"/>
                  </a:lnTo>
                  <a:lnTo>
                    <a:pt x="p0x1497" y="p0y1497"/>
                  </a:lnTo>
                  <a:lnTo>
                    <a:pt x="p0x1498" y="p0y1498"/>
                  </a:lnTo>
                  <a:lnTo>
                    <a:pt x="p0x1499" y="p0y1499"/>
                  </a:lnTo>
                  <a:moveTo>
                    <a:pt x="p0x1500" y="p0y1500"/>
                  </a:moveTo>
                  <a:lnTo>
                    <a:pt x="p0x1501" y="p0y1501"/>
                  </a:lnTo>
                  <a:lnTo>
                    <a:pt x="p0x1502" y="p0y1502"/>
                  </a:lnTo>
                  <a:lnTo>
                    <a:pt x="p0x1503" y="p0y1503"/>
                  </a:lnTo>
                  <a:lnTo>
                    <a:pt x="p0x1504" y="p0y1504"/>
                  </a:lnTo>
                  <a:moveTo>
                    <a:pt x="p0x1505" y="p0y1505"/>
                  </a:moveTo>
                  <a:lnTo>
                    <a:pt x="p0x1506" y="p0y1506"/>
                  </a:lnTo>
                  <a:lnTo>
                    <a:pt x="p0x1507" y="p0y1507"/>
                  </a:lnTo>
                  <a:lnTo>
                    <a:pt x="p0x1508" y="p0y1508"/>
                  </a:lnTo>
                  <a:lnTo>
                    <a:pt x="p0x1509" y="p0y1509"/>
                  </a:lnTo>
                  <a:moveTo>
                    <a:pt x="p0x1510" y="p0y1510"/>
                  </a:moveTo>
                  <a:lnTo>
                    <a:pt x="p0x1511" y="p0y1511"/>
                  </a:lnTo>
                  <a:lnTo>
                    <a:pt x="p0x1512" y="p0y1512"/>
                  </a:lnTo>
                  <a:lnTo>
                    <a:pt x="p0x1513" y="p0y1513"/>
                  </a:lnTo>
                  <a:lnTo>
                    <a:pt x="p0x1514" y="p0y1514"/>
                  </a:lnTo>
                  <a:moveTo>
                    <a:pt x="p0x1515" y="p0y1515"/>
                  </a:moveTo>
                  <a:lnTo>
                    <a:pt x="p0x1516" y="p0y1516"/>
                  </a:lnTo>
                  <a:lnTo>
                    <a:pt x="p0x1517" y="p0y1517"/>
                  </a:lnTo>
                  <a:lnTo>
                    <a:pt x="p0x1518" y="p0y1518"/>
                  </a:lnTo>
                  <a:lnTo>
                    <a:pt x="p0x1519" y="p0y1519"/>
                  </a:lnTo>
                  <a:moveTo>
                    <a:pt x="p0x1520" y="p0y1520"/>
                  </a:moveTo>
                  <a:lnTo>
                    <a:pt x="p0x1521" y="p0y1521"/>
                  </a:lnTo>
                  <a:lnTo>
                    <a:pt x="p0x1522" y="p0y1522"/>
                  </a:lnTo>
                  <a:lnTo>
                    <a:pt x="p0x1523" y="p0y1523"/>
                  </a:lnTo>
                  <a:lnTo>
                    <a:pt x="p0x1524" y="p0y1524"/>
                  </a:lnTo>
                  <a:moveTo>
                    <a:pt x="p0x1525" y="p0y1525"/>
                  </a:moveTo>
                  <a:lnTo>
                    <a:pt x="p0x1526" y="p0y1526"/>
                  </a:lnTo>
                  <a:lnTo>
                    <a:pt x="p0x1527" y="p0y1527"/>
                  </a:lnTo>
                  <a:lnTo>
                    <a:pt x="p0x1528" y="p0y1528"/>
                  </a:lnTo>
                  <a:lnTo>
                    <a:pt x="p0x1529" y="p0y1529"/>
                  </a:lnTo>
                  <a:moveTo>
                    <a:pt x="p0x1530" y="p0y1530"/>
                  </a:moveTo>
                  <a:lnTo>
                    <a:pt x="p0x1531" y="p0y1531"/>
                  </a:lnTo>
                  <a:lnTo>
                    <a:pt x="p0x1532" y="p0y1532"/>
                  </a:lnTo>
                  <a:lnTo>
                    <a:pt x="p0x1533" y="p0y1533"/>
                  </a:lnTo>
                  <a:lnTo>
                    <a:pt x="p0x1534" y="p0y1534"/>
                  </a:lnTo>
                  <a:moveTo>
                    <a:pt x="p0x1535" y="p0y1535"/>
                  </a:moveTo>
                  <a:lnTo>
                    <a:pt x="p0x1536" y="p0y1536"/>
                  </a:lnTo>
                  <a:lnTo>
                    <a:pt x="p0x1537" y="p0y1537"/>
                  </a:lnTo>
                  <a:lnTo>
                    <a:pt x="p0x1538" y="p0y1538"/>
                  </a:lnTo>
                  <a:lnTo>
                    <a:pt x="p0x1539" y="p0y1539"/>
                  </a:lnTo>
                  <a:moveTo>
                    <a:pt x="p0x1540" y="p0y1540"/>
                  </a:moveTo>
                  <a:lnTo>
                    <a:pt x="p0x1541" y="p0y1541"/>
                  </a:lnTo>
                  <a:lnTo>
                    <a:pt x="p0x1542" y="p0y1542"/>
                  </a:lnTo>
                  <a:lnTo>
                    <a:pt x="p0x1543" y="p0y1543"/>
                  </a:lnTo>
                  <a:lnTo>
                    <a:pt x="p0x1544" y="p0y1544"/>
                  </a:lnTo>
                  <a:moveTo>
                    <a:pt x="p0x1545" y="p0y1545"/>
                  </a:moveTo>
                  <a:lnTo>
                    <a:pt x="p0x1546" y="p0y1546"/>
                  </a:lnTo>
                  <a:lnTo>
                    <a:pt x="p0x1547" y="p0y1547"/>
                  </a:lnTo>
                  <a:lnTo>
                    <a:pt x="p0x1548" y="p0y1548"/>
                  </a:lnTo>
                  <a:lnTo>
                    <a:pt x="p0x1549" y="p0y1549"/>
                  </a:lnTo>
                  <a:moveTo>
                    <a:pt x="p0x1550" y="p0y1550"/>
                  </a:moveTo>
                  <a:lnTo>
                    <a:pt x="p0x1551" y="p0y1551"/>
                  </a:lnTo>
                  <a:lnTo>
                    <a:pt x="p0x1552" y="p0y1552"/>
                  </a:lnTo>
                  <a:lnTo>
                    <a:pt x="p0x1553" y="p0y1553"/>
                  </a:lnTo>
                  <a:lnTo>
                    <a:pt x="p0x1554" y="p0y1554"/>
                  </a:lnTo>
                  <a:moveTo>
                    <a:pt x="p0x1555" y="p0y1555"/>
                  </a:moveTo>
                  <a:lnTo>
                    <a:pt x="p0x1556" y="p0y1556"/>
                  </a:lnTo>
                  <a:lnTo>
                    <a:pt x="p0x1557" y="p0y1557"/>
                  </a:lnTo>
                  <a:lnTo>
                    <a:pt x="p0x1558" y="p0y1558"/>
                  </a:lnTo>
                  <a:lnTo>
                    <a:pt x="p0x1559" y="p0y1559"/>
                  </a:lnTo>
                  <a:moveTo>
                    <a:pt x="p0x1560" y="p0y1560"/>
                  </a:moveTo>
                  <a:lnTo>
                    <a:pt x="p0x1561" y="p0y1561"/>
                  </a:lnTo>
                  <a:lnTo>
                    <a:pt x="p0x1562" y="p0y1562"/>
                  </a:lnTo>
                  <a:lnTo>
                    <a:pt x="p0x1563" y="p0y1563"/>
                  </a:lnTo>
                  <a:lnTo>
                    <a:pt x="p0x1564" y="p0y1564"/>
                  </a:lnTo>
                  <a:moveTo>
                    <a:pt x="p0x1565" y="p0y1565"/>
                  </a:moveTo>
                  <a:lnTo>
                    <a:pt x="p0x1566" y="p0y1566"/>
                  </a:lnTo>
                  <a:lnTo>
                    <a:pt x="p0x1567" y="p0y1567"/>
                  </a:lnTo>
                  <a:lnTo>
                    <a:pt x="p0x1568" y="p0y1568"/>
                  </a:lnTo>
                  <a:lnTo>
                    <a:pt x="p0x1569" y="p0y1569"/>
                  </a:lnTo>
                  <a:moveTo>
                    <a:pt x="p0x1570" y="p0y1570"/>
                  </a:moveTo>
                  <a:lnTo>
                    <a:pt x="p0x1571" y="p0y1571"/>
                  </a:lnTo>
                  <a:lnTo>
                    <a:pt x="p0x1572" y="p0y1572"/>
                  </a:lnTo>
                  <a:lnTo>
                    <a:pt x="p0x1573" y="p0y1573"/>
                  </a:lnTo>
                  <a:lnTo>
                    <a:pt x="p0x1574" y="p0y1574"/>
                  </a:lnTo>
                  <a:moveTo>
                    <a:pt x="p0x1575" y="p0y1575"/>
                  </a:moveTo>
                  <a:lnTo>
                    <a:pt x="p0x1576" y="p0y1576"/>
                  </a:lnTo>
                  <a:lnTo>
                    <a:pt x="p0x1577" y="p0y1577"/>
                  </a:lnTo>
                  <a:lnTo>
                    <a:pt x="p0x1578" y="p0y1578"/>
                  </a:lnTo>
                  <a:lnTo>
                    <a:pt x="p0x1579" y="p0y1579"/>
                  </a:lnTo>
                  <a:moveTo>
                    <a:pt x="p0x1580" y="p0y1580"/>
                  </a:moveTo>
                  <a:lnTo>
                    <a:pt x="p0x1581" y="p0y1581"/>
                  </a:lnTo>
                  <a:lnTo>
                    <a:pt x="p0x1582" y="p0y1582"/>
                  </a:lnTo>
                  <a:lnTo>
                    <a:pt x="p0x1583" y="p0y1583"/>
                  </a:lnTo>
                  <a:lnTo>
                    <a:pt x="p0x1584" y="p0y1584"/>
                  </a:lnTo>
                  <a:moveTo>
                    <a:pt x="p0x1585" y="p0y1585"/>
                  </a:moveTo>
                  <a:lnTo>
                    <a:pt x="p0x1586" y="p0y1586"/>
                  </a:lnTo>
                  <a:lnTo>
                    <a:pt x="p0x1587" y="p0y1587"/>
                  </a:lnTo>
                  <a:lnTo>
                    <a:pt x="p0x1588" y="p0y1588"/>
                  </a:lnTo>
                  <a:lnTo>
                    <a:pt x="p0x1589" y="p0y1589"/>
                  </a:lnTo>
                  <a:moveTo>
                    <a:pt x="p0x1590" y="p0y1590"/>
                  </a:moveTo>
                  <a:lnTo>
                    <a:pt x="p0x1591" y="p0y1591"/>
                  </a:lnTo>
                  <a:lnTo>
                    <a:pt x="p0x1592" y="p0y1592"/>
                  </a:lnTo>
                  <a:lnTo>
                    <a:pt x="p0x1593" y="p0y1593"/>
                  </a:lnTo>
                  <a:lnTo>
                    <a:pt x="p0x1594" y="p0y1594"/>
                  </a:lnTo>
                  <a:moveTo>
                    <a:pt x="p0x1595" y="p0y1595"/>
                  </a:moveTo>
                  <a:lnTo>
                    <a:pt x="p0x1596" y="p0y1596"/>
                  </a:lnTo>
                  <a:lnTo>
                    <a:pt x="p0x1597" y="p0y1597"/>
                  </a:lnTo>
                  <a:lnTo>
                    <a:pt x="p0x1598" y="p0y1598"/>
                  </a:lnTo>
                  <a:lnTo>
                    <a:pt x="p0x1599" y="p0y1599"/>
                  </a:lnTo>
                  <a:moveTo>
                    <a:pt x="p0x1600" y="p0y1600"/>
                  </a:moveTo>
                  <a:lnTo>
                    <a:pt x="p0x1601" y="p0y1601"/>
                  </a:lnTo>
                  <a:lnTo>
                    <a:pt x="p0x1602" y="p0y1602"/>
                  </a:lnTo>
                  <a:lnTo>
                    <a:pt x="p0x1603" y="p0y1603"/>
                  </a:lnTo>
                  <a:lnTo>
                    <a:pt x="p0x1604" y="p0y1604"/>
                  </a:lnTo>
                  <a:moveTo>
                    <a:pt x="p0x1605" y="p0y1605"/>
                  </a:moveTo>
                  <a:lnTo>
                    <a:pt x="p0x1606" y="p0y1606"/>
                  </a:lnTo>
                  <a:lnTo>
                    <a:pt x="p0x1607" y="p0y1607"/>
                  </a:lnTo>
                  <a:lnTo>
                    <a:pt x="p0x1608" y="p0y1608"/>
                  </a:lnTo>
                  <a:lnTo>
                    <a:pt x="p0x1609" y="p0y1609"/>
                  </a:lnTo>
                  <a:moveTo>
                    <a:pt x="p0x1610" y="p0y1610"/>
                  </a:moveTo>
                  <a:lnTo>
                    <a:pt x="p0x1611" y="p0y1611"/>
                  </a:lnTo>
                  <a:lnTo>
                    <a:pt x="p0x1612" y="p0y1612"/>
                  </a:lnTo>
                  <a:lnTo>
                    <a:pt x="p0x1613" y="p0y1613"/>
                  </a:lnTo>
                  <a:lnTo>
                    <a:pt x="p0x1614" y="p0y1614"/>
                  </a:lnTo>
                  <a:moveTo>
                    <a:pt x="p0x1615" y="p0y1615"/>
                  </a:moveTo>
                  <a:lnTo>
                    <a:pt x="p0x1616" y="p0y1616"/>
                  </a:lnTo>
                  <a:lnTo>
                    <a:pt x="p0x1617" y="p0y1617"/>
                  </a:lnTo>
                  <a:lnTo>
                    <a:pt x="p0x1618" y="p0y1618"/>
                  </a:lnTo>
                  <a:lnTo>
                    <a:pt x="p0x1619" y="p0y1619"/>
                  </a:lnTo>
                  <a:moveTo>
                    <a:pt x="p0x1620" y="p0y1620"/>
                  </a:moveTo>
                  <a:lnTo>
                    <a:pt x="p0x1621" y="p0y1621"/>
                  </a:lnTo>
                  <a:lnTo>
                    <a:pt x="p0x1622" y="p0y1622"/>
                  </a:lnTo>
                  <a:lnTo>
                    <a:pt x="p0x1623" y="p0y1623"/>
                  </a:lnTo>
                  <a:lnTo>
                    <a:pt x="p0x1624" y="p0y1624"/>
                  </a:lnTo>
                  <a:moveTo>
                    <a:pt x="p0x1625" y="p0y1625"/>
                  </a:moveTo>
                  <a:lnTo>
                    <a:pt x="p0x1626" y="p0y1626"/>
                  </a:lnTo>
                  <a:lnTo>
                    <a:pt x="p0x1627" y="p0y1627"/>
                  </a:lnTo>
                  <a:lnTo>
                    <a:pt x="p0x1628" y="p0y1628"/>
                  </a:lnTo>
                  <a:lnTo>
                    <a:pt x="p0x1629" y="p0y1629"/>
                  </a:lnTo>
                  <a:moveTo>
                    <a:pt x="p0x1630" y="p0y1630"/>
                  </a:moveTo>
                  <a:lnTo>
                    <a:pt x="p0x1631" y="p0y1631"/>
                  </a:lnTo>
                  <a:lnTo>
                    <a:pt x="p0x1632" y="p0y1632"/>
                  </a:lnTo>
                  <a:lnTo>
                    <a:pt x="p0x1633" y="p0y1633"/>
                  </a:lnTo>
                  <a:lnTo>
                    <a:pt x="p0x1634" y="p0y1634"/>
                  </a:lnTo>
                  <a:moveTo>
                    <a:pt x="p0x1635" y="p0y1635"/>
                  </a:moveTo>
                  <a:lnTo>
                    <a:pt x="p0x1636" y="p0y1636"/>
                  </a:lnTo>
                  <a:lnTo>
                    <a:pt x="p0x1637" y="p0y1637"/>
                  </a:lnTo>
                  <a:lnTo>
                    <a:pt x="p0x1638" y="p0y1638"/>
                  </a:lnTo>
                  <a:lnTo>
                    <a:pt x="p0x1639" y="p0y1639"/>
                  </a:lnTo>
                  <a:moveTo>
                    <a:pt x="p0x1640" y="p0y1640"/>
                  </a:moveTo>
                  <a:lnTo>
                    <a:pt x="p0x1641" y="p0y1641"/>
                  </a:lnTo>
                  <a:lnTo>
                    <a:pt x="p0x1642" y="p0y1642"/>
                  </a:lnTo>
                  <a:lnTo>
                    <a:pt x="p0x1643" y="p0y1643"/>
                  </a:lnTo>
                  <a:lnTo>
                    <a:pt x="p0x1644" y="p0y1644"/>
                  </a:lnTo>
                  <a:moveTo>
                    <a:pt x="p0x1645" y="p0y1645"/>
                  </a:moveTo>
                  <a:lnTo>
                    <a:pt x="p0x1646" y="p0y1646"/>
                  </a:lnTo>
                  <a:lnTo>
                    <a:pt x="p0x1647" y="p0y1647"/>
                  </a:lnTo>
                  <a:lnTo>
                    <a:pt x="p0x1648" y="p0y1648"/>
                  </a:lnTo>
                  <a:lnTo>
                    <a:pt x="p0x1649" y="p0y1649"/>
                  </a:lnTo>
                  <a:moveTo>
                    <a:pt x="p0x1650" y="p0y1650"/>
                  </a:moveTo>
                  <a:lnTo>
                    <a:pt x="p0x1651" y="p0y1651"/>
                  </a:lnTo>
                  <a:lnTo>
                    <a:pt x="p0x1652" y="p0y1652"/>
                  </a:lnTo>
                  <a:lnTo>
                    <a:pt x="p0x1653" y="p0y1653"/>
                  </a:lnTo>
                  <a:lnTo>
                    <a:pt x="p0x1654" y="p0y1654"/>
                  </a:lnTo>
                  <a:moveTo>
                    <a:pt x="p0x1655" y="p0y1655"/>
                  </a:moveTo>
                  <a:lnTo>
                    <a:pt x="p0x1656" y="p0y1656"/>
                  </a:lnTo>
                  <a:lnTo>
                    <a:pt x="p0x1657" y="p0y1657"/>
                  </a:lnTo>
                  <a:lnTo>
                    <a:pt x="p0x1658" y="p0y1658"/>
                  </a:lnTo>
                  <a:lnTo>
                    <a:pt x="p0x1659" y="p0y1659"/>
                  </a:lnTo>
                  <a:moveTo>
                    <a:pt x="p0x1660" y="p0y1660"/>
                  </a:moveTo>
                  <a:lnTo>
                    <a:pt x="p0x1661" y="p0y1661"/>
                  </a:lnTo>
                  <a:lnTo>
                    <a:pt x="p0x1662" y="p0y1662"/>
                  </a:lnTo>
                  <a:lnTo>
                    <a:pt x="p0x1663" y="p0y1663"/>
                  </a:lnTo>
                  <a:lnTo>
                    <a:pt x="p0x1664" y="p0y1664"/>
                  </a:lnTo>
                  <a:moveTo>
                    <a:pt x="p0x1665" y="p0y1665"/>
                  </a:moveTo>
                  <a:lnTo>
                    <a:pt x="p0x1666" y="p0y1666"/>
                  </a:lnTo>
                  <a:lnTo>
                    <a:pt x="p0x1667" y="p0y1667"/>
                  </a:lnTo>
                  <a:lnTo>
                    <a:pt x="p0x1668" y="p0y1668"/>
                  </a:lnTo>
                  <a:lnTo>
                    <a:pt x="p0x1669" y="p0y1669"/>
                  </a:lnTo>
                  <a:moveTo>
                    <a:pt x="p0x1670" y="p0y1670"/>
                  </a:moveTo>
                  <a:lnTo>
                    <a:pt x="p0x1671" y="p0y1671"/>
                  </a:lnTo>
                  <a:lnTo>
                    <a:pt x="p0x1672" y="p0y1672"/>
                  </a:lnTo>
                  <a:lnTo>
                    <a:pt x="p0x1673" y="p0y1673"/>
                  </a:lnTo>
                  <a:lnTo>
                    <a:pt x="p0x1674" y="p0y1674"/>
                  </a:lnTo>
                  <a:moveTo>
                    <a:pt x="p0x1675" y="p0y1675"/>
                  </a:moveTo>
                  <a:lnTo>
                    <a:pt x="p0x1676" y="p0y1676"/>
                  </a:lnTo>
                  <a:lnTo>
                    <a:pt x="p0x1677" y="p0y1677"/>
                  </a:lnTo>
                  <a:lnTo>
                    <a:pt x="p0x1678" y="p0y1678"/>
                  </a:lnTo>
                  <a:lnTo>
                    <a:pt x="p0x1679" y="p0y1679"/>
                  </a:lnTo>
                  <a:moveTo>
                    <a:pt x="p0x1680" y="p0y1680"/>
                  </a:moveTo>
                  <a:lnTo>
                    <a:pt x="p0x1681" y="p0y1681"/>
                  </a:lnTo>
                  <a:lnTo>
                    <a:pt x="p0x1682" y="p0y1682"/>
                  </a:lnTo>
                  <a:lnTo>
                    <a:pt x="p0x1683" y="p0y1683"/>
                  </a:lnTo>
                  <a:lnTo>
                    <a:pt x="p0x1684" y="p0y1684"/>
                  </a:lnTo>
                  <a:moveTo>
                    <a:pt x="p0x1685" y="p0y1685"/>
                  </a:moveTo>
                  <a:lnTo>
                    <a:pt x="p0x1686" y="p0y1686"/>
                  </a:lnTo>
                  <a:lnTo>
                    <a:pt x="p0x1687" y="p0y1687"/>
                  </a:lnTo>
                  <a:lnTo>
                    <a:pt x="p0x1688" y="p0y1688"/>
                  </a:lnTo>
                  <a:lnTo>
                    <a:pt x="p0x1689" y="p0y1689"/>
                  </a:lnTo>
                  <a:moveTo>
                    <a:pt x="p0x1690" y="p0y1690"/>
                  </a:moveTo>
                  <a:lnTo>
                    <a:pt x="p0x1691" y="p0y1691"/>
                  </a:lnTo>
                  <a:lnTo>
                    <a:pt x="p0x1692" y="p0y1692"/>
                  </a:lnTo>
                  <a:lnTo>
                    <a:pt x="p0x1693" y="p0y1693"/>
                  </a:lnTo>
                  <a:lnTo>
                    <a:pt x="p0x1694" y="p0y1694"/>
                  </a:lnTo>
                  <a:moveTo>
                    <a:pt x="p0x1695" y="p0y1695"/>
                  </a:moveTo>
                  <a:lnTo>
                    <a:pt x="p0x1696" y="p0y1696"/>
                  </a:lnTo>
                  <a:lnTo>
                    <a:pt x="p0x1697" y="p0y1697"/>
                  </a:lnTo>
                  <a:lnTo>
                    <a:pt x="p0x1698" y="p0y1698"/>
                  </a:lnTo>
                  <a:lnTo>
                    <a:pt x="p0x1699" y="p0y1699"/>
                  </a:lnTo>
                  <a:moveTo>
                    <a:pt x="p0x1700" y="p0y1700"/>
                  </a:moveTo>
                  <a:lnTo>
                    <a:pt x="p0x1701" y="p0y1701"/>
                  </a:lnTo>
                  <a:lnTo>
                    <a:pt x="p0x1702" y="p0y1702"/>
                  </a:lnTo>
                  <a:lnTo>
                    <a:pt x="p0x1703" y="p0y1703"/>
                  </a:lnTo>
                  <a:lnTo>
                    <a:pt x="p0x1704" y="p0y1704"/>
                  </a:lnTo>
                  <a:moveTo>
                    <a:pt x="p0x1705" y="p0y1705"/>
                  </a:moveTo>
                  <a:lnTo>
                    <a:pt x="p0x1706" y="p0y1706"/>
                  </a:lnTo>
                  <a:lnTo>
                    <a:pt x="p0x1707" y="p0y1707"/>
                  </a:lnTo>
                  <a:lnTo>
                    <a:pt x="p0x1708" y="p0y1708"/>
                  </a:lnTo>
                  <a:lnTo>
                    <a:pt x="p0x1709" y="p0y1709"/>
                  </a:lnTo>
                  <a:moveTo>
                    <a:pt x="p0x1710" y="p0y1710"/>
                  </a:moveTo>
                  <a:lnTo>
                    <a:pt x="p0x1711" y="p0y1711"/>
                  </a:lnTo>
                  <a:lnTo>
                    <a:pt x="p0x1712" y="p0y1712"/>
                  </a:lnTo>
                  <a:lnTo>
                    <a:pt x="p0x1713" y="p0y1713"/>
                  </a:lnTo>
                  <a:lnTo>
                    <a:pt x="p0x1714" y="p0y1714"/>
                  </a:lnTo>
                  <a:moveTo>
                    <a:pt x="p0x1715" y="p0y1715"/>
                  </a:moveTo>
                  <a:lnTo>
                    <a:pt x="p0x1716" y="p0y1716"/>
                  </a:lnTo>
                  <a:lnTo>
                    <a:pt x="p0x1717" y="p0y1717"/>
                  </a:lnTo>
                  <a:lnTo>
                    <a:pt x="p0x1718" y="p0y1718"/>
                  </a:lnTo>
                  <a:lnTo>
                    <a:pt x="p0x1719" y="p0y1719"/>
                  </a:lnTo>
                  <a:moveTo>
                    <a:pt x="p0x1720" y="p0y1720"/>
                  </a:moveTo>
                  <a:lnTo>
                    <a:pt x="p0x1721" y="p0y1721"/>
                  </a:lnTo>
                  <a:lnTo>
                    <a:pt x="p0x1722" y="p0y1722"/>
                  </a:lnTo>
                  <a:lnTo>
                    <a:pt x="p0x1723" y="p0y1723"/>
                  </a:lnTo>
                  <a:lnTo>
                    <a:pt x="p0x1724" y="p0y1724"/>
                  </a:lnTo>
                  <a:moveTo>
                    <a:pt x="p0x1725" y="p0y1725"/>
                  </a:moveTo>
                  <a:lnTo>
                    <a:pt x="p0x1726" y="p0y1726"/>
                  </a:lnTo>
                  <a:lnTo>
                    <a:pt x="p0x1727" y="p0y1727"/>
                  </a:lnTo>
                  <a:lnTo>
                    <a:pt x="p0x1728" y="p0y1728"/>
                  </a:lnTo>
                  <a:lnTo>
                    <a:pt x="p0x1729" y="p0y1729"/>
                  </a:lnTo>
                  <a:moveTo>
                    <a:pt x="p0x1730" y="p0y1730"/>
                  </a:moveTo>
                  <a:lnTo>
                    <a:pt x="p0x1731" y="p0y1731"/>
                  </a:lnTo>
                  <a:lnTo>
                    <a:pt x="p0x1732" y="p0y1732"/>
                  </a:lnTo>
                  <a:lnTo>
                    <a:pt x="p0x1733" y="p0y1733"/>
                  </a:lnTo>
                  <a:lnTo>
                    <a:pt x="p0x1734" y="p0y1734"/>
                  </a:lnTo>
                  <a:moveTo>
                    <a:pt x="p0x1735" y="p0y1735"/>
                  </a:moveTo>
                  <a:lnTo>
                    <a:pt x="p0x1736" y="p0y1736"/>
                  </a:lnTo>
                  <a:lnTo>
                    <a:pt x="p0x1737" y="p0y1737"/>
                  </a:lnTo>
                  <a:lnTo>
                    <a:pt x="p0x1738" y="p0y1738"/>
                  </a:lnTo>
                  <a:lnTo>
                    <a:pt x="p0x1739" y="p0y1739"/>
                  </a:lnTo>
                  <a:moveTo>
                    <a:pt x="p0x1740" y="p0y1740"/>
                  </a:moveTo>
                  <a:lnTo>
                    <a:pt x="p0x1741" y="p0y1741"/>
                  </a:lnTo>
                  <a:lnTo>
                    <a:pt x="p0x1742" y="p0y1742"/>
                  </a:lnTo>
                  <a:lnTo>
                    <a:pt x="p0x1743" y="p0y1743"/>
                  </a:lnTo>
                  <a:lnTo>
                    <a:pt x="p0x1744" y="p0y1744"/>
                  </a:lnTo>
                  <a:moveTo>
                    <a:pt x="p0x1745" y="p0y1745"/>
                  </a:moveTo>
                  <a:lnTo>
                    <a:pt x="p0x1746" y="p0y1746"/>
                  </a:lnTo>
                  <a:lnTo>
                    <a:pt x="p0x1747" y="p0y1747"/>
                  </a:lnTo>
                  <a:lnTo>
                    <a:pt x="p0x1748" y="p0y1748"/>
                  </a:lnTo>
                  <a:lnTo>
                    <a:pt x="p0x1749" y="p0y1749"/>
                  </a:lnTo>
                  <a:moveTo>
                    <a:pt x="p0x1750" y="p0y1750"/>
                  </a:moveTo>
                  <a:lnTo>
                    <a:pt x="p0x1751" y="p0y1751"/>
                  </a:lnTo>
                  <a:lnTo>
                    <a:pt x="p0x1752" y="p0y1752"/>
                  </a:lnTo>
                  <a:lnTo>
                    <a:pt x="p0x1753" y="p0y1753"/>
                  </a:lnTo>
                  <a:lnTo>
                    <a:pt x="p0x1754" y="p0y1754"/>
                  </a:lnTo>
                  <a:moveTo>
                    <a:pt x="p0x1755" y="p0y1755"/>
                  </a:moveTo>
                  <a:lnTo>
                    <a:pt x="p0x1756" y="p0y1756"/>
                  </a:lnTo>
                  <a:lnTo>
                    <a:pt x="p0x1757" y="p0y1757"/>
                  </a:lnTo>
                  <a:lnTo>
                    <a:pt x="p0x1758" y="p0y1758"/>
                  </a:lnTo>
                  <a:lnTo>
                    <a:pt x="p0x1759" y="p0y1759"/>
                  </a:lnTo>
                  <a:moveTo>
                    <a:pt x="p0x1760" y="p0y1760"/>
                  </a:moveTo>
                  <a:lnTo>
                    <a:pt x="p0x1761" y="p0y1761"/>
                  </a:lnTo>
                  <a:lnTo>
                    <a:pt x="p0x1762" y="p0y1762"/>
                  </a:lnTo>
                  <a:lnTo>
                    <a:pt x="p0x1763" y="p0y1763"/>
                  </a:lnTo>
                  <a:lnTo>
                    <a:pt x="p0x1764" y="p0y1764"/>
                  </a:lnTo>
                  <a:moveTo>
                    <a:pt x="p0x1765" y="p0y1765"/>
                  </a:moveTo>
                  <a:lnTo>
                    <a:pt x="p0x1766" y="p0y1766"/>
                  </a:lnTo>
                  <a:lnTo>
                    <a:pt x="p0x1767" y="p0y1767"/>
                  </a:lnTo>
                  <a:lnTo>
                    <a:pt x="p0x1768" y="p0y1768"/>
                  </a:lnTo>
                  <a:lnTo>
                    <a:pt x="p0x1769" y="p0y1769"/>
                  </a:lnTo>
                  <a:moveTo>
                    <a:pt x="p0x1770" y="p0y1770"/>
                  </a:moveTo>
                  <a:lnTo>
                    <a:pt x="p0x1771" y="p0y1771"/>
                  </a:lnTo>
                  <a:lnTo>
                    <a:pt x="p0x1772" y="p0y1772"/>
                  </a:lnTo>
                  <a:lnTo>
                    <a:pt x="p0x1773" y="p0y1773"/>
                  </a:lnTo>
                  <a:lnTo>
                    <a:pt x="p0x1774" y="p0y1774"/>
                  </a:lnTo>
                  <a:moveTo>
                    <a:pt x="p0x1775" y="p0y1775"/>
                  </a:moveTo>
                  <a:lnTo>
                    <a:pt x="p0x1776" y="p0y1776"/>
                  </a:lnTo>
                  <a:lnTo>
                    <a:pt x="p0x1777" y="p0y1777"/>
                  </a:lnTo>
                  <a:lnTo>
                    <a:pt x="p0x1778" y="p0y1778"/>
                  </a:lnTo>
                  <a:lnTo>
                    <a:pt x="p0x1779" y="p0y1779"/>
                  </a:lnTo>
                  <a:moveTo>
                    <a:pt x="p0x1780" y="p0y1780"/>
                  </a:moveTo>
                  <a:lnTo>
                    <a:pt x="p0x1781" y="p0y1781"/>
                  </a:lnTo>
                  <a:lnTo>
                    <a:pt x="p0x1782" y="p0y1782"/>
                  </a:lnTo>
                  <a:lnTo>
                    <a:pt x="p0x1783" y="p0y1783"/>
                  </a:lnTo>
                  <a:lnTo>
                    <a:pt x="p0x1784" y="p0y1784"/>
                  </a:lnTo>
                  <a:moveTo>
                    <a:pt x="p0x1785" y="p0y1785"/>
                  </a:moveTo>
                  <a:lnTo>
                    <a:pt x="p0x1786" y="p0y1786"/>
                  </a:lnTo>
                  <a:lnTo>
                    <a:pt x="p0x1787" y="p0y1787"/>
                  </a:lnTo>
                  <a:lnTo>
                    <a:pt x="p0x1788" y="p0y1788"/>
                  </a:lnTo>
                  <a:lnTo>
                    <a:pt x="p0x1789" y="p0y1789"/>
                  </a:lnTo>
                  <a:moveTo>
                    <a:pt x="p0x1790" y="p0y1790"/>
                  </a:moveTo>
                  <a:lnTo>
                    <a:pt x="p0x1791" y="p0y1791"/>
                  </a:lnTo>
                  <a:lnTo>
                    <a:pt x="p0x1792" y="p0y1792"/>
                  </a:lnTo>
                  <a:lnTo>
                    <a:pt x="p0x1793" y="p0y1793"/>
                  </a:lnTo>
                  <a:lnTo>
                    <a:pt x="p0x1794" y="p0y1794"/>
                  </a:lnTo>
                  <a:moveTo>
                    <a:pt x="p0x1795" y="p0y1795"/>
                  </a:moveTo>
                  <a:lnTo>
                    <a:pt x="p0x1796" y="p0y1796"/>
                  </a:lnTo>
                  <a:lnTo>
                    <a:pt x="p0x1797" y="p0y1797"/>
                  </a:lnTo>
                  <a:lnTo>
                    <a:pt x="p0x1798" y="p0y1798"/>
                  </a:lnTo>
                  <a:lnTo>
                    <a:pt x="p0x1799" y="p0y1799"/>
                  </a:lnTo>
                  <a:moveTo>
                    <a:pt x="p0x1800" y="p0y1800"/>
                  </a:moveTo>
                  <a:lnTo>
                    <a:pt x="p0x1801" y="p0y1801"/>
                  </a:lnTo>
                  <a:lnTo>
                    <a:pt x="p0x1802" y="p0y1802"/>
                  </a:lnTo>
                  <a:lnTo>
                    <a:pt x="p0x1803" y="p0y1803"/>
                  </a:lnTo>
                  <a:lnTo>
                    <a:pt x="p0x1804" y="p0y1804"/>
                  </a:lnTo>
                  <a:moveTo>
                    <a:pt x="p0x1805" y="p0y1805"/>
                  </a:moveTo>
                  <a:lnTo>
                    <a:pt x="p0x1806" y="p0y1806"/>
                  </a:lnTo>
                  <a:lnTo>
                    <a:pt x="p0x1807" y="p0y1807"/>
                  </a:lnTo>
                  <a:lnTo>
                    <a:pt x="p0x1808" y="p0y1808"/>
                  </a:lnTo>
                  <a:lnTo>
                    <a:pt x="p0x1809" y="p0y1809"/>
                  </a:lnTo>
                  <a:moveTo>
                    <a:pt x="p0x1810" y="p0y1810"/>
                  </a:moveTo>
                  <a:lnTo>
                    <a:pt x="p0x1811" y="p0y1811"/>
                  </a:lnTo>
                  <a:lnTo>
                    <a:pt x="p0x1812" y="p0y1812"/>
                  </a:lnTo>
                  <a:lnTo>
                    <a:pt x="p0x1813" y="p0y1813"/>
                  </a:lnTo>
                  <a:lnTo>
                    <a:pt x="p0x1814" y="p0y1814"/>
                  </a:lnTo>
                  <a:moveTo>
                    <a:pt x="p0x1815" y="p0y1815"/>
                  </a:moveTo>
                  <a:lnTo>
                    <a:pt x="p0x1816" y="p0y1816"/>
                  </a:lnTo>
                  <a:lnTo>
                    <a:pt x="p0x1817" y="p0y1817"/>
                  </a:lnTo>
                  <a:lnTo>
                    <a:pt x="p0x1818" y="p0y1818"/>
                  </a:lnTo>
                  <a:lnTo>
                    <a:pt x="p0x1819" y="p0y1819"/>
                  </a:lnTo>
                  <a:moveTo>
                    <a:pt x="p0x1820" y="p0y1820"/>
                  </a:moveTo>
                  <a:lnTo>
                    <a:pt x="p0x1821" y="p0y1821"/>
                  </a:lnTo>
                  <a:lnTo>
                    <a:pt x="p0x1822" y="p0y1822"/>
                  </a:lnTo>
                  <a:lnTo>
                    <a:pt x="p0x1823" y="p0y1823"/>
                  </a:lnTo>
                  <a:lnTo>
                    <a:pt x="p0x1824" y="p0y1824"/>
                  </a:lnTo>
                  <a:moveTo>
                    <a:pt x="p0x1825" y="p0y1825"/>
                  </a:moveTo>
                  <a:lnTo>
                    <a:pt x="p0x1826" y="p0y1826"/>
                  </a:lnTo>
                  <a:lnTo>
                    <a:pt x="p0x1827" y="p0y1827"/>
                  </a:lnTo>
                  <a:lnTo>
                    <a:pt x="p0x1828" y="p0y1828"/>
                  </a:lnTo>
                  <a:lnTo>
                    <a:pt x="p0x1829" y="p0y1829"/>
                  </a:lnTo>
                  <a:moveTo>
                    <a:pt x="p0x1830" y="p0y1830"/>
                  </a:moveTo>
                  <a:lnTo>
                    <a:pt x="p0x1831" y="p0y1831"/>
                  </a:lnTo>
                  <a:lnTo>
                    <a:pt x="p0x1832" y="p0y1832"/>
                  </a:lnTo>
                  <a:lnTo>
                    <a:pt x="p0x1833" y="p0y1833"/>
                  </a:lnTo>
                  <a:lnTo>
                    <a:pt x="p0x1834" y="p0y1834"/>
                  </a:lnTo>
                  <a:moveTo>
                    <a:pt x="p0x1835" y="p0y1835"/>
                  </a:moveTo>
                  <a:lnTo>
                    <a:pt x="p0x1836" y="p0y1836"/>
                  </a:lnTo>
                  <a:lnTo>
                    <a:pt x="p0x1837" y="p0y1837"/>
                  </a:lnTo>
                  <a:lnTo>
                    <a:pt x="p0x1838" y="p0y1838"/>
                  </a:lnTo>
                  <a:lnTo>
                    <a:pt x="p0x1839" y="p0y1839"/>
                  </a:lnTo>
                  <a:moveTo>
                    <a:pt x="p0x1840" y="p0y1840"/>
                  </a:moveTo>
                  <a:lnTo>
                    <a:pt x="p0x1841" y="p0y1841"/>
                  </a:lnTo>
                  <a:lnTo>
                    <a:pt x="p0x1842" y="p0y1842"/>
                  </a:lnTo>
                  <a:lnTo>
                    <a:pt x="p0x1843" y="p0y1843"/>
                  </a:lnTo>
                  <a:lnTo>
                    <a:pt x="p0x1844" y="p0y1844"/>
                  </a:lnTo>
                  <a:moveTo>
                    <a:pt x="p0x1845" y="p0y1845"/>
                  </a:moveTo>
                  <a:lnTo>
                    <a:pt x="p0x1846" y="p0y1846"/>
                  </a:lnTo>
                  <a:lnTo>
                    <a:pt x="p0x1847" y="p0y1847"/>
                  </a:lnTo>
                  <a:lnTo>
                    <a:pt x="p0x1848" y="p0y1848"/>
                  </a:lnTo>
                  <a:lnTo>
                    <a:pt x="p0x1849" y="p0y1849"/>
                  </a:lnTo>
                  <a:moveTo>
                    <a:pt x="p0x1850" y="p0y1850"/>
                  </a:moveTo>
                  <a:lnTo>
                    <a:pt x="p0x1851" y="p0y1851"/>
                  </a:lnTo>
                  <a:lnTo>
                    <a:pt x="p0x1852" y="p0y1852"/>
                  </a:lnTo>
                  <a:lnTo>
                    <a:pt x="p0x1853" y="p0y1853"/>
                  </a:lnTo>
                  <a:lnTo>
                    <a:pt x="p0x1854" y="p0y1854"/>
                  </a:lnTo>
                  <a:moveTo>
                    <a:pt x="p0x1855" y="p0y1855"/>
                  </a:moveTo>
                  <a:lnTo>
                    <a:pt x="p0x1856" y="p0y1856"/>
                  </a:lnTo>
                  <a:lnTo>
                    <a:pt x="p0x1857" y="p0y1857"/>
                  </a:lnTo>
                  <a:lnTo>
                    <a:pt x="p0x1858" y="p0y1858"/>
                  </a:lnTo>
                  <a:lnTo>
                    <a:pt x="p0x1859" y="p0y1859"/>
                  </a:lnTo>
                  <a:moveTo>
                    <a:pt x="p0x1860" y="p0y1860"/>
                  </a:moveTo>
                  <a:lnTo>
                    <a:pt x="p0x1861" y="p0y1861"/>
                  </a:lnTo>
                  <a:lnTo>
                    <a:pt x="p0x1862" y="p0y1862"/>
                  </a:lnTo>
                  <a:lnTo>
                    <a:pt x="p0x1863" y="p0y1863"/>
                  </a:lnTo>
                  <a:lnTo>
                    <a:pt x="p0x1864" y="p0y1864"/>
                  </a:lnTo>
                  <a:moveTo>
                    <a:pt x="p0x1865" y="p0y1865"/>
                  </a:moveTo>
                  <a:lnTo>
                    <a:pt x="p0x1866" y="p0y1866"/>
                  </a:lnTo>
                  <a:lnTo>
                    <a:pt x="p0x1867" y="p0y1867"/>
                  </a:lnTo>
                  <a:lnTo>
                    <a:pt x="p0x1868" y="p0y1868"/>
                  </a:lnTo>
                  <a:lnTo>
                    <a:pt x="p0x1869" y="p0y1869"/>
                  </a:lnTo>
                  <a:moveTo>
                    <a:pt x="p0x1870" y="p0y1870"/>
                  </a:moveTo>
                  <a:lnTo>
                    <a:pt x="p0x1871" y="p0y1871"/>
                  </a:lnTo>
                  <a:lnTo>
                    <a:pt x="p0x1872" y="p0y1872"/>
                  </a:lnTo>
                  <a:lnTo>
                    <a:pt x="p0x1873" y="p0y1873"/>
                  </a:lnTo>
                  <a:lnTo>
                    <a:pt x="p0x1874" y="p0y1874"/>
                  </a:lnTo>
                  <a:moveTo>
                    <a:pt x="p0x1875" y="p0y1875"/>
                  </a:moveTo>
                  <a:lnTo>
                    <a:pt x="p0x1876" y="p0y1876"/>
                  </a:lnTo>
                  <a:lnTo>
                    <a:pt x="p0x1877" y="p0y1877"/>
                  </a:lnTo>
                  <a:lnTo>
                    <a:pt x="p0x1878" y="p0y1878"/>
                  </a:lnTo>
                  <a:lnTo>
                    <a:pt x="p0x1879" y="p0y1879"/>
                  </a:lnTo>
                  <a:moveTo>
                    <a:pt x="p0x1880" y="p0y1880"/>
                  </a:moveTo>
                  <a:lnTo>
                    <a:pt x="p0x1881" y="p0y1881"/>
                  </a:lnTo>
                  <a:lnTo>
                    <a:pt x="p0x1882" y="p0y1882"/>
                  </a:lnTo>
                  <a:lnTo>
                    <a:pt x="p0x1883" y="p0y1883"/>
                  </a:lnTo>
                  <a:lnTo>
                    <a:pt x="p0x1884" y="p0y1884"/>
                  </a:lnTo>
                  <a:moveTo>
                    <a:pt x="p0x1885" y="p0y1885"/>
                  </a:moveTo>
                  <a:lnTo>
                    <a:pt x="p0x1886" y="p0y1886"/>
                  </a:lnTo>
                  <a:lnTo>
                    <a:pt x="p0x1887" y="p0y1887"/>
                  </a:lnTo>
                  <a:lnTo>
                    <a:pt x="p0x1888" y="p0y1888"/>
                  </a:lnTo>
                  <a:lnTo>
                    <a:pt x="p0x1889" y="p0y1889"/>
                  </a:lnTo>
                  <a:moveTo>
                    <a:pt x="p0x1890" y="p0y1890"/>
                  </a:moveTo>
                  <a:lnTo>
                    <a:pt x="p0x1891" y="p0y1891"/>
                  </a:lnTo>
                  <a:lnTo>
                    <a:pt x="p0x1892" y="p0y1892"/>
                  </a:lnTo>
                  <a:lnTo>
                    <a:pt x="p0x1893" y="p0y1893"/>
                  </a:lnTo>
                  <a:lnTo>
                    <a:pt x="p0x1894" y="p0y1894"/>
                  </a:lnTo>
                  <a:moveTo>
                    <a:pt x="p0x1895" y="p0y1895"/>
                  </a:moveTo>
                  <a:lnTo>
                    <a:pt x="p0x1896" y="p0y1896"/>
                  </a:lnTo>
                  <a:lnTo>
                    <a:pt x="p0x1897" y="p0y1897"/>
                  </a:lnTo>
                  <a:lnTo>
                    <a:pt x="p0x1898" y="p0y1898"/>
                  </a:lnTo>
                  <a:lnTo>
                    <a:pt x="p0x1899" y="p0y1899"/>
                  </a:lnTo>
                  <a:moveTo>
                    <a:pt x="p0x1900" y="p0y1900"/>
                  </a:moveTo>
                  <a:lnTo>
                    <a:pt x="p0x1901" y="p0y1901"/>
                  </a:lnTo>
                  <a:lnTo>
                    <a:pt x="p0x1902" y="p0y1902"/>
                  </a:lnTo>
                  <a:lnTo>
                    <a:pt x="p0x1903" y="p0y1903"/>
                  </a:lnTo>
                  <a:lnTo>
                    <a:pt x="p0x1904" y="p0y1904"/>
                  </a:lnTo>
                  <a:moveTo>
                    <a:pt x="p0x1905" y="p0y1905"/>
                  </a:moveTo>
                  <a:lnTo>
                    <a:pt x="p0x1906" y="p0y1906"/>
                  </a:lnTo>
                  <a:lnTo>
                    <a:pt x="p0x1907" y="p0y1907"/>
                  </a:lnTo>
                  <a:lnTo>
                    <a:pt x="p0x1908" y="p0y1908"/>
                  </a:lnTo>
                  <a:lnTo>
                    <a:pt x="p0x1909" y="p0y1909"/>
                  </a:lnTo>
                  <a:moveTo>
                    <a:pt x="p0x1910" y="p0y1910"/>
                  </a:moveTo>
                  <a:lnTo>
                    <a:pt x="p0x1911" y="p0y1911"/>
                  </a:lnTo>
                  <a:lnTo>
                    <a:pt x="p0x1912" y="p0y1912"/>
                  </a:lnTo>
                  <a:lnTo>
                    <a:pt x="p0x1913" y="p0y1913"/>
                  </a:lnTo>
                  <a:lnTo>
                    <a:pt x="p0x1914" y="p0y1914"/>
                  </a:lnTo>
                  <a:moveTo>
                    <a:pt x="p0x1915" y="p0y1915"/>
                  </a:moveTo>
                  <a:lnTo>
                    <a:pt x="p0x1916" y="p0y1916"/>
                  </a:lnTo>
                  <a:lnTo>
                    <a:pt x="p0x1917" y="p0y1917"/>
                  </a:lnTo>
                  <a:lnTo>
                    <a:pt x="p0x1918" y="p0y1918"/>
                  </a:lnTo>
                  <a:lnTo>
                    <a:pt x="p0x1919" y="p0y1919"/>
                  </a:lnTo>
                  <a:moveTo>
                    <a:pt x="p0x1920" y="p0y1920"/>
                  </a:moveTo>
                  <a:lnTo>
                    <a:pt x="p0x1921" y="p0y1921"/>
                  </a:lnTo>
                  <a:lnTo>
                    <a:pt x="p0x1922" y="p0y1922"/>
                  </a:lnTo>
                  <a:lnTo>
                    <a:pt x="p0x1923" y="p0y1923"/>
                  </a:lnTo>
                  <a:lnTo>
                    <a:pt x="p0x1924" y="p0y1924"/>
                  </a:lnTo>
                  <a:moveTo>
                    <a:pt x="p0x1925" y="p0y1925"/>
                  </a:moveTo>
                  <a:lnTo>
                    <a:pt x="p0x1926" y="p0y1926"/>
                  </a:lnTo>
                  <a:lnTo>
                    <a:pt x="p0x1927" y="p0y1927"/>
                  </a:lnTo>
                  <a:lnTo>
                    <a:pt x="p0x1928" y="p0y1928"/>
                  </a:lnTo>
                  <a:lnTo>
                    <a:pt x="p0x1929" y="p0y1929"/>
                  </a:lnTo>
                  <a:moveTo>
                    <a:pt x="p0x1930" y="p0y1930"/>
                  </a:moveTo>
                  <a:lnTo>
                    <a:pt x="p0x1931" y="p0y1931"/>
                  </a:lnTo>
                  <a:lnTo>
                    <a:pt x="p0x1932" y="p0y1932"/>
                  </a:lnTo>
                  <a:lnTo>
                    <a:pt x="p0x1933" y="p0y1933"/>
                  </a:lnTo>
                  <a:lnTo>
                    <a:pt x="p0x1934" y="p0y1934"/>
                  </a:lnTo>
                  <a:moveTo>
                    <a:pt x="p0x1935" y="p0y1935"/>
                  </a:moveTo>
                  <a:lnTo>
                    <a:pt x="p0x1936" y="p0y1936"/>
                  </a:lnTo>
                  <a:lnTo>
                    <a:pt x="p0x1937" y="p0y1937"/>
                  </a:lnTo>
                  <a:lnTo>
                    <a:pt x="p0x1938" y="p0y1938"/>
                  </a:lnTo>
                  <a:lnTo>
                    <a:pt x="p0x1939" y="p0y1939"/>
                  </a:lnTo>
                  <a:moveTo>
                    <a:pt x="p0x1940" y="p0y1940"/>
                  </a:moveTo>
                  <a:lnTo>
                    <a:pt x="p0x1941" y="p0y1941"/>
                  </a:lnTo>
                  <a:lnTo>
                    <a:pt x="p0x1942" y="p0y1942"/>
                  </a:lnTo>
                  <a:lnTo>
                    <a:pt x="p0x1943" y="p0y1943"/>
                  </a:lnTo>
                  <a:lnTo>
                    <a:pt x="p0x1944" y="p0y1944"/>
                  </a:lnTo>
                  <a:moveTo>
                    <a:pt x="p0x1945" y="p0y1945"/>
                  </a:moveTo>
                  <a:lnTo>
                    <a:pt x="p0x1946" y="p0y1946"/>
                  </a:lnTo>
                  <a:lnTo>
                    <a:pt x="p0x1947" y="p0y1947"/>
                  </a:lnTo>
                  <a:lnTo>
                    <a:pt x="p0x1948" y="p0y1948"/>
                  </a:lnTo>
                  <a:lnTo>
                    <a:pt x="p0x1949" y="p0y1949"/>
                  </a:lnTo>
                  <a:moveTo>
                    <a:pt x="p0x1950" y="p0y1950"/>
                  </a:moveTo>
                  <a:lnTo>
                    <a:pt x="p0x1951" y="p0y1951"/>
                  </a:lnTo>
                  <a:lnTo>
                    <a:pt x="p0x1952" y="p0y1952"/>
                  </a:lnTo>
                  <a:lnTo>
                    <a:pt x="p0x1953" y="p0y1953"/>
                  </a:lnTo>
                  <a:lnTo>
                    <a:pt x="p0x1954" y="p0y1954"/>
                  </a:lnTo>
                  <a:moveTo>
                    <a:pt x="p0x1955" y="p0y1955"/>
                  </a:moveTo>
                  <a:lnTo>
                    <a:pt x="p0x1956" y="p0y1956"/>
                  </a:lnTo>
                  <a:lnTo>
                    <a:pt x="p0x1957" y="p0y1957"/>
                  </a:lnTo>
                  <a:lnTo>
                    <a:pt x="p0x1958" y="p0y1958"/>
                  </a:lnTo>
                  <a:lnTo>
                    <a:pt x="p0x1959" y="p0y1959"/>
                  </a:lnTo>
                  <a:moveTo>
                    <a:pt x="p0x1960" y="p0y1960"/>
                  </a:moveTo>
                  <a:lnTo>
                    <a:pt x="p0x1961" y="p0y1961"/>
                  </a:lnTo>
                  <a:lnTo>
                    <a:pt x="p0x1962" y="p0y1962"/>
                  </a:lnTo>
                  <a:lnTo>
                    <a:pt x="p0x1963" y="p0y1963"/>
                  </a:lnTo>
                  <a:lnTo>
                    <a:pt x="p0x1964" y="p0y1964"/>
                  </a:lnTo>
                  <a:moveTo>
                    <a:pt x="p0x1965" y="p0y1965"/>
                  </a:moveTo>
                  <a:lnTo>
                    <a:pt x="p0x1966" y="p0y1966"/>
                  </a:lnTo>
                  <a:lnTo>
                    <a:pt x="p0x1967" y="p0y1967"/>
                  </a:lnTo>
                  <a:lnTo>
                    <a:pt x="p0x1968" y="p0y1968"/>
                  </a:lnTo>
                  <a:lnTo>
                    <a:pt x="p0x1969" y="p0y1969"/>
                  </a:lnTo>
                  <a:moveTo>
                    <a:pt x="p0x1970" y="p0y1970"/>
                  </a:moveTo>
                  <a:lnTo>
                    <a:pt x="p0x1971" y="p0y1971"/>
                  </a:lnTo>
                  <a:lnTo>
                    <a:pt x="p0x1972" y="p0y1972"/>
                  </a:lnTo>
                  <a:lnTo>
                    <a:pt x="p0x1973" y="p0y1973"/>
                  </a:lnTo>
                  <a:lnTo>
                    <a:pt x="p0x1974" y="p0y1974"/>
                  </a:lnTo>
                  <a:moveTo>
                    <a:pt x="p0x1975" y="p0y1975"/>
                  </a:moveTo>
                  <a:lnTo>
                    <a:pt x="p0x1976" y="p0y1976"/>
                  </a:lnTo>
                  <a:lnTo>
                    <a:pt x="p0x1977" y="p0y1977"/>
                  </a:lnTo>
                  <a:lnTo>
                    <a:pt x="p0x1978" y="p0y1978"/>
                  </a:lnTo>
                  <a:lnTo>
                    <a:pt x="p0x1979" y="p0y1979"/>
                  </a:lnTo>
                  <a:moveTo>
                    <a:pt x="p0x1980" y="p0y1980"/>
                  </a:moveTo>
                  <a:lnTo>
                    <a:pt x="p0x1981" y="p0y1981"/>
                  </a:lnTo>
                  <a:lnTo>
                    <a:pt x="p0x1982" y="p0y1982"/>
                  </a:lnTo>
                  <a:lnTo>
                    <a:pt x="p0x1983" y="p0y1983"/>
                  </a:lnTo>
                  <a:lnTo>
                    <a:pt x="p0x1984" y="p0y1984"/>
                  </a:lnTo>
                  <a:moveTo>
                    <a:pt x="p0x1985" y="p0y1985"/>
                  </a:moveTo>
                  <a:lnTo>
                    <a:pt x="p0x1986" y="p0y1986"/>
                  </a:lnTo>
                  <a:lnTo>
                    <a:pt x="p0x1987" y="p0y1987"/>
                  </a:lnTo>
                  <a:lnTo>
                    <a:pt x="p0x1988" y="p0y1988"/>
                  </a:lnTo>
                  <a:lnTo>
                    <a:pt x="p0x1989" y="p0y1989"/>
                  </a:lnTo>
                  <a:moveTo>
                    <a:pt x="p0x1990" y="p0y1990"/>
                  </a:moveTo>
                  <a:lnTo>
                    <a:pt x="p0x1991" y="p0y1991"/>
                  </a:lnTo>
                  <a:lnTo>
                    <a:pt x="p0x1992" y="p0y1992"/>
                  </a:lnTo>
                  <a:lnTo>
                    <a:pt x="p0x1993" y="p0y1993"/>
                  </a:lnTo>
                  <a:lnTo>
                    <a:pt x="p0x1994" y="p0y1994"/>
                  </a:lnTo>
                  <a:moveTo>
                    <a:pt x="p0x1995" y="p0y1995"/>
                  </a:moveTo>
                  <a:lnTo>
                    <a:pt x="p0x1996" y="p0y1996"/>
                  </a:lnTo>
                  <a:lnTo>
                    <a:pt x="p0x1997" y="p0y1997"/>
                  </a:lnTo>
                  <a:lnTo>
                    <a:pt x="p0x1998" y="p0y1998"/>
                  </a:lnTo>
                  <a:lnTo>
                    <a:pt x="p0x1999" y="p0y1999"/>
                  </a:lnTo>
                  <a:moveTo>
                    <a:pt x="p0x2000" y="p0y2000"/>
                  </a:moveTo>
                  <a:lnTo>
                    <a:pt x="p0x2001" y="p0y2001"/>
                  </a:lnTo>
                  <a:lnTo>
                    <a:pt x="p0x2002" y="p0y2002"/>
                  </a:lnTo>
                  <a:lnTo>
                    <a:pt x="p0x2003" y="p0y2003"/>
                  </a:lnTo>
                  <a:lnTo>
                    <a:pt x="p0x2004" y="p0y2004"/>
                  </a:lnTo>
                  <a:moveTo>
                    <a:pt x="p0x2005" y="p0y2005"/>
                  </a:moveTo>
                  <a:lnTo>
                    <a:pt x="p0x2006" y="p0y2006"/>
                  </a:lnTo>
                  <a:lnTo>
                    <a:pt x="p0x2007" y="p0y2007"/>
                  </a:lnTo>
                  <a:lnTo>
                    <a:pt x="p0x2008" y="p0y2008"/>
                  </a:lnTo>
                  <a:lnTo>
                    <a:pt x="p0x2009" y="p0y2009"/>
                  </a:lnTo>
                  <a:moveTo>
                    <a:pt x="p0x2010" y="p0y2010"/>
                  </a:moveTo>
                  <a:lnTo>
                    <a:pt x="p0x2011" y="p0y2011"/>
                  </a:lnTo>
                  <a:lnTo>
                    <a:pt x="p0x2012" y="p0y2012"/>
                  </a:lnTo>
                  <a:lnTo>
                    <a:pt x="p0x2013" y="p0y2013"/>
                  </a:lnTo>
                  <a:lnTo>
                    <a:pt x="p0x2014" y="p0y2014"/>
                  </a:lnTo>
                  <a:moveTo>
                    <a:pt x="p0x2015" y="p0y2015"/>
                  </a:moveTo>
                  <a:lnTo>
                    <a:pt x="p0x2016" y="p0y2016"/>
                  </a:lnTo>
                  <a:lnTo>
                    <a:pt x="p0x2017" y="p0y2017"/>
                  </a:lnTo>
                  <a:lnTo>
                    <a:pt x="p0x2018" y="p0y2018"/>
                  </a:lnTo>
                  <a:lnTo>
                    <a:pt x="p0x2019" y="p0y2019"/>
                  </a:lnTo>
                  <a:moveTo>
                    <a:pt x="p0x2020" y="p0y2020"/>
                  </a:moveTo>
                  <a:lnTo>
                    <a:pt x="p0x2021" y="p0y2021"/>
                  </a:lnTo>
                  <a:lnTo>
                    <a:pt x="p0x2022" y="p0y2022"/>
                  </a:lnTo>
                  <a:lnTo>
                    <a:pt x="p0x2023" y="p0y2023"/>
                  </a:lnTo>
                  <a:lnTo>
                    <a:pt x="p0x2024" y="p0y2024"/>
                  </a:lnTo>
                  <a:moveTo>
                    <a:pt x="p0x2025" y="p0y2025"/>
                  </a:moveTo>
                  <a:lnTo>
                    <a:pt x="p0x2026" y="p0y2026"/>
                  </a:lnTo>
                  <a:lnTo>
                    <a:pt x="p0x2027" y="p0y2027"/>
                  </a:lnTo>
                  <a:lnTo>
                    <a:pt x="p0x2028" y="p0y2028"/>
                  </a:lnTo>
                  <a:lnTo>
                    <a:pt x="p0x2029" y="p0y2029"/>
                  </a:lnTo>
                  <a:moveTo>
                    <a:pt x="p0x2030" y="p0y2030"/>
                  </a:moveTo>
                  <a:lnTo>
                    <a:pt x="p0x2031" y="p0y2031"/>
                  </a:lnTo>
                  <a:lnTo>
                    <a:pt x="p0x2032" y="p0y2032"/>
                  </a:lnTo>
                  <a:lnTo>
                    <a:pt x="p0x2033" y="p0y2033"/>
                  </a:lnTo>
                  <a:lnTo>
                    <a:pt x="p0x2034" y="p0y2034"/>
                  </a:lnTo>
                  <a:moveTo>
                    <a:pt x="p0x2035" y="p0y2035"/>
                  </a:moveTo>
                  <a:lnTo>
                    <a:pt x="p0x2036" y="p0y2036"/>
                  </a:lnTo>
                  <a:lnTo>
                    <a:pt x="p0x2037" y="p0y2037"/>
                  </a:lnTo>
                  <a:lnTo>
                    <a:pt x="p0x2038" y="p0y2038"/>
                  </a:lnTo>
                  <a:lnTo>
                    <a:pt x="p0x2039" y="p0y2039"/>
                  </a:lnTo>
                  <a:moveTo>
                    <a:pt x="p0x2040" y="p0y2040"/>
                  </a:moveTo>
                  <a:lnTo>
                    <a:pt x="p0x2041" y="p0y2041"/>
                  </a:lnTo>
                  <a:lnTo>
                    <a:pt x="p0x2042" y="p0y2042"/>
                  </a:lnTo>
                  <a:lnTo>
                    <a:pt x="p0x2043" y="p0y2043"/>
                  </a:lnTo>
                  <a:lnTo>
                    <a:pt x="p0x2044" y="p0y2044"/>
                  </a:lnTo>
                  <a:moveTo>
                    <a:pt x="p0x2045" y="p0y2045"/>
                  </a:moveTo>
                  <a:lnTo>
                    <a:pt x="p0x2046" y="p0y2046"/>
                  </a:lnTo>
                  <a:lnTo>
                    <a:pt x="p0x2047" y="p0y2047"/>
                  </a:lnTo>
                  <a:lnTo>
                    <a:pt x="p0x2048" y="p0y2048"/>
                  </a:lnTo>
                  <a:lnTo>
                    <a:pt x="p0x2049" y="p0y2049"/>
                  </a:lnTo>
                  <a:moveTo>
                    <a:pt x="p0x2050" y="p0y2050"/>
                  </a:moveTo>
                  <a:lnTo>
                    <a:pt x="p0x2051" y="p0y2051"/>
                  </a:lnTo>
                  <a:lnTo>
                    <a:pt x="p0x2052" y="p0y2052"/>
                  </a:lnTo>
                  <a:lnTo>
                    <a:pt x="p0x2053" y="p0y2053"/>
                  </a:lnTo>
                  <a:lnTo>
                    <a:pt x="p0x2054" y="p0y2054"/>
                  </a:lnTo>
                  <a:moveTo>
                    <a:pt x="p0x2055" y="p0y2055"/>
                  </a:moveTo>
                  <a:lnTo>
                    <a:pt x="p0x2056" y="p0y2056"/>
                  </a:lnTo>
                  <a:lnTo>
                    <a:pt x="p0x2057" y="p0y2057"/>
                  </a:lnTo>
                  <a:lnTo>
                    <a:pt x="p0x2058" y="p0y2058"/>
                  </a:lnTo>
                  <a:lnTo>
                    <a:pt x="p0x2059" y="p0y2059"/>
                  </a:lnTo>
                  <a:moveTo>
                    <a:pt x="p0x2060" y="p0y2060"/>
                  </a:moveTo>
                  <a:lnTo>
                    <a:pt x="p0x2061" y="p0y2061"/>
                  </a:lnTo>
                  <a:lnTo>
                    <a:pt x="p0x2062" y="p0y2062"/>
                  </a:lnTo>
                  <a:lnTo>
                    <a:pt x="p0x2063" y="p0y2063"/>
                  </a:lnTo>
                  <a:lnTo>
                    <a:pt x="p0x2064" y="p0y2064"/>
                  </a:lnTo>
                  <a:moveTo>
                    <a:pt x="p0x2065" y="p0y2065"/>
                  </a:moveTo>
                  <a:lnTo>
                    <a:pt x="p0x2066" y="p0y2066"/>
                  </a:lnTo>
                  <a:lnTo>
                    <a:pt x="p0x2067" y="p0y2067"/>
                  </a:lnTo>
                  <a:lnTo>
                    <a:pt x="p0x2068" y="p0y2068"/>
                  </a:lnTo>
                  <a:lnTo>
                    <a:pt x="p0x2069" y="p0y2069"/>
                  </a:lnTo>
                  <a:moveTo>
                    <a:pt x="p0x2070" y="p0y2070"/>
                  </a:moveTo>
                  <a:lnTo>
                    <a:pt x="p0x2071" y="p0y2071"/>
                  </a:lnTo>
                  <a:lnTo>
                    <a:pt x="p0x2072" y="p0y2072"/>
                  </a:lnTo>
                  <a:lnTo>
                    <a:pt x="p0x2073" y="p0y2073"/>
                  </a:lnTo>
                  <a:lnTo>
                    <a:pt x="p0x2074" y="p0y2074"/>
                  </a:lnTo>
                </a:path>
              </a:pathLst>
            </a:custGeom>
            <a:solidFill>
              <a:srgbClr val="94A3B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9" name="文本框 28"/>
          <p:cNvSpPr txBox="1"/>
          <p:nvPr>
            <p:custDataLst>
              <p:tags r:id="rId10"/>
            </p:custDataLst>
          </p:nvPr>
        </p:nvSpPr>
        <p:spPr>
          <a:xfrm>
            <a:off x="161925" y="4917758"/>
            <a:ext cx="1186815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30" name="文本框 29"/>
          <p:cNvSpPr txBox="1"/>
          <p:nvPr>
            <p:custDataLst>
              <p:tags r:id="rId11"/>
            </p:custDataLst>
          </p:nvPr>
        </p:nvSpPr>
        <p:spPr>
          <a:xfrm>
            <a:off x="161925" y="5213985"/>
            <a:ext cx="11868150" cy="82296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基于刚才说的这些痛点，我们的研究目标就是做一套面向</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中小学生的三端协同的行为习惯辅助系统，通过数字化的方式来降低孩子的认知负担，缓解家长和孩子之间的冲突，实现正向的行为激励。我们这个项目主要有两个核心创新点：第一个是我们做了儿童端、家长端和管理后台三个端的协同，形成了从任务拆解到专注执行，再到激励反馈、数据优化的完整闭环，这个是市面上现有的工具很少有的。第二个创新点是我们集成了大语言模型，可以根据孩子的行为数据动态生成个性化的激励话术，这样就可以引导家长从原来的监督者变成陪伴者，既降低了家长的负担，也能让孩子更容易接受。</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34" name="文本框 33"/>
          <p:cNvSpPr txBox="1"/>
          <p:nvPr>
            <p:custDataLst>
              <p:tags r:id="rId12"/>
            </p:custDataLst>
          </p:nvPr>
        </p:nvSpPr>
        <p:spPr>
          <a:xfrm>
            <a:off x="161925" y="6229350"/>
            <a:ext cx="11868150" cy="4743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要点提示：</a:t>
            </a:r>
            <a:r>
              <a:rPr lang="en-US" sz="1200">
                <a:solidFill>
                  <a:srgbClr val="000000"/>
                </a:solidFill>
                <a:latin typeface="微软雅黑" panose="020B0503020204020204" charset="-122"/>
                <a:ea typeface="微软雅黑" panose="020B0503020204020204" charset="-122"/>
                <a:cs typeface="微软雅黑" panose="020B0503020204020204" charset="-122"/>
              </a:rPr>
              <a:t>1. </a:t>
            </a:r>
            <a:r>
              <a:rPr lang="zh-CN" altLang="en-US" sz="1200">
                <a:solidFill>
                  <a:srgbClr val="000000"/>
                </a:solidFill>
                <a:latin typeface="微软雅黑" panose="020B0503020204020204" charset="-122"/>
                <a:ea typeface="微软雅黑" panose="020B0503020204020204" charset="-122"/>
                <a:cs typeface="微软雅黑" panose="020B0503020204020204" charset="-122"/>
              </a:rPr>
              <a:t>这两个创新点是整个项目的亮点，一定要重点讲清楚，让评委知道你的项目和其他同类项目的区别在哪里；</a:t>
            </a:r>
            <a:r>
              <a:rPr lang="en-US" altLang="zh-CN" sz="1200">
                <a:solidFill>
                  <a:srgbClr val="000000"/>
                </a:solidFill>
                <a:latin typeface="微软雅黑" panose="020B0503020204020204" charset="-122"/>
                <a:ea typeface="微软雅黑" panose="020B0503020204020204" charset="-122"/>
                <a:cs typeface="微软雅黑" panose="020B0503020204020204" charset="-122"/>
              </a:rPr>
              <a:t>2. </a:t>
            </a:r>
            <a:r>
              <a:rPr lang="zh-CN" altLang="en-US" sz="1200">
                <a:solidFill>
                  <a:srgbClr val="000000"/>
                </a:solidFill>
                <a:latin typeface="微软雅黑" panose="020B0503020204020204" charset="-122"/>
                <a:ea typeface="微软雅黑" panose="020B0503020204020204" charset="-122"/>
                <a:cs typeface="微软雅黑" panose="020B0503020204020204" charset="-122"/>
              </a:rPr>
              <a:t>讲的时候可以稍微展开说一下三端协同具体是怎么配合的，以及</a:t>
            </a:r>
            <a:r>
              <a:rPr lang="en-US" altLang="zh-CN" sz="1200">
                <a:solidFill>
                  <a:srgbClr val="000000"/>
                </a:solidFill>
                <a:latin typeface="微软雅黑" panose="020B0503020204020204" charset="-122"/>
                <a:ea typeface="微软雅黑" panose="020B0503020204020204" charset="-122"/>
                <a:cs typeface="微软雅黑" panose="020B0503020204020204" charset="-122"/>
              </a:rPr>
              <a:t>LLM</a:t>
            </a:r>
            <a:r>
              <a:rPr lang="zh-CN" altLang="en-US" sz="1200">
                <a:solidFill>
                  <a:srgbClr val="000000"/>
                </a:solidFill>
                <a:latin typeface="微软雅黑" panose="020B0503020204020204" charset="-122"/>
                <a:ea typeface="微软雅黑" panose="020B0503020204020204" charset="-122"/>
                <a:cs typeface="微软雅黑" panose="020B0503020204020204" charset="-122"/>
              </a:rPr>
              <a:t>的作用是什么，体现你的思考。</a:t>
            </a:r>
            <a:endParaRPr lang="zh-CN" altLang="en-US" sz="12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任意多边形 8"/>
          <p:cNvSpPr/>
          <p:nvPr>
            <p:custDataLst>
              <p:tags r:id="rId13"/>
            </p:custDataLst>
          </p:nvPr>
        </p:nvSpPr>
        <p:spPr>
          <a:xfrm>
            <a:off x="614045" y="2018030"/>
            <a:ext cx="5324475" cy="2657475"/>
          </a:xfrm>
          <a:custGeom>
            <a:avLst/>
            <a:gdLst>
              <a:gd name="sw" fmla="*/ 1 w 8385"/>
              <a:gd name="sh" fmla="*/ 1 h 4185"/>
              <a:gd name="mins" fmla="min sw sh"/>
              <a:gd name="dsw" fmla="+- 0 sw mins"/>
              <a:gd name="dsh" fmla="+- 0 sh mins"/>
              <a:gd name="p0x0" fmla="*/ 60 w 8385"/>
              <a:gd name="p0y0" fmla="*/ 0 h 4185"/>
              <a:gd name="p0x1" fmla="*/ 8325 w 8385"/>
              <a:gd name="p0y1" fmla="*/ 0 h 4185"/>
              <a:gd name="p0x2" fmla="*/ 8358 w 8385"/>
              <a:gd name="p0y2" fmla="*/ 0 h 4185"/>
              <a:gd name="p0x3" fmla="*/ 8385 w 8385"/>
              <a:gd name="p0y3" fmla="*/ 26 h 4185"/>
              <a:gd name="p0x4" fmla="*/ 8385 w 8385"/>
              <a:gd name="p0y4" fmla="*/ 60 h 4185"/>
              <a:gd name="p0x5" fmla="*/ 8385 w 8385"/>
              <a:gd name="p0y5" fmla="*/ 4125 h 4185"/>
              <a:gd name="p0x6" fmla="*/ 8385 w 8385"/>
              <a:gd name="p0y6" fmla="*/ 4158 h 4185"/>
              <a:gd name="p0x7" fmla="*/ 8358 w 8385"/>
              <a:gd name="p0y7" fmla="*/ 4185 h 4185"/>
              <a:gd name="p0x8" fmla="*/ 8325 w 8385"/>
              <a:gd name="p0y8" fmla="*/ 4185 h 4185"/>
              <a:gd name="p0x9" fmla="*/ 60 w 8385"/>
              <a:gd name="p0y9" fmla="*/ 4185 h 4185"/>
              <a:gd name="p0x10" fmla="*/ 26 w 8385"/>
              <a:gd name="p0y10" fmla="*/ 4185 h 4185"/>
              <a:gd name="p0x11" fmla="*/ 0 w 8385"/>
              <a:gd name="p0y11" fmla="*/ 4158 h 4185"/>
              <a:gd name="p0x12" fmla="*/ 0 w 8385"/>
              <a:gd name="p0y12" fmla="*/ 4125 h 4185"/>
              <a:gd name="p0x13" fmla="*/ 0 w 8385"/>
              <a:gd name="p0y13" fmla="*/ 60 h 4185"/>
              <a:gd name="p0x14" fmla="*/ 0 w 8385"/>
              <a:gd name="p0y14" fmla="*/ 26 h 4185"/>
              <a:gd name="p0x15" fmla="*/ 26 w 8385"/>
              <a:gd name="p0y15" fmla="*/ 0 h 4185"/>
              <a:gd name="p0x16" fmla="*/ 60 w 8385"/>
              <a:gd name="p0y16" fmla="*/ 0 h 418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a:effectLst>
            <a:outerShdw blurRad="42863" dist="9525" dir="5399999" algn="ctr" rotWithShape="0">
              <a:srgbClr val="000000">
                <a:alpha val="588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6" name="组合 35"/>
          <p:cNvGrpSpPr/>
          <p:nvPr/>
        </p:nvGrpSpPr>
        <p:grpSpPr>
          <a:xfrm>
            <a:off x="885825" y="2527935"/>
            <a:ext cx="4781550" cy="361950"/>
            <a:chOff x="1395" y="3981"/>
            <a:chExt cx="7530" cy="570"/>
          </a:xfrm>
        </p:grpSpPr>
        <p:sp>
          <p:nvSpPr>
            <p:cNvPr id="12" name="任意多边形 11"/>
            <p:cNvSpPr/>
            <p:nvPr>
              <p:custDataLst>
                <p:tags r:id="rId14"/>
              </p:custDataLst>
            </p:nvPr>
          </p:nvSpPr>
          <p:spPr>
            <a:xfrm>
              <a:off x="1395" y="3981"/>
              <a:ext cx="7530" cy="570"/>
            </a:xfrm>
            <a:custGeom>
              <a:avLst/>
              <a:gdLst>
                <a:gd name="sw" fmla="*/ 1 w 7530"/>
                <a:gd name="sh" fmla="*/ 1 h 570"/>
                <a:gd name="mins" fmla="min sw sh"/>
                <a:gd name="dsw" fmla="+- 0 sw mins"/>
                <a:gd name="dsh" fmla="+- 0 sh mins"/>
                <a:gd name="p0x0" fmla="*/ 0 w 7530"/>
                <a:gd name="p0y0" fmla="*/ 0 h 570"/>
                <a:gd name="p0x1" fmla="*/ 7530 w 7530"/>
                <a:gd name="p0y1" fmla="*/ 0 h 570"/>
                <a:gd name="p0x2" fmla="*/ 7530 w 7530"/>
                <a:gd name="p0y2" fmla="*/ 570 h 570"/>
                <a:gd name="p0x3" fmla="*/ 0 w 7530"/>
                <a:gd name="p0y3" fmla="*/ 570 h 570"/>
                <a:gd name="p0x4" fmla="*/ 0 w 7530"/>
                <a:gd name="p0y4" fmla="*/ 0 h 57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custDataLst>
                <p:tags r:id="rId15"/>
              </p:custDataLst>
            </p:nvPr>
          </p:nvSpPr>
          <p:spPr>
            <a:xfrm>
              <a:off x="1395" y="4536"/>
              <a:ext cx="7530" cy="15"/>
            </a:xfrm>
            <a:custGeom>
              <a:avLst/>
              <a:gdLst>
                <a:gd name="sw" fmla="*/ 1 w 7530"/>
                <a:gd name="sh" fmla="*/ 1 h 15"/>
                <a:gd name="mins" fmla="min sw sh"/>
                <a:gd name="dsw" fmla="+- 0 sw mins"/>
                <a:gd name="dsh" fmla="+- 0 sh mins"/>
                <a:gd name="p0x0" fmla="*/ 7530 w 7530"/>
                <a:gd name="p0y0" fmla="*/ 15 h 15"/>
                <a:gd name="p0x1" fmla="*/ 0 w 7530"/>
                <a:gd name="p0y1" fmla="*/ 15 h 15"/>
                <a:gd name="p0x2" fmla="*/ 0 w 7530"/>
                <a:gd name="p0y2" fmla="*/ 0 h 15"/>
                <a:gd name="p0x3" fmla="*/ 7530 w 7530"/>
                <a:gd name="p0y3" fmla="*/ 0 h 15"/>
                <a:gd name="p0x4" fmla="*/ 7530 w 7530"/>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1" name="文本框 10"/>
          <p:cNvSpPr txBox="1"/>
          <p:nvPr>
            <p:custDataLst>
              <p:tags r:id="rId16"/>
            </p:custDataLst>
          </p:nvPr>
        </p:nvSpPr>
        <p:spPr>
          <a:xfrm>
            <a:off x="885825" y="2262188"/>
            <a:ext cx="4781550" cy="169545"/>
          </a:xfrm>
          <a:prstGeom prst="rect">
            <a:avLst/>
          </a:prstGeom>
          <a:noFill/>
        </p:spPr>
        <p:txBody>
          <a:bodyPr wrap="square" lIns="0" tIns="0" rIns="0" bIns="0" rtlCol="0" anchor="t">
            <a:noAutofit/>
          </a:bodyPr>
          <a:p>
            <a:pPr algn="l">
              <a:lnSpc>
                <a:spcPct val="125000"/>
              </a:lnSpc>
            </a:pPr>
            <a:r>
              <a:rPr sz="1050" b="1">
                <a:solidFill>
                  <a:srgbClr val="64748B"/>
                </a:solidFill>
                <a:latin typeface="黑体" panose="02010609060101010101" charset="-122"/>
                <a:ea typeface="黑体" panose="02010609060101010101" charset="-122"/>
              </a:rPr>
              <a:t>创新点一</a:t>
            </a:r>
            <a:endParaRPr sz="1050" b="1">
              <a:solidFill>
                <a:srgbClr val="64748B"/>
              </a:solidFill>
              <a:latin typeface="黑体" panose="02010609060101010101" charset="-122"/>
              <a:ea typeface="黑体" panose="02010609060101010101" charset="-122"/>
            </a:endParaRPr>
          </a:p>
        </p:txBody>
      </p:sp>
      <p:sp>
        <p:nvSpPr>
          <p:cNvPr id="15" name="文本框 14"/>
          <p:cNvSpPr txBox="1"/>
          <p:nvPr>
            <p:custDataLst>
              <p:tags r:id="rId17"/>
            </p:custDataLst>
          </p:nvPr>
        </p:nvSpPr>
        <p:spPr>
          <a:xfrm>
            <a:off x="885825" y="2540317"/>
            <a:ext cx="478155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三端协同干预模式</a:t>
            </a:r>
            <a:endParaRPr sz="1350" b="1">
              <a:solidFill>
                <a:srgbClr val="2D5B99"/>
              </a:solidFill>
              <a:latin typeface="黑体" panose="02010609060101010101" charset="-122"/>
              <a:ea typeface="黑体" panose="02010609060101010101" charset="-122"/>
            </a:endParaRPr>
          </a:p>
        </p:txBody>
      </p:sp>
      <p:sp>
        <p:nvSpPr>
          <p:cNvPr id="16" name="文本框 15"/>
          <p:cNvSpPr txBox="1"/>
          <p:nvPr>
            <p:custDataLst>
              <p:tags r:id="rId18"/>
            </p:custDataLst>
          </p:nvPr>
        </p:nvSpPr>
        <p:spPr>
          <a:xfrm>
            <a:off x="885825" y="3029664"/>
            <a:ext cx="4781550" cy="473393"/>
          </a:xfrm>
          <a:prstGeom prst="rect">
            <a:avLst/>
          </a:prstGeom>
          <a:noFill/>
        </p:spPr>
        <p:txBody>
          <a:bodyPr wrap="square" lIns="0" tIns="0" rIns="0" bIns="0" rtlCol="0" anchor="t">
            <a:noAutofit/>
          </a:bodyPr>
          <a:p>
            <a:pPr algn="l">
              <a:lnSpc>
                <a:spcPct val="146000"/>
              </a:lnSpc>
            </a:pPr>
            <a:r>
              <a:rPr sz="1125" b="1">
                <a:solidFill>
                  <a:srgbClr val="2D5B99"/>
                </a:solidFill>
                <a:latin typeface="宋体" panose="02010600030101010101" pitchFamily="2" charset="-122"/>
                <a:ea typeface="宋体" panose="02010600030101010101" pitchFamily="2" charset="-122"/>
              </a:rPr>
              <a:t>儿童端</a:t>
            </a:r>
            <a:r>
              <a:rPr sz="1125">
                <a:solidFill>
                  <a:srgbClr val="1E293B"/>
                </a:solidFill>
                <a:latin typeface="宋体" panose="02010600030101010101" pitchFamily="2" charset="-122"/>
                <a:ea typeface="宋体" panose="02010600030101010101" pitchFamily="2" charset="-122"/>
              </a:rPr>
              <a:t>、</a:t>
            </a:r>
            <a:r>
              <a:rPr sz="1125" b="1">
                <a:solidFill>
                  <a:srgbClr val="2D5B99"/>
                </a:solidFill>
                <a:latin typeface="宋体" panose="02010600030101010101" pitchFamily="2" charset="-122"/>
                <a:ea typeface="宋体" panose="02010600030101010101" pitchFamily="2" charset="-122"/>
              </a:rPr>
              <a:t>家长端</a:t>
            </a:r>
            <a:r>
              <a:rPr sz="1125">
                <a:solidFill>
                  <a:srgbClr val="1E293B"/>
                </a:solidFill>
                <a:latin typeface="宋体" panose="02010600030101010101" pitchFamily="2" charset="-122"/>
                <a:ea typeface="宋体" panose="02010600030101010101" pitchFamily="2" charset="-122"/>
              </a:rPr>
              <a:t>与</a:t>
            </a:r>
            <a:r>
              <a:rPr sz="1125" b="1">
                <a:solidFill>
                  <a:srgbClr val="2D5B99"/>
                </a:solidFill>
                <a:latin typeface="宋体" panose="02010600030101010101" pitchFamily="2" charset="-122"/>
                <a:ea typeface="宋体" panose="02010600030101010101" pitchFamily="2" charset="-122"/>
              </a:rPr>
              <a:t>管理后台</a:t>
            </a:r>
            <a:r>
              <a:rPr lang="zh-CN" sz="1125">
                <a:solidFill>
                  <a:srgbClr val="1E293B"/>
                </a:solidFill>
                <a:latin typeface="宋体" panose="02010600030101010101" pitchFamily="2" charset="-122"/>
                <a:ea typeface="宋体" panose="02010600030101010101" pitchFamily="2" charset="-122"/>
                <a:cs typeface="宋体" panose="02010600030101010101" pitchFamily="2" charset="-122"/>
              </a:rPr>
              <a:t>三端协同架构，构建</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任务拆解</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专注执行</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激励反馈</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数据优化</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的完整干预闭环，形成系统化的行为矫正路径。</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任意多边形 9"/>
          <p:cNvSpPr/>
          <p:nvPr>
            <p:custDataLst>
              <p:tags r:id="rId19"/>
            </p:custDataLst>
          </p:nvPr>
        </p:nvSpPr>
        <p:spPr>
          <a:xfrm>
            <a:off x="619125" y="2023110"/>
            <a:ext cx="5314950" cy="38100"/>
          </a:xfrm>
          <a:custGeom>
            <a:avLst/>
            <a:gdLst/>
            <a:ahLst/>
            <a:cxnLst>
              <a:cxn ang="3">
                <a:pos x="hc" y="t"/>
              </a:cxn>
              <a:cxn ang="cd2">
                <a:pos x="l" y="vc"/>
              </a:cxn>
              <a:cxn ang="cd4">
                <a:pos x="hc" y="b"/>
              </a:cxn>
              <a:cxn ang="0">
                <a:pos x="r" y="vc"/>
              </a:cxn>
            </a:cxnLst>
            <a:rect l="l" t="t" r="r" b="b"/>
            <a:pathLst>
              <a:path w="8370" h="60">
                <a:moveTo>
                  <a:pt x="60" y="0"/>
                </a:moveTo>
                <a:lnTo>
                  <a:pt x="8310" y="0"/>
                </a:lnTo>
                <a:cubicBezTo>
                  <a:pt x="8343" y="0"/>
                  <a:pt x="8370" y="27"/>
                  <a:pt x="8370" y="60"/>
                </a:cubicBezTo>
                <a:lnTo>
                  <a:pt x="0" y="60"/>
                </a:lnTo>
                <a:cubicBezTo>
                  <a:pt x="0" y="27"/>
                  <a:pt x="27" y="0"/>
                  <a:pt x="60" y="0"/>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任意多边形 17"/>
          <p:cNvSpPr/>
          <p:nvPr>
            <p:custDataLst>
              <p:tags r:id="rId20"/>
            </p:custDataLst>
          </p:nvPr>
        </p:nvSpPr>
        <p:spPr>
          <a:xfrm>
            <a:off x="6252845" y="2018030"/>
            <a:ext cx="5324475" cy="2657475"/>
          </a:xfrm>
          <a:custGeom>
            <a:avLst/>
            <a:gdLst>
              <a:gd name="sw" fmla="*/ 1 w 8385"/>
              <a:gd name="sh" fmla="*/ 1 h 4185"/>
              <a:gd name="mins" fmla="min sw sh"/>
              <a:gd name="dsw" fmla="+- 0 sw mins"/>
              <a:gd name="dsh" fmla="+- 0 sh mins"/>
              <a:gd name="p0x0" fmla="*/ 60 w 8385"/>
              <a:gd name="p0y0" fmla="*/ 0 h 4185"/>
              <a:gd name="p0x1" fmla="*/ 8325 w 8385"/>
              <a:gd name="p0y1" fmla="*/ 0 h 4185"/>
              <a:gd name="p0x2" fmla="*/ 8358 w 8385"/>
              <a:gd name="p0y2" fmla="*/ 0 h 4185"/>
              <a:gd name="p0x3" fmla="*/ 8385 w 8385"/>
              <a:gd name="p0y3" fmla="*/ 26 h 4185"/>
              <a:gd name="p0x4" fmla="*/ 8385 w 8385"/>
              <a:gd name="p0y4" fmla="*/ 60 h 4185"/>
              <a:gd name="p0x5" fmla="*/ 8385 w 8385"/>
              <a:gd name="p0y5" fmla="*/ 4125 h 4185"/>
              <a:gd name="p0x6" fmla="*/ 8385 w 8385"/>
              <a:gd name="p0y6" fmla="*/ 4158 h 4185"/>
              <a:gd name="p0x7" fmla="*/ 8358 w 8385"/>
              <a:gd name="p0y7" fmla="*/ 4185 h 4185"/>
              <a:gd name="p0x8" fmla="*/ 8325 w 8385"/>
              <a:gd name="p0y8" fmla="*/ 4185 h 4185"/>
              <a:gd name="p0x9" fmla="*/ 60 w 8385"/>
              <a:gd name="p0y9" fmla="*/ 4185 h 4185"/>
              <a:gd name="p0x10" fmla="*/ 26 w 8385"/>
              <a:gd name="p0y10" fmla="*/ 4185 h 4185"/>
              <a:gd name="p0x11" fmla="*/ 0 w 8385"/>
              <a:gd name="p0y11" fmla="*/ 4158 h 4185"/>
              <a:gd name="p0x12" fmla="*/ 0 w 8385"/>
              <a:gd name="p0y12" fmla="*/ 4125 h 4185"/>
              <a:gd name="p0x13" fmla="*/ 0 w 8385"/>
              <a:gd name="p0y13" fmla="*/ 60 h 4185"/>
              <a:gd name="p0x14" fmla="*/ 0 w 8385"/>
              <a:gd name="p0y14" fmla="*/ 26 h 4185"/>
              <a:gd name="p0x15" fmla="*/ 26 w 8385"/>
              <a:gd name="p0y15" fmla="*/ 0 h 4185"/>
              <a:gd name="p0x16" fmla="*/ 60 w 8385"/>
              <a:gd name="p0y16" fmla="*/ 0 h 418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a:effectLst>
            <a:outerShdw blurRad="42863" dist="9525" dir="5399999" algn="ctr" rotWithShape="0">
              <a:srgbClr val="000000">
                <a:alpha val="588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7" name="组合 36"/>
          <p:cNvGrpSpPr/>
          <p:nvPr/>
        </p:nvGrpSpPr>
        <p:grpSpPr>
          <a:xfrm>
            <a:off x="6524625" y="2527935"/>
            <a:ext cx="4781550" cy="361950"/>
            <a:chOff x="10275" y="3981"/>
            <a:chExt cx="7530" cy="570"/>
          </a:xfrm>
        </p:grpSpPr>
        <p:sp>
          <p:nvSpPr>
            <p:cNvPr id="21" name="任意多边形 20"/>
            <p:cNvSpPr/>
            <p:nvPr>
              <p:custDataLst>
                <p:tags r:id="rId21"/>
              </p:custDataLst>
            </p:nvPr>
          </p:nvSpPr>
          <p:spPr>
            <a:xfrm>
              <a:off x="10275" y="3981"/>
              <a:ext cx="7530" cy="570"/>
            </a:xfrm>
            <a:custGeom>
              <a:avLst/>
              <a:gdLst>
                <a:gd name="sw" fmla="*/ 1 w 7530"/>
                <a:gd name="sh" fmla="*/ 1 h 570"/>
                <a:gd name="mins" fmla="min sw sh"/>
                <a:gd name="dsw" fmla="+- 0 sw mins"/>
                <a:gd name="dsh" fmla="+- 0 sh mins"/>
                <a:gd name="p0x0" fmla="*/ 0 w 7530"/>
                <a:gd name="p0y0" fmla="*/ 0 h 570"/>
                <a:gd name="p0x1" fmla="*/ 7530 w 7530"/>
                <a:gd name="p0y1" fmla="*/ 0 h 570"/>
                <a:gd name="p0x2" fmla="*/ 7530 w 7530"/>
                <a:gd name="p0y2" fmla="*/ 570 h 570"/>
                <a:gd name="p0x3" fmla="*/ 0 w 7530"/>
                <a:gd name="p0y3" fmla="*/ 570 h 570"/>
                <a:gd name="p0x4" fmla="*/ 0 w 7530"/>
                <a:gd name="p0y4" fmla="*/ 0 h 57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custDataLst>
                <p:tags r:id="rId22"/>
              </p:custDataLst>
            </p:nvPr>
          </p:nvSpPr>
          <p:spPr>
            <a:xfrm>
              <a:off x="10275" y="4536"/>
              <a:ext cx="7530" cy="15"/>
            </a:xfrm>
            <a:custGeom>
              <a:avLst/>
              <a:gdLst>
                <a:gd name="sw" fmla="*/ 1 w 7530"/>
                <a:gd name="sh" fmla="*/ 1 h 15"/>
                <a:gd name="mins" fmla="min sw sh"/>
                <a:gd name="dsw" fmla="+- 0 sw mins"/>
                <a:gd name="dsh" fmla="+- 0 sh mins"/>
                <a:gd name="p0x0" fmla="*/ 7530 w 7530"/>
                <a:gd name="p0y0" fmla="*/ 15 h 15"/>
                <a:gd name="p0x1" fmla="*/ 0 w 7530"/>
                <a:gd name="p0y1" fmla="*/ 15 h 15"/>
                <a:gd name="p0x2" fmla="*/ 0 w 7530"/>
                <a:gd name="p0y2" fmla="*/ 0 h 15"/>
                <a:gd name="p0x3" fmla="*/ 7530 w 7530"/>
                <a:gd name="p0y3" fmla="*/ 0 h 15"/>
                <a:gd name="p0x4" fmla="*/ 7530 w 7530"/>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0" name="文本框 19"/>
          <p:cNvSpPr txBox="1"/>
          <p:nvPr>
            <p:custDataLst>
              <p:tags r:id="rId23"/>
            </p:custDataLst>
          </p:nvPr>
        </p:nvSpPr>
        <p:spPr>
          <a:xfrm>
            <a:off x="6524625" y="2262188"/>
            <a:ext cx="4781550" cy="169545"/>
          </a:xfrm>
          <a:prstGeom prst="rect">
            <a:avLst/>
          </a:prstGeom>
          <a:noFill/>
        </p:spPr>
        <p:txBody>
          <a:bodyPr wrap="square" lIns="0" tIns="0" rIns="0" bIns="0" rtlCol="0" anchor="t">
            <a:noAutofit/>
          </a:bodyPr>
          <a:p>
            <a:pPr algn="l">
              <a:lnSpc>
                <a:spcPct val="125000"/>
              </a:lnSpc>
            </a:pPr>
            <a:r>
              <a:rPr sz="1050" b="1">
                <a:solidFill>
                  <a:srgbClr val="64748B"/>
                </a:solidFill>
                <a:latin typeface="黑体" panose="02010609060101010101" charset="-122"/>
                <a:ea typeface="黑体" panose="02010609060101010101" charset="-122"/>
              </a:rPr>
              <a:t>创新点二</a:t>
            </a:r>
            <a:endParaRPr sz="1050" b="1">
              <a:solidFill>
                <a:srgbClr val="64748B"/>
              </a:solidFill>
              <a:latin typeface="黑体" panose="02010609060101010101" charset="-122"/>
              <a:ea typeface="黑体" panose="02010609060101010101" charset="-122"/>
            </a:endParaRPr>
          </a:p>
        </p:txBody>
      </p:sp>
      <p:sp>
        <p:nvSpPr>
          <p:cNvPr id="24" name="文本框 23"/>
          <p:cNvSpPr txBox="1"/>
          <p:nvPr>
            <p:custDataLst>
              <p:tags r:id="rId24"/>
            </p:custDataLst>
          </p:nvPr>
        </p:nvSpPr>
        <p:spPr>
          <a:xfrm>
            <a:off x="6524625" y="2540317"/>
            <a:ext cx="4781550" cy="219075"/>
          </a:xfrm>
          <a:prstGeom prst="rect">
            <a:avLst/>
          </a:prstGeom>
          <a:noFill/>
        </p:spPr>
        <p:txBody>
          <a:bodyPr wrap="square" lIns="0" tIns="0" rIns="0" bIns="0" rtlCol="0" anchor="t">
            <a:noAutofit/>
          </a:bodyPr>
          <a:p>
            <a:pPr algn="l">
              <a:lnSpc>
                <a:spcPct val="125000"/>
              </a:lnSpc>
            </a:pPr>
            <a:r>
              <a:rPr lang="en-US" sz="1350" b="1">
                <a:solidFill>
                  <a:srgbClr val="2D5B99"/>
                </a:solidFill>
                <a:latin typeface="黑体" panose="02010609060101010101" charset="-122"/>
                <a:ea typeface="黑体" panose="02010609060101010101" charset="-122"/>
                <a:cs typeface="黑体" panose="02010609060101010101" charset="-122"/>
              </a:rPr>
              <a:t>LLM</a:t>
            </a:r>
            <a:r>
              <a:rPr lang="zh-CN" sz="1350" b="1">
                <a:solidFill>
                  <a:srgbClr val="2D5B99"/>
                </a:solidFill>
                <a:latin typeface="黑体" panose="02010609060101010101" charset="-122"/>
                <a:ea typeface="黑体" panose="02010609060101010101" charset="-122"/>
                <a:cs typeface="黑体" panose="02010609060101010101" charset="-122"/>
              </a:rPr>
              <a:t>驱动的个性化激励</a:t>
            </a:r>
            <a:endParaRPr lang="zh-CN" sz="1350" b="1">
              <a:solidFill>
                <a:srgbClr val="2D5B99"/>
              </a:solidFill>
              <a:latin typeface="黑体" panose="02010609060101010101" charset="-122"/>
              <a:ea typeface="黑体" panose="02010609060101010101" charset="-122"/>
              <a:cs typeface="黑体" panose="02010609060101010101" charset="-122"/>
            </a:endParaRPr>
          </a:p>
        </p:txBody>
      </p:sp>
      <p:sp>
        <p:nvSpPr>
          <p:cNvPr id="25" name="文本框 24"/>
          <p:cNvSpPr txBox="1"/>
          <p:nvPr>
            <p:custDataLst>
              <p:tags r:id="rId25"/>
            </p:custDataLst>
          </p:nvPr>
        </p:nvSpPr>
        <p:spPr>
          <a:xfrm>
            <a:off x="6524625" y="3029664"/>
            <a:ext cx="4781550" cy="473393"/>
          </a:xfrm>
          <a:prstGeom prst="rect">
            <a:avLst/>
          </a:prstGeom>
          <a:noFill/>
        </p:spPr>
        <p:txBody>
          <a:bodyPr wrap="square" lIns="0" tIns="0" rIns="0" bIns="0" rtlCol="0" anchor="t">
            <a:noAutofit/>
          </a:bodyPr>
          <a:p>
            <a:pPr algn="l">
              <a:lnSpc>
                <a:spcPct val="146000"/>
              </a:lnSpc>
            </a:pPr>
            <a:r>
              <a:rPr sz="1125">
                <a:solidFill>
                  <a:srgbClr val="1E293B"/>
                </a:solidFill>
                <a:latin typeface="宋体" panose="02010600030101010101" pitchFamily="2" charset="-122"/>
                <a:ea typeface="宋体" panose="02010600030101010101" pitchFamily="2" charset="-122"/>
              </a:rPr>
              <a:t>集成</a:t>
            </a:r>
            <a:r>
              <a:rPr lang="zh-CN" sz="1125" b="1">
                <a:solidFill>
                  <a:srgbClr val="2D5B99"/>
                </a:solidFill>
                <a:latin typeface="宋体" panose="02010600030101010101" pitchFamily="2" charset="-122"/>
                <a:ea typeface="宋体" panose="02010600030101010101" pitchFamily="2" charset="-122"/>
                <a:cs typeface="宋体" panose="02010600030101010101" pitchFamily="2" charset="-122"/>
              </a:rPr>
              <a:t>大语言模型（</a:t>
            </a:r>
            <a:r>
              <a:rPr lang="en-US" altLang="zh-CN" sz="1125" b="1">
                <a:solidFill>
                  <a:srgbClr val="2D5B99"/>
                </a:solidFill>
                <a:latin typeface="宋体" panose="02010600030101010101" pitchFamily="2" charset="-122"/>
                <a:ea typeface="宋体" panose="02010600030101010101" pitchFamily="2" charset="-122"/>
                <a:cs typeface="宋体" panose="02010600030101010101" pitchFamily="2" charset="-122"/>
              </a:rPr>
              <a:t>LLM</a:t>
            </a:r>
            <a:r>
              <a:rPr lang="zh-CN" altLang="en-US" sz="1125" b="1">
                <a:solidFill>
                  <a:srgbClr val="2D5B99"/>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，基于儿童行为数据动态生成个性化激励话术，引导家长角色从传统</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监督者</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向</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陪伴者</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转变，提升干预效果的可持续性。</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19" name="任意多边形 18"/>
          <p:cNvSpPr/>
          <p:nvPr>
            <p:custDataLst>
              <p:tags r:id="rId26"/>
            </p:custDataLst>
          </p:nvPr>
        </p:nvSpPr>
        <p:spPr>
          <a:xfrm>
            <a:off x="6257925" y="2023110"/>
            <a:ext cx="5314950" cy="38100"/>
          </a:xfrm>
          <a:custGeom>
            <a:avLst/>
            <a:gdLst/>
            <a:ahLst/>
            <a:cxnLst>
              <a:cxn ang="3">
                <a:pos x="hc" y="t"/>
              </a:cxn>
              <a:cxn ang="cd2">
                <a:pos x="l" y="vc"/>
              </a:cxn>
              <a:cxn ang="cd4">
                <a:pos x="hc" y="b"/>
              </a:cxn>
              <a:cxn ang="0">
                <a:pos x="r" y="vc"/>
              </a:cxn>
            </a:cxnLst>
            <a:rect l="l" t="t" r="r" b="b"/>
            <a:pathLst>
              <a:path w="8370" h="60">
                <a:moveTo>
                  <a:pt x="60" y="0"/>
                </a:moveTo>
                <a:lnTo>
                  <a:pt x="8310" y="0"/>
                </a:lnTo>
                <a:cubicBezTo>
                  <a:pt x="8343" y="0"/>
                  <a:pt x="8370" y="27"/>
                  <a:pt x="8370" y="60"/>
                </a:cubicBezTo>
                <a:lnTo>
                  <a:pt x="0" y="60"/>
                </a:lnTo>
                <a:cubicBezTo>
                  <a:pt x="0" y="27"/>
                  <a:pt x="27" y="0"/>
                  <a:pt x="60" y="0"/>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3" name="矩形 2"/>
          <p:cNvSpPr/>
          <p:nvPr>
            <p:custDataLst>
              <p:tags r:id="rId1"/>
            </p:custDataLst>
          </p:nvPr>
        </p:nvSpPr>
        <p:spPr>
          <a:xfrm>
            <a:off x="381000" y="571500"/>
            <a:ext cx="11430000" cy="1905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8" name="矩形 67"/>
          <p:cNvSpPr/>
          <p:nvPr>
            <p:custDataLst>
              <p:tags r:id="rId2"/>
            </p:custDataLst>
          </p:nvPr>
        </p:nvSpPr>
        <p:spPr>
          <a:xfrm>
            <a:off x="385445" y="4614545"/>
            <a:ext cx="11420475" cy="2141220"/>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custDataLst>
              <p:tags r:id="rId3"/>
            </p:custDataLst>
          </p:nvPr>
        </p:nvSpPr>
        <p:spPr>
          <a:xfrm>
            <a:off x="571500" y="293370"/>
            <a:ext cx="11620500" cy="358140"/>
          </a:xfrm>
          <a:prstGeom prst="rect">
            <a:avLst/>
          </a:prstGeom>
          <a:noFill/>
        </p:spPr>
        <p:txBody>
          <a:bodyPr wrap="square" lIns="0" tIns="0" rIns="0" bIns="0" rtlCol="0" anchor="t">
            <a:noAutofit/>
          </a:bodyPr>
          <a:p>
            <a:pPr algn="l">
              <a:lnSpc>
                <a:spcPct val="115000"/>
              </a:lnSpc>
            </a:pPr>
            <a:r>
              <a:rPr sz="2400" b="1">
                <a:solidFill>
                  <a:srgbClr val="2D5B99"/>
                </a:solidFill>
                <a:latin typeface="黑体" panose="02010609060101010101" charset="-122"/>
                <a:ea typeface="黑体" panose="02010609060101010101" charset="-122"/>
              </a:rPr>
              <a:t>系统需求分析</a:t>
            </a:r>
            <a:endParaRPr sz="2400" b="1">
              <a:solidFill>
                <a:srgbClr val="2D5B99"/>
              </a:solidFill>
              <a:latin typeface="黑体" panose="02010609060101010101" charset="-122"/>
              <a:ea typeface="黑体" panose="02010609060101010101" charset="-122"/>
            </a:endParaRPr>
          </a:p>
        </p:txBody>
      </p:sp>
      <p:grpSp>
        <p:nvGrpSpPr>
          <p:cNvPr id="72" name="组合 71"/>
          <p:cNvGrpSpPr/>
          <p:nvPr/>
        </p:nvGrpSpPr>
        <p:grpSpPr>
          <a:xfrm>
            <a:off x="381000" y="742950"/>
            <a:ext cx="5571490" cy="3714750"/>
            <a:chOff x="600" y="1170"/>
            <a:chExt cx="8774" cy="5850"/>
          </a:xfrm>
        </p:grpSpPr>
        <p:sp>
          <p:nvSpPr>
            <p:cNvPr id="4" name="任意多边形 3"/>
            <p:cNvSpPr/>
            <p:nvPr>
              <p:custDataLst>
                <p:tags r:id="rId4"/>
              </p:custDataLst>
            </p:nvPr>
          </p:nvSpPr>
          <p:spPr>
            <a:xfrm>
              <a:off x="600" y="1170"/>
              <a:ext cx="8775" cy="5850"/>
            </a:xfrm>
            <a:custGeom>
              <a:avLst/>
              <a:gdLst>
                <a:gd name="sw" fmla="*/ 1 w 8775"/>
                <a:gd name="sh" fmla="*/ 1 h 5850"/>
                <a:gd name="mins" fmla="min sw sh"/>
                <a:gd name="dsw" fmla="+- 0 sw mins"/>
                <a:gd name="dsh" fmla="+- 0 sh mins"/>
                <a:gd name="p0x0" fmla="*/ 60 w 8775"/>
                <a:gd name="p0y0" fmla="*/ 0 h 5850"/>
                <a:gd name="p0x1" fmla="*/ 8715 w 8775"/>
                <a:gd name="p0y1" fmla="*/ 0 h 5850"/>
                <a:gd name="p0x2" fmla="*/ 8748 w 8775"/>
                <a:gd name="p0y2" fmla="*/ 0 h 5850"/>
                <a:gd name="p0x3" fmla="*/ 8775 w 8775"/>
                <a:gd name="p0y3" fmla="*/ 26 h 5850"/>
                <a:gd name="p0x4" fmla="*/ 8775 w 8775"/>
                <a:gd name="p0y4" fmla="*/ 60 h 5850"/>
                <a:gd name="p0x5" fmla="*/ 8775 w 8775"/>
                <a:gd name="p0y5" fmla="*/ 5790 h 5850"/>
                <a:gd name="p0x6" fmla="*/ 8775 w 8775"/>
                <a:gd name="p0y6" fmla="*/ 5823 h 5850"/>
                <a:gd name="p0x7" fmla="*/ 8748 w 8775"/>
                <a:gd name="p0y7" fmla="*/ 5850 h 5850"/>
                <a:gd name="p0x8" fmla="*/ 8715 w 8775"/>
                <a:gd name="p0y8" fmla="*/ 5850 h 5850"/>
                <a:gd name="p0x9" fmla="*/ 60 w 8775"/>
                <a:gd name="p0y9" fmla="*/ 5850 h 5850"/>
                <a:gd name="p0x10" fmla="*/ 26 w 8775"/>
                <a:gd name="p0y10" fmla="*/ 5850 h 5850"/>
                <a:gd name="p0x11" fmla="*/ 0 w 8775"/>
                <a:gd name="p0y11" fmla="*/ 5823 h 5850"/>
                <a:gd name="p0x12" fmla="*/ 0 w 8775"/>
                <a:gd name="p0y12" fmla="*/ 5790 h 5850"/>
                <a:gd name="p0x13" fmla="*/ 0 w 8775"/>
                <a:gd name="p0y13" fmla="*/ 60 h 5850"/>
                <a:gd name="p0x14" fmla="*/ 0 w 8775"/>
                <a:gd name="p0y14" fmla="*/ 26 h 5850"/>
                <a:gd name="p0x15" fmla="*/ 26 w 8775"/>
                <a:gd name="p0y15" fmla="*/ 0 h 5850"/>
                <a:gd name="p0x16" fmla="*/ 60 w 8775"/>
                <a:gd name="p0y16" fmla="*/ 0 h 585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5"/>
              </p:custDataLst>
            </p:nvPr>
          </p:nvSpPr>
          <p:spPr>
            <a:xfrm>
              <a:off x="641" y="1170"/>
              <a:ext cx="8716" cy="28"/>
            </a:xfrm>
            <a:custGeom>
              <a:avLst/>
              <a:gdLst>
                <a:gd name="sw" fmla="*/ 1 w 8715"/>
                <a:gd name="sh" fmla="*/ 1 h 28"/>
                <a:gd name="mins" fmla="min sw sh"/>
                <a:gd name="dsw" fmla="+- 0 sw mins"/>
                <a:gd name="dsh" fmla="+- 0 sh mins"/>
                <a:gd name="p0x0" fmla="*/ 18 w 8715"/>
                <a:gd name="p0y0" fmla="*/ 0 h 28"/>
                <a:gd name="p0x1" fmla="*/ 8673 w 8715"/>
                <a:gd name="p0y1" fmla="*/ 0 h 28"/>
                <a:gd name="p0x2" fmla="*/ 8690 w 8715"/>
                <a:gd name="p0y2" fmla="*/ 0 h 28"/>
                <a:gd name="p0x3" fmla="*/ 8705 w 8715"/>
                <a:gd name="p0y3" fmla="*/ 6 h 28"/>
                <a:gd name="p0x4" fmla="*/ 8715 w 8715"/>
                <a:gd name="p0y4" fmla="*/ 17 h 28"/>
                <a:gd name="p0x5" fmla="*/ 8705 w 8715"/>
                <a:gd name="p0y5" fmla="*/ 28 h 28"/>
                <a:gd name="p0x6" fmla="*/ 8697 w 8715"/>
                <a:gd name="p0y6" fmla="*/ 20 h 28"/>
                <a:gd name="p0x7" fmla="*/ 8685 w 8715"/>
                <a:gd name="p0y7" fmla="*/ 15 h 28"/>
                <a:gd name="p0x8" fmla="*/ 8673 w 8715"/>
                <a:gd name="p0y8" fmla="*/ 15 h 28"/>
                <a:gd name="p0x9" fmla="*/ 18 w 8715"/>
                <a:gd name="p0y9" fmla="*/ 15 h 28"/>
                <a:gd name="p0x10" fmla="*/ 0 w 8715"/>
                <a:gd name="p0y10" fmla="*/ 2 h 28"/>
                <a:gd name="p0x11" fmla="*/ 0 w 8715"/>
                <a:gd name="p0y11" fmla="*/ 2 h 28"/>
                <a:gd name="p0x12" fmla="*/ 5 w 8715"/>
                <a:gd name="p0y12" fmla="*/ 1 h 28"/>
                <a:gd name="p0x13" fmla="*/ 12 w 8715"/>
                <a:gd name="p0y13" fmla="*/ 0 h 28"/>
                <a:gd name="p0x14" fmla="*/ 18 w 8715"/>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6"/>
              </p:custDataLst>
            </p:nvPr>
          </p:nvSpPr>
          <p:spPr>
            <a:xfrm>
              <a:off x="9346" y="1187"/>
              <a:ext cx="29" cy="5815"/>
            </a:xfrm>
            <a:custGeom>
              <a:avLst/>
              <a:gdLst>
                <a:gd name="sw" fmla="*/ 1 w 28"/>
                <a:gd name="sh" fmla="*/ 1 h 5814"/>
                <a:gd name="mins" fmla="min sw sh"/>
                <a:gd name="dsw" fmla="+- 0 sw mins"/>
                <a:gd name="dsh" fmla="+- 0 sh mins"/>
                <a:gd name="p0x0" fmla="*/ 28 w 28"/>
                <a:gd name="p0y0" fmla="*/ 42 h 5814"/>
                <a:gd name="p0x1" fmla="*/ 28 w 28"/>
                <a:gd name="p0y1" fmla="*/ 5772 h 5814"/>
                <a:gd name="p0x2" fmla="*/ 28 w 28"/>
                <a:gd name="p0y2" fmla="*/ 5788 h 5814"/>
                <a:gd name="p0x3" fmla="*/ 21 w 28"/>
                <a:gd name="p0y3" fmla="*/ 5803 h 5814"/>
                <a:gd name="p0x4" fmla="*/ 10 w 28"/>
                <a:gd name="p0y4" fmla="*/ 5814 h 5814"/>
                <a:gd name="p0x5" fmla="*/ 0 w 28"/>
                <a:gd name="p0y5" fmla="*/ 5804 h 5814"/>
                <a:gd name="p0x6" fmla="*/ 8 w 28"/>
                <a:gd name="p0y6" fmla="*/ 5796 h 5814"/>
                <a:gd name="p0x7" fmla="*/ 13 w 28"/>
                <a:gd name="p0y7" fmla="*/ 5784 h 5814"/>
                <a:gd name="p0x8" fmla="*/ 13 w 28"/>
                <a:gd name="p0y8" fmla="*/ 5772 h 5814"/>
                <a:gd name="p0x9" fmla="*/ 13 w 28"/>
                <a:gd name="p0y9" fmla="*/ 42 h 5814"/>
                <a:gd name="p0x10" fmla="*/ 13 w 28"/>
                <a:gd name="p0y10" fmla="*/ 30 h 5814"/>
                <a:gd name="p0x11" fmla="*/ 8 w 28"/>
                <a:gd name="p0y11" fmla="*/ 18 h 5814"/>
                <a:gd name="p0x12" fmla="*/ 0 w 28"/>
                <a:gd name="p0y12" fmla="*/ 10 h 5814"/>
                <a:gd name="p0x13" fmla="*/ 10 w 28"/>
                <a:gd name="p0y13" fmla="*/ 0 h 5814"/>
                <a:gd name="p0x14" fmla="*/ 21 w 28"/>
                <a:gd name="p0y14" fmla="*/ 10 h 5814"/>
                <a:gd name="p0x15" fmla="*/ 28 w 28"/>
                <a:gd name="p0y15" fmla="*/ 25 h 5814"/>
                <a:gd name="p0x16" fmla="*/ 28 w 28"/>
                <a:gd name="p0y16" fmla="*/ 42 h 581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7"/>
              </p:custDataLst>
            </p:nvPr>
          </p:nvSpPr>
          <p:spPr>
            <a:xfrm>
              <a:off x="641" y="6991"/>
              <a:ext cx="8716" cy="29"/>
            </a:xfrm>
            <a:custGeom>
              <a:avLst/>
              <a:gdLst>
                <a:gd name="sw" fmla="*/ 1 w 8715"/>
                <a:gd name="sh" fmla="*/ 1 h 28"/>
                <a:gd name="mins" fmla="min sw sh"/>
                <a:gd name="dsw" fmla="+- 0 sw mins"/>
                <a:gd name="dsh" fmla="+- 0 sh mins"/>
                <a:gd name="p0x0" fmla="*/ 8673 w 8715"/>
                <a:gd name="p0y0" fmla="*/ 28 h 28"/>
                <a:gd name="p0x1" fmla="*/ 18 w 8715"/>
                <a:gd name="p0y1" fmla="*/ 28 h 28"/>
                <a:gd name="p0x2" fmla="*/ 12 w 8715"/>
                <a:gd name="p0y2" fmla="*/ 28 h 28"/>
                <a:gd name="p0x3" fmla="*/ 5 w 8715"/>
                <a:gd name="p0y3" fmla="*/ 27 h 28"/>
                <a:gd name="p0x4" fmla="*/ 0 w 8715"/>
                <a:gd name="p0y4" fmla="*/ 25 h 28"/>
                <a:gd name="p0x5" fmla="*/ 18 w 8715"/>
                <a:gd name="p0y5" fmla="*/ 13 h 28"/>
                <a:gd name="p0x6" fmla="*/ 8673 w 8715"/>
                <a:gd name="p0y6" fmla="*/ 13 h 28"/>
                <a:gd name="p0x7" fmla="*/ 8685 w 8715"/>
                <a:gd name="p0y7" fmla="*/ 13 h 28"/>
                <a:gd name="p0x8" fmla="*/ 8697 w 8715"/>
                <a:gd name="p0y8" fmla="*/ 8 h 28"/>
                <a:gd name="p0x9" fmla="*/ 8705 w 8715"/>
                <a:gd name="p0y9" fmla="*/ 0 h 28"/>
                <a:gd name="p0x10" fmla="*/ 8715 w 8715"/>
                <a:gd name="p0y10" fmla="*/ 10 h 28"/>
                <a:gd name="p0x11" fmla="*/ 8705 w 8715"/>
                <a:gd name="p0y11" fmla="*/ 21 h 28"/>
                <a:gd name="p0x12" fmla="*/ 8690 w 8715"/>
                <a:gd name="p0y12" fmla="*/ 28 h 28"/>
                <a:gd name="p0x13" fmla="*/ 8673 w 8715"/>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8"/>
              </p:custDataLst>
            </p:nvPr>
          </p:nvSpPr>
          <p:spPr>
            <a:xfrm>
              <a:off x="600" y="1172"/>
              <a:ext cx="60" cy="5845"/>
            </a:xfrm>
            <a:custGeom>
              <a:avLst/>
              <a:gdLst>
                <a:gd name="sw" fmla="*/ 1 w 60"/>
                <a:gd name="sh" fmla="*/ 1 h 5844"/>
                <a:gd name="mins" fmla="min sw sh"/>
                <a:gd name="dsw" fmla="+- 0 sw mins"/>
                <a:gd name="dsh" fmla="+- 0 sh mins"/>
                <a:gd name="p0x0" fmla="*/ 0 w 60"/>
                <a:gd name="p0y0" fmla="*/ 5787 h 5844"/>
                <a:gd name="p0x1" fmla="*/ 0 w 60"/>
                <a:gd name="p0y1" fmla="*/ 57 h 5844"/>
                <a:gd name="p0x2" fmla="*/ 0 w 60"/>
                <a:gd name="p0y2" fmla="*/ 30 h 5844"/>
                <a:gd name="p0x3" fmla="*/ 17 w 60"/>
                <a:gd name="p0y3" fmla="*/ 7 h 5844"/>
                <a:gd name="p0x4" fmla="*/ 41 w 60"/>
                <a:gd name="p0y4" fmla="*/ 0 h 5844"/>
                <a:gd name="p0x5" fmla="*/ 60 w 60"/>
                <a:gd name="p0y5" fmla="*/ 12 h 5844"/>
                <a:gd name="p0x6" fmla="*/ 60 w 60"/>
                <a:gd name="p0y6" fmla="*/ 5787 h 5844"/>
                <a:gd name="p0x7" fmla="*/ 41 w 60"/>
                <a:gd name="p0y7" fmla="*/ 5844 h 5844"/>
                <a:gd name="p0x8" fmla="*/ 41 w 60"/>
                <a:gd name="p0y8" fmla="*/ 5844 h 5844"/>
                <a:gd name="p0x9" fmla="*/ 17 w 60"/>
                <a:gd name="p0y9" fmla="*/ 5836 h 5844"/>
                <a:gd name="p0x10" fmla="*/ 0 w 60"/>
                <a:gd name="p0y10" fmla="*/ 5813 h 5844"/>
                <a:gd name="p0x11" fmla="*/ 0 w 60"/>
                <a:gd name="p0y11" fmla="*/ 5787 h 584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3" name="组合 72"/>
          <p:cNvGrpSpPr/>
          <p:nvPr/>
        </p:nvGrpSpPr>
        <p:grpSpPr>
          <a:xfrm>
            <a:off x="685800" y="942975"/>
            <a:ext cx="4991100" cy="266700"/>
            <a:chOff x="1080" y="1485"/>
            <a:chExt cx="7860" cy="420"/>
          </a:xfrm>
        </p:grpSpPr>
        <p:sp>
          <p:nvSpPr>
            <p:cNvPr id="10" name="任意多边形 9"/>
            <p:cNvSpPr/>
            <p:nvPr>
              <p:custDataLst>
                <p:tags r:id="rId9"/>
              </p:custDataLst>
            </p:nvPr>
          </p:nvSpPr>
          <p:spPr>
            <a:xfrm>
              <a:off x="1080" y="1485"/>
              <a:ext cx="7860" cy="420"/>
            </a:xfrm>
            <a:custGeom>
              <a:avLst/>
              <a:gdLst>
                <a:gd name="sw" fmla="*/ 1 w 7860"/>
                <a:gd name="sh" fmla="*/ 1 h 420"/>
                <a:gd name="mins" fmla="min sw sh"/>
                <a:gd name="dsw" fmla="+- 0 sw mins"/>
                <a:gd name="dsh" fmla="+- 0 sh mins"/>
                <a:gd name="p0x0" fmla="*/ 0 w 7860"/>
                <a:gd name="p0y0" fmla="*/ 0 h 420"/>
                <a:gd name="p0x1" fmla="*/ 7860 w 7860"/>
                <a:gd name="p0y1" fmla="*/ 0 h 420"/>
                <a:gd name="p0x2" fmla="*/ 7860 w 7860"/>
                <a:gd name="p0y2" fmla="*/ 420 h 420"/>
                <a:gd name="p0x3" fmla="*/ 0 w 7860"/>
                <a:gd name="p0y3" fmla="*/ 420 h 420"/>
                <a:gd name="p0x4" fmla="*/ 0 w 7860"/>
                <a:gd name="p0y4" fmla="*/ 0 h 42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p:custDataLst>
                <p:tags r:id="rId10"/>
              </p:custDataLst>
            </p:nvPr>
          </p:nvSpPr>
          <p:spPr>
            <a:xfrm>
              <a:off x="1080" y="1485"/>
              <a:ext cx="45" cy="420"/>
            </a:xfrm>
            <a:custGeom>
              <a:avLst/>
              <a:gdLst>
                <a:gd name="sw" fmla="*/ 1 w 45"/>
                <a:gd name="sh" fmla="*/ 1 h 420"/>
                <a:gd name="mins" fmla="min sw sh"/>
                <a:gd name="dsw" fmla="+- 0 sw mins"/>
                <a:gd name="dsh" fmla="+- 0 sh mins"/>
                <a:gd name="p0x0" fmla="*/ 0 w 45"/>
                <a:gd name="p0y0" fmla="*/ 420 h 420"/>
                <a:gd name="p0x1" fmla="*/ 0 w 45"/>
                <a:gd name="p0y1" fmla="*/ 0 h 420"/>
                <a:gd name="p0x2" fmla="*/ 45 w 45"/>
                <a:gd name="p0y2" fmla="*/ 0 h 420"/>
                <a:gd name="p0x3" fmla="*/ 45 w 45"/>
                <a:gd name="p0y3" fmla="*/ 420 h 420"/>
                <a:gd name="p0x4" fmla="*/ 0 w 45"/>
                <a:gd name="p0y4" fmla="*/ 420 h 42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3" name="文本框 12"/>
          <p:cNvSpPr txBox="1"/>
          <p:nvPr>
            <p:custDataLst>
              <p:tags r:id="rId11"/>
            </p:custDataLst>
          </p:nvPr>
        </p:nvSpPr>
        <p:spPr>
          <a:xfrm>
            <a:off x="866775" y="962025"/>
            <a:ext cx="4810125" cy="228600"/>
          </a:xfrm>
          <a:prstGeom prst="rect">
            <a:avLst/>
          </a:prstGeom>
          <a:noFill/>
        </p:spPr>
        <p:txBody>
          <a:bodyPr wrap="square" lIns="0" tIns="0" rIns="0" bIns="0" rtlCol="0" anchor="t">
            <a:noAutofit/>
          </a:bodyPr>
          <a:p>
            <a:pPr algn="l">
              <a:lnSpc>
                <a:spcPct val="117000"/>
              </a:lnSpc>
            </a:pPr>
            <a:r>
              <a:rPr sz="1500" b="1">
                <a:solidFill>
                  <a:srgbClr val="2D5B99"/>
                </a:solidFill>
                <a:latin typeface="黑体" panose="02010609060101010101" charset="-122"/>
                <a:ea typeface="黑体" panose="02010609060101010101" charset="-122"/>
              </a:rPr>
              <a:t>功能需求</a:t>
            </a:r>
            <a:endParaRPr sz="1500" b="1">
              <a:solidFill>
                <a:srgbClr val="2D5B99"/>
              </a:solidFill>
              <a:latin typeface="黑体" panose="02010609060101010101" charset="-122"/>
              <a:ea typeface="黑体" panose="02010609060101010101" charset="-122"/>
            </a:endParaRPr>
          </a:p>
        </p:txBody>
      </p:sp>
      <p:pic>
        <p:nvPicPr>
          <p:cNvPr id="14" name="图片 13"/>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l="-4583" t="-2308" r="-4583" b="-2308"/>
          <a:stretch>
            <a:fillRect/>
          </a:stretch>
        </p:blipFill>
        <p:spPr>
          <a:xfrm>
            <a:off x="685800" y="1409700"/>
            <a:ext cx="83185" cy="129540"/>
          </a:xfrm>
          <a:prstGeom prst="rect">
            <a:avLst/>
          </a:prstGeom>
        </p:spPr>
      </p:pic>
      <p:sp>
        <p:nvSpPr>
          <p:cNvPr id="15" name="文本框 14"/>
          <p:cNvSpPr txBox="1"/>
          <p:nvPr>
            <p:custDataLst>
              <p:tags r:id="rId15"/>
            </p:custDataLst>
          </p:nvPr>
        </p:nvSpPr>
        <p:spPr>
          <a:xfrm>
            <a:off x="864394" y="1377315"/>
            <a:ext cx="4812506"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儿童端</a:t>
            </a:r>
            <a:endParaRPr sz="1200" b="1">
              <a:solidFill>
                <a:srgbClr val="1E293B"/>
              </a:solidFill>
              <a:latin typeface="黑体" panose="02010609060101010101" charset="-122"/>
              <a:ea typeface="黑体" panose="02010609060101010101" charset="-122"/>
            </a:endParaRPr>
          </a:p>
        </p:txBody>
      </p:sp>
      <p:pic>
        <p:nvPicPr>
          <p:cNvPr id="22" name="图片 21"/>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l="-4583" t="-2308" r="-4583" b="-2308"/>
          <a:stretch>
            <a:fillRect/>
          </a:stretch>
        </p:blipFill>
        <p:spPr>
          <a:xfrm>
            <a:off x="685800" y="2623185"/>
            <a:ext cx="166370" cy="129540"/>
          </a:xfrm>
          <a:prstGeom prst="rect">
            <a:avLst/>
          </a:prstGeom>
        </p:spPr>
      </p:pic>
      <p:sp>
        <p:nvSpPr>
          <p:cNvPr id="23" name="文本框 22"/>
          <p:cNvSpPr txBox="1"/>
          <p:nvPr>
            <p:custDataLst>
              <p:tags r:id="rId19"/>
            </p:custDataLst>
          </p:nvPr>
        </p:nvSpPr>
        <p:spPr>
          <a:xfrm>
            <a:off x="947738" y="2590800"/>
            <a:ext cx="4729163"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家长端</a:t>
            </a:r>
            <a:endParaRPr sz="1200" b="1">
              <a:solidFill>
                <a:srgbClr val="1E293B"/>
              </a:solidFill>
              <a:latin typeface="黑体" panose="02010609060101010101" charset="-122"/>
              <a:ea typeface="黑体" panose="02010609060101010101" charset="-122"/>
            </a:endParaRPr>
          </a:p>
        </p:txBody>
      </p:sp>
      <p:pic>
        <p:nvPicPr>
          <p:cNvPr id="30" name="图片 2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l="-3846" t="-11818" r="-3846" b="-11818"/>
          <a:stretch>
            <a:fillRect/>
          </a:stretch>
        </p:blipFill>
        <p:spPr>
          <a:xfrm>
            <a:off x="685800" y="3836670"/>
            <a:ext cx="133350" cy="129540"/>
          </a:xfrm>
          <a:prstGeom prst="rect">
            <a:avLst/>
          </a:prstGeom>
        </p:spPr>
      </p:pic>
      <p:sp>
        <p:nvSpPr>
          <p:cNvPr id="31" name="文本框 30"/>
          <p:cNvSpPr txBox="1"/>
          <p:nvPr>
            <p:custDataLst>
              <p:tags r:id="rId23"/>
            </p:custDataLst>
          </p:nvPr>
        </p:nvSpPr>
        <p:spPr>
          <a:xfrm>
            <a:off x="914400" y="3804285"/>
            <a:ext cx="4762500"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管理后台</a:t>
            </a:r>
            <a:endParaRPr sz="1200" b="1">
              <a:solidFill>
                <a:srgbClr val="1E293B"/>
              </a:solidFill>
              <a:latin typeface="黑体" panose="02010609060101010101" charset="-122"/>
              <a:ea typeface="黑体" panose="02010609060101010101" charset="-122"/>
            </a:endParaRPr>
          </a:p>
        </p:txBody>
      </p:sp>
      <p:grpSp>
        <p:nvGrpSpPr>
          <p:cNvPr id="74" name="组合 73"/>
          <p:cNvGrpSpPr/>
          <p:nvPr/>
        </p:nvGrpSpPr>
        <p:grpSpPr>
          <a:xfrm>
            <a:off x="6238875" y="742950"/>
            <a:ext cx="5571490" cy="3714750"/>
            <a:chOff x="9825" y="1170"/>
            <a:chExt cx="8774" cy="5850"/>
          </a:xfrm>
        </p:grpSpPr>
        <p:sp>
          <p:nvSpPr>
            <p:cNvPr id="39" name="任意多边形 38"/>
            <p:cNvSpPr/>
            <p:nvPr>
              <p:custDataLst>
                <p:tags r:id="rId24"/>
              </p:custDataLst>
            </p:nvPr>
          </p:nvSpPr>
          <p:spPr>
            <a:xfrm>
              <a:off x="9825" y="1170"/>
              <a:ext cx="8775" cy="5850"/>
            </a:xfrm>
            <a:custGeom>
              <a:avLst/>
              <a:gdLst>
                <a:gd name="sw" fmla="*/ 1 w 8775"/>
                <a:gd name="sh" fmla="*/ 1 h 5850"/>
                <a:gd name="mins" fmla="min sw sh"/>
                <a:gd name="dsw" fmla="+- 0 sw mins"/>
                <a:gd name="dsh" fmla="+- 0 sh mins"/>
                <a:gd name="p0x0" fmla="*/ 60 w 8775"/>
                <a:gd name="p0y0" fmla="*/ 0 h 5850"/>
                <a:gd name="p0x1" fmla="*/ 8715 w 8775"/>
                <a:gd name="p0y1" fmla="*/ 0 h 5850"/>
                <a:gd name="p0x2" fmla="*/ 8748 w 8775"/>
                <a:gd name="p0y2" fmla="*/ 0 h 5850"/>
                <a:gd name="p0x3" fmla="*/ 8775 w 8775"/>
                <a:gd name="p0y3" fmla="*/ 26 h 5850"/>
                <a:gd name="p0x4" fmla="*/ 8775 w 8775"/>
                <a:gd name="p0y4" fmla="*/ 60 h 5850"/>
                <a:gd name="p0x5" fmla="*/ 8775 w 8775"/>
                <a:gd name="p0y5" fmla="*/ 5790 h 5850"/>
                <a:gd name="p0x6" fmla="*/ 8775 w 8775"/>
                <a:gd name="p0y6" fmla="*/ 5823 h 5850"/>
                <a:gd name="p0x7" fmla="*/ 8748 w 8775"/>
                <a:gd name="p0y7" fmla="*/ 5850 h 5850"/>
                <a:gd name="p0x8" fmla="*/ 8715 w 8775"/>
                <a:gd name="p0y8" fmla="*/ 5850 h 5850"/>
                <a:gd name="p0x9" fmla="*/ 60 w 8775"/>
                <a:gd name="p0y9" fmla="*/ 5850 h 5850"/>
                <a:gd name="p0x10" fmla="*/ 26 w 8775"/>
                <a:gd name="p0y10" fmla="*/ 5850 h 5850"/>
                <a:gd name="p0x11" fmla="*/ 0 w 8775"/>
                <a:gd name="p0y11" fmla="*/ 5823 h 5850"/>
                <a:gd name="p0x12" fmla="*/ 0 w 8775"/>
                <a:gd name="p0y12" fmla="*/ 5790 h 5850"/>
                <a:gd name="p0x13" fmla="*/ 0 w 8775"/>
                <a:gd name="p0y13" fmla="*/ 60 h 5850"/>
                <a:gd name="p0x14" fmla="*/ 0 w 8775"/>
                <a:gd name="p0y14" fmla="*/ 26 h 5850"/>
                <a:gd name="p0x15" fmla="*/ 26 w 8775"/>
                <a:gd name="p0y15" fmla="*/ 0 h 5850"/>
                <a:gd name="p0x16" fmla="*/ 60 w 8775"/>
                <a:gd name="p0y16" fmla="*/ 0 h 585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任意多边形 39"/>
            <p:cNvSpPr/>
            <p:nvPr>
              <p:custDataLst>
                <p:tags r:id="rId25"/>
              </p:custDataLst>
            </p:nvPr>
          </p:nvSpPr>
          <p:spPr>
            <a:xfrm>
              <a:off x="9866" y="1170"/>
              <a:ext cx="8716" cy="28"/>
            </a:xfrm>
            <a:custGeom>
              <a:avLst/>
              <a:gdLst>
                <a:gd name="sw" fmla="*/ 1 w 8715"/>
                <a:gd name="sh" fmla="*/ 1 h 28"/>
                <a:gd name="mins" fmla="min sw sh"/>
                <a:gd name="dsw" fmla="+- 0 sw mins"/>
                <a:gd name="dsh" fmla="+- 0 sh mins"/>
                <a:gd name="p0x0" fmla="*/ 18 w 8715"/>
                <a:gd name="p0y0" fmla="*/ 0 h 28"/>
                <a:gd name="p0x1" fmla="*/ 8673 w 8715"/>
                <a:gd name="p0y1" fmla="*/ 0 h 28"/>
                <a:gd name="p0x2" fmla="*/ 8690 w 8715"/>
                <a:gd name="p0y2" fmla="*/ 0 h 28"/>
                <a:gd name="p0x3" fmla="*/ 8705 w 8715"/>
                <a:gd name="p0y3" fmla="*/ 6 h 28"/>
                <a:gd name="p0x4" fmla="*/ 8715 w 8715"/>
                <a:gd name="p0y4" fmla="*/ 17 h 28"/>
                <a:gd name="p0x5" fmla="*/ 8705 w 8715"/>
                <a:gd name="p0y5" fmla="*/ 28 h 28"/>
                <a:gd name="p0x6" fmla="*/ 8697 w 8715"/>
                <a:gd name="p0y6" fmla="*/ 20 h 28"/>
                <a:gd name="p0x7" fmla="*/ 8685 w 8715"/>
                <a:gd name="p0y7" fmla="*/ 15 h 28"/>
                <a:gd name="p0x8" fmla="*/ 8673 w 8715"/>
                <a:gd name="p0y8" fmla="*/ 15 h 28"/>
                <a:gd name="p0x9" fmla="*/ 18 w 8715"/>
                <a:gd name="p0y9" fmla="*/ 15 h 28"/>
                <a:gd name="p0x10" fmla="*/ 0 w 8715"/>
                <a:gd name="p0y10" fmla="*/ 2 h 28"/>
                <a:gd name="p0x11" fmla="*/ 0 w 8715"/>
                <a:gd name="p0y11" fmla="*/ 2 h 28"/>
                <a:gd name="p0x12" fmla="*/ 5 w 8715"/>
                <a:gd name="p0y12" fmla="*/ 1 h 28"/>
                <a:gd name="p0x13" fmla="*/ 12 w 8715"/>
                <a:gd name="p0y13" fmla="*/ 0 h 28"/>
                <a:gd name="p0x14" fmla="*/ 18 w 8715"/>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任意多边形 40"/>
            <p:cNvSpPr/>
            <p:nvPr>
              <p:custDataLst>
                <p:tags r:id="rId26"/>
              </p:custDataLst>
            </p:nvPr>
          </p:nvSpPr>
          <p:spPr>
            <a:xfrm>
              <a:off x="18571" y="1187"/>
              <a:ext cx="29" cy="5815"/>
            </a:xfrm>
            <a:custGeom>
              <a:avLst/>
              <a:gdLst>
                <a:gd name="sw" fmla="*/ 1 w 28"/>
                <a:gd name="sh" fmla="*/ 1 h 5814"/>
                <a:gd name="mins" fmla="min sw sh"/>
                <a:gd name="dsw" fmla="+- 0 sw mins"/>
                <a:gd name="dsh" fmla="+- 0 sh mins"/>
                <a:gd name="p0x0" fmla="*/ 28 w 28"/>
                <a:gd name="p0y0" fmla="*/ 42 h 5814"/>
                <a:gd name="p0x1" fmla="*/ 28 w 28"/>
                <a:gd name="p0y1" fmla="*/ 5772 h 5814"/>
                <a:gd name="p0x2" fmla="*/ 28 w 28"/>
                <a:gd name="p0y2" fmla="*/ 5788 h 5814"/>
                <a:gd name="p0x3" fmla="*/ 21 w 28"/>
                <a:gd name="p0y3" fmla="*/ 5803 h 5814"/>
                <a:gd name="p0x4" fmla="*/ 10 w 28"/>
                <a:gd name="p0y4" fmla="*/ 5814 h 5814"/>
                <a:gd name="p0x5" fmla="*/ 0 w 28"/>
                <a:gd name="p0y5" fmla="*/ 5804 h 5814"/>
                <a:gd name="p0x6" fmla="*/ 8 w 28"/>
                <a:gd name="p0y6" fmla="*/ 5796 h 5814"/>
                <a:gd name="p0x7" fmla="*/ 13 w 28"/>
                <a:gd name="p0y7" fmla="*/ 5784 h 5814"/>
                <a:gd name="p0x8" fmla="*/ 13 w 28"/>
                <a:gd name="p0y8" fmla="*/ 5772 h 5814"/>
                <a:gd name="p0x9" fmla="*/ 13 w 28"/>
                <a:gd name="p0y9" fmla="*/ 42 h 5814"/>
                <a:gd name="p0x10" fmla="*/ 13 w 28"/>
                <a:gd name="p0y10" fmla="*/ 30 h 5814"/>
                <a:gd name="p0x11" fmla="*/ 8 w 28"/>
                <a:gd name="p0y11" fmla="*/ 18 h 5814"/>
                <a:gd name="p0x12" fmla="*/ 0 w 28"/>
                <a:gd name="p0y12" fmla="*/ 10 h 5814"/>
                <a:gd name="p0x13" fmla="*/ 10 w 28"/>
                <a:gd name="p0y13" fmla="*/ 0 h 5814"/>
                <a:gd name="p0x14" fmla="*/ 21 w 28"/>
                <a:gd name="p0y14" fmla="*/ 10 h 5814"/>
                <a:gd name="p0x15" fmla="*/ 28 w 28"/>
                <a:gd name="p0y15" fmla="*/ 25 h 5814"/>
                <a:gd name="p0x16" fmla="*/ 28 w 28"/>
                <a:gd name="p0y16" fmla="*/ 42 h 581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任意多边形 41"/>
            <p:cNvSpPr/>
            <p:nvPr>
              <p:custDataLst>
                <p:tags r:id="rId27"/>
              </p:custDataLst>
            </p:nvPr>
          </p:nvSpPr>
          <p:spPr>
            <a:xfrm>
              <a:off x="9866" y="6991"/>
              <a:ext cx="8716" cy="29"/>
            </a:xfrm>
            <a:custGeom>
              <a:avLst/>
              <a:gdLst>
                <a:gd name="sw" fmla="*/ 1 w 8715"/>
                <a:gd name="sh" fmla="*/ 1 h 28"/>
                <a:gd name="mins" fmla="min sw sh"/>
                <a:gd name="dsw" fmla="+- 0 sw mins"/>
                <a:gd name="dsh" fmla="+- 0 sh mins"/>
                <a:gd name="p0x0" fmla="*/ 8673 w 8715"/>
                <a:gd name="p0y0" fmla="*/ 28 h 28"/>
                <a:gd name="p0x1" fmla="*/ 18 w 8715"/>
                <a:gd name="p0y1" fmla="*/ 28 h 28"/>
                <a:gd name="p0x2" fmla="*/ 12 w 8715"/>
                <a:gd name="p0y2" fmla="*/ 28 h 28"/>
                <a:gd name="p0x3" fmla="*/ 5 w 8715"/>
                <a:gd name="p0y3" fmla="*/ 27 h 28"/>
                <a:gd name="p0x4" fmla="*/ 0 w 8715"/>
                <a:gd name="p0y4" fmla="*/ 25 h 28"/>
                <a:gd name="p0x5" fmla="*/ 18 w 8715"/>
                <a:gd name="p0y5" fmla="*/ 13 h 28"/>
                <a:gd name="p0x6" fmla="*/ 8673 w 8715"/>
                <a:gd name="p0y6" fmla="*/ 13 h 28"/>
                <a:gd name="p0x7" fmla="*/ 8685 w 8715"/>
                <a:gd name="p0y7" fmla="*/ 13 h 28"/>
                <a:gd name="p0x8" fmla="*/ 8697 w 8715"/>
                <a:gd name="p0y8" fmla="*/ 8 h 28"/>
                <a:gd name="p0x9" fmla="*/ 8705 w 8715"/>
                <a:gd name="p0y9" fmla="*/ 0 h 28"/>
                <a:gd name="p0x10" fmla="*/ 8715 w 8715"/>
                <a:gd name="p0y10" fmla="*/ 10 h 28"/>
                <a:gd name="p0x11" fmla="*/ 8705 w 8715"/>
                <a:gd name="p0y11" fmla="*/ 21 h 28"/>
                <a:gd name="p0x12" fmla="*/ 8690 w 8715"/>
                <a:gd name="p0y12" fmla="*/ 28 h 28"/>
                <a:gd name="p0x13" fmla="*/ 8673 w 8715"/>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任意多边形 42"/>
            <p:cNvSpPr/>
            <p:nvPr>
              <p:custDataLst>
                <p:tags r:id="rId28"/>
              </p:custDataLst>
            </p:nvPr>
          </p:nvSpPr>
          <p:spPr>
            <a:xfrm>
              <a:off x="9825" y="1172"/>
              <a:ext cx="60" cy="5845"/>
            </a:xfrm>
            <a:custGeom>
              <a:avLst/>
              <a:gdLst>
                <a:gd name="sw" fmla="*/ 1 w 60"/>
                <a:gd name="sh" fmla="*/ 1 h 5844"/>
                <a:gd name="mins" fmla="min sw sh"/>
                <a:gd name="dsw" fmla="+- 0 sw mins"/>
                <a:gd name="dsh" fmla="+- 0 sh mins"/>
                <a:gd name="p0x0" fmla="*/ 0 w 60"/>
                <a:gd name="p0y0" fmla="*/ 5787 h 5844"/>
                <a:gd name="p0x1" fmla="*/ 0 w 60"/>
                <a:gd name="p0y1" fmla="*/ 57 h 5844"/>
                <a:gd name="p0x2" fmla="*/ 0 w 60"/>
                <a:gd name="p0y2" fmla="*/ 30 h 5844"/>
                <a:gd name="p0x3" fmla="*/ 17 w 60"/>
                <a:gd name="p0y3" fmla="*/ 7 h 5844"/>
                <a:gd name="p0x4" fmla="*/ 41 w 60"/>
                <a:gd name="p0y4" fmla="*/ 0 h 5844"/>
                <a:gd name="p0x5" fmla="*/ 60 w 60"/>
                <a:gd name="p0y5" fmla="*/ 12 h 5844"/>
                <a:gd name="p0x6" fmla="*/ 60 w 60"/>
                <a:gd name="p0y6" fmla="*/ 5787 h 5844"/>
                <a:gd name="p0x7" fmla="*/ 41 w 60"/>
                <a:gd name="p0y7" fmla="*/ 5844 h 5844"/>
                <a:gd name="p0x8" fmla="*/ 41 w 60"/>
                <a:gd name="p0y8" fmla="*/ 5844 h 5844"/>
                <a:gd name="p0x9" fmla="*/ 17 w 60"/>
                <a:gd name="p0y9" fmla="*/ 5836 h 5844"/>
                <a:gd name="p0x10" fmla="*/ 0 w 60"/>
                <a:gd name="p0y10" fmla="*/ 5813 h 5844"/>
                <a:gd name="p0x11" fmla="*/ 0 w 60"/>
                <a:gd name="p0y11" fmla="*/ 5787 h 584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5" name="组合 74"/>
          <p:cNvGrpSpPr/>
          <p:nvPr/>
        </p:nvGrpSpPr>
        <p:grpSpPr>
          <a:xfrm>
            <a:off x="6543675" y="942975"/>
            <a:ext cx="4991100" cy="266700"/>
            <a:chOff x="10305" y="1485"/>
            <a:chExt cx="7860" cy="420"/>
          </a:xfrm>
        </p:grpSpPr>
        <p:sp>
          <p:nvSpPr>
            <p:cNvPr id="45" name="任意多边形 44"/>
            <p:cNvSpPr/>
            <p:nvPr>
              <p:custDataLst>
                <p:tags r:id="rId29"/>
              </p:custDataLst>
            </p:nvPr>
          </p:nvSpPr>
          <p:spPr>
            <a:xfrm>
              <a:off x="10305" y="1485"/>
              <a:ext cx="7860" cy="420"/>
            </a:xfrm>
            <a:custGeom>
              <a:avLst/>
              <a:gdLst>
                <a:gd name="sw" fmla="*/ 1 w 7860"/>
                <a:gd name="sh" fmla="*/ 1 h 420"/>
                <a:gd name="mins" fmla="min sw sh"/>
                <a:gd name="dsw" fmla="+- 0 sw mins"/>
                <a:gd name="dsh" fmla="+- 0 sh mins"/>
                <a:gd name="p0x0" fmla="*/ 0 w 7860"/>
                <a:gd name="p0y0" fmla="*/ 0 h 420"/>
                <a:gd name="p0x1" fmla="*/ 7860 w 7860"/>
                <a:gd name="p0y1" fmla="*/ 0 h 420"/>
                <a:gd name="p0x2" fmla="*/ 7860 w 7860"/>
                <a:gd name="p0y2" fmla="*/ 420 h 420"/>
                <a:gd name="p0x3" fmla="*/ 0 w 7860"/>
                <a:gd name="p0y3" fmla="*/ 420 h 420"/>
                <a:gd name="p0x4" fmla="*/ 0 w 7860"/>
                <a:gd name="p0y4" fmla="*/ 0 h 42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任意多边形 45"/>
            <p:cNvSpPr/>
            <p:nvPr>
              <p:custDataLst>
                <p:tags r:id="rId30"/>
              </p:custDataLst>
            </p:nvPr>
          </p:nvSpPr>
          <p:spPr>
            <a:xfrm>
              <a:off x="10305" y="1485"/>
              <a:ext cx="45" cy="420"/>
            </a:xfrm>
            <a:custGeom>
              <a:avLst/>
              <a:gdLst>
                <a:gd name="sw" fmla="*/ 1 w 45"/>
                <a:gd name="sh" fmla="*/ 1 h 420"/>
                <a:gd name="mins" fmla="min sw sh"/>
                <a:gd name="dsw" fmla="+- 0 sw mins"/>
                <a:gd name="dsh" fmla="+- 0 sh mins"/>
                <a:gd name="p0x0" fmla="*/ 0 w 45"/>
                <a:gd name="p0y0" fmla="*/ 420 h 420"/>
                <a:gd name="p0x1" fmla="*/ 0 w 45"/>
                <a:gd name="p0y1" fmla="*/ 0 h 420"/>
                <a:gd name="p0x2" fmla="*/ 45 w 45"/>
                <a:gd name="p0y2" fmla="*/ 0 h 420"/>
                <a:gd name="p0x3" fmla="*/ 45 w 45"/>
                <a:gd name="p0y3" fmla="*/ 420 h 420"/>
                <a:gd name="p0x4" fmla="*/ 0 w 45"/>
                <a:gd name="p0y4" fmla="*/ 420 h 42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6" name="组合 75"/>
          <p:cNvGrpSpPr/>
          <p:nvPr/>
        </p:nvGrpSpPr>
        <p:grpSpPr>
          <a:xfrm>
            <a:off x="6543675" y="1647825"/>
            <a:ext cx="4991100" cy="643890"/>
            <a:chOff x="10305" y="2595"/>
            <a:chExt cx="7860" cy="1014"/>
          </a:xfrm>
        </p:grpSpPr>
        <p:sp>
          <p:nvSpPr>
            <p:cNvPr id="51" name="任意多边形 50"/>
            <p:cNvSpPr/>
            <p:nvPr>
              <p:custDataLst>
                <p:tags r:id="rId31"/>
              </p:custDataLst>
            </p:nvPr>
          </p:nvSpPr>
          <p:spPr>
            <a:xfrm>
              <a:off x="10305" y="2595"/>
              <a:ext cx="7860" cy="1014"/>
            </a:xfrm>
            <a:custGeom>
              <a:avLst/>
              <a:gdLst>
                <a:gd name="sw" fmla="*/ 1 w 7860"/>
                <a:gd name="sh" fmla="*/ 1 h 1014"/>
                <a:gd name="mins" fmla="min sw sh"/>
                <a:gd name="dsw" fmla="+- 0 sw mins"/>
                <a:gd name="dsh" fmla="+- 0 sh mins"/>
                <a:gd name="p0x0" fmla="*/ 60 w 7860"/>
                <a:gd name="p0y0" fmla="*/ 0 h 1014"/>
                <a:gd name="p0x1" fmla="*/ 7800 w 7860"/>
                <a:gd name="p0y1" fmla="*/ 0 h 1014"/>
                <a:gd name="p0x2" fmla="*/ 7833 w 7860"/>
                <a:gd name="p0y2" fmla="*/ 0 h 1014"/>
                <a:gd name="p0x3" fmla="*/ 7860 w 7860"/>
                <a:gd name="p0y3" fmla="*/ 26 h 1014"/>
                <a:gd name="p0x4" fmla="*/ 7860 w 7860"/>
                <a:gd name="p0y4" fmla="*/ 60 h 1014"/>
                <a:gd name="p0x5" fmla="*/ 7860 w 7860"/>
                <a:gd name="p0y5" fmla="*/ 954 h 1014"/>
                <a:gd name="p0x6" fmla="*/ 7860 w 7860"/>
                <a:gd name="p0y6" fmla="*/ 987 h 1014"/>
                <a:gd name="p0x7" fmla="*/ 7833 w 7860"/>
                <a:gd name="p0y7" fmla="*/ 1014 h 1014"/>
                <a:gd name="p0x8" fmla="*/ 7800 w 7860"/>
                <a:gd name="p0y8" fmla="*/ 1014 h 1014"/>
                <a:gd name="p0x9" fmla="*/ 60 w 7860"/>
                <a:gd name="p0y9" fmla="*/ 1014 h 1014"/>
                <a:gd name="p0x10" fmla="*/ 26 w 7860"/>
                <a:gd name="p0y10" fmla="*/ 1014 h 1014"/>
                <a:gd name="p0x11" fmla="*/ 0 w 7860"/>
                <a:gd name="p0y11" fmla="*/ 987 h 1014"/>
                <a:gd name="p0x12" fmla="*/ 0 w 7860"/>
                <a:gd name="p0y12" fmla="*/ 954 h 1014"/>
                <a:gd name="p0x13" fmla="*/ 0 w 7860"/>
                <a:gd name="p0y13" fmla="*/ 60 h 1014"/>
                <a:gd name="p0x14" fmla="*/ 0 w 7860"/>
                <a:gd name="p0y14" fmla="*/ 26 h 1014"/>
                <a:gd name="p0x15" fmla="*/ 26 w 7860"/>
                <a:gd name="p0y15" fmla="*/ 0 h 1014"/>
                <a:gd name="p0x16" fmla="*/ 60 w 7860"/>
                <a:gd name="p0y16" fmla="*/ 0 h 101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任意多边形 51"/>
            <p:cNvSpPr/>
            <p:nvPr>
              <p:custDataLst>
                <p:tags r:id="rId32"/>
              </p:custDataLst>
            </p:nvPr>
          </p:nvSpPr>
          <p:spPr>
            <a:xfrm>
              <a:off x="10305" y="2595"/>
              <a:ext cx="60" cy="1014"/>
            </a:xfrm>
            <a:custGeom>
              <a:avLst/>
              <a:gdLst>
                <a:gd name="sw" fmla="*/ 1 w 60"/>
                <a:gd name="sh" fmla="*/ 1 h 1014"/>
                <a:gd name="mins" fmla="min sw sh"/>
                <a:gd name="dsw" fmla="+- 0 sw mins"/>
                <a:gd name="dsh" fmla="+- 0 sh mins"/>
                <a:gd name="p0x0" fmla="*/ 0 w 60"/>
                <a:gd name="p0y0" fmla="*/ 954 h 1014"/>
                <a:gd name="p0x1" fmla="*/ 0 w 60"/>
                <a:gd name="p0y1" fmla="*/ 60 h 1014"/>
                <a:gd name="p0x2" fmla="*/ 0 w 60"/>
                <a:gd name="p0y2" fmla="*/ 26 h 1014"/>
                <a:gd name="p0x3" fmla="*/ 26 w 60"/>
                <a:gd name="p0y3" fmla="*/ 0 h 1014"/>
                <a:gd name="p0x4" fmla="*/ 60 w 60"/>
                <a:gd name="p0y4" fmla="*/ 0 h 1014"/>
                <a:gd name="p0x5" fmla="*/ 51 w 60"/>
                <a:gd name="p0y5" fmla="*/ 0 h 1014"/>
                <a:gd name="p0x6" fmla="*/ 45 w 60"/>
                <a:gd name="p0y6" fmla="*/ 26 h 1014"/>
                <a:gd name="p0x7" fmla="*/ 45 w 60"/>
                <a:gd name="p0y7" fmla="*/ 60 h 1014"/>
                <a:gd name="p0x8" fmla="*/ 45 w 60"/>
                <a:gd name="p0y8" fmla="*/ 954 h 1014"/>
                <a:gd name="p0x9" fmla="*/ 45 w 60"/>
                <a:gd name="p0y9" fmla="*/ 987 h 1014"/>
                <a:gd name="p0x10" fmla="*/ 51 w 60"/>
                <a:gd name="p0y10" fmla="*/ 1014 h 1014"/>
                <a:gd name="p0x11" fmla="*/ 60 w 60"/>
                <a:gd name="p0y11" fmla="*/ 1014 h 1014"/>
                <a:gd name="p0x12" fmla="*/ 26 w 60"/>
                <a:gd name="p0y12" fmla="*/ 1014 h 1014"/>
                <a:gd name="p0x13" fmla="*/ 0 w 60"/>
                <a:gd name="p0y13" fmla="*/ 987 h 1014"/>
                <a:gd name="p0x14" fmla="*/ 0 w 60"/>
                <a:gd name="p0y14" fmla="*/ 954 h 1014"/>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7" name="组合 76"/>
          <p:cNvGrpSpPr/>
          <p:nvPr/>
        </p:nvGrpSpPr>
        <p:grpSpPr>
          <a:xfrm>
            <a:off x="6543675" y="2729865"/>
            <a:ext cx="4991100" cy="643890"/>
            <a:chOff x="10305" y="4299"/>
            <a:chExt cx="7860" cy="1014"/>
          </a:xfrm>
        </p:grpSpPr>
        <p:sp>
          <p:nvSpPr>
            <p:cNvPr id="57" name="任意多边形 56"/>
            <p:cNvSpPr/>
            <p:nvPr>
              <p:custDataLst>
                <p:tags r:id="rId33"/>
              </p:custDataLst>
            </p:nvPr>
          </p:nvSpPr>
          <p:spPr>
            <a:xfrm>
              <a:off x="10305" y="4299"/>
              <a:ext cx="7860" cy="1014"/>
            </a:xfrm>
            <a:custGeom>
              <a:avLst/>
              <a:gdLst>
                <a:gd name="sw" fmla="*/ 1 w 7860"/>
                <a:gd name="sh" fmla="*/ 1 h 1014"/>
                <a:gd name="mins" fmla="min sw sh"/>
                <a:gd name="dsw" fmla="+- 0 sw mins"/>
                <a:gd name="dsh" fmla="+- 0 sh mins"/>
                <a:gd name="p0x0" fmla="*/ 60 w 7860"/>
                <a:gd name="p0y0" fmla="*/ 0 h 1014"/>
                <a:gd name="p0x1" fmla="*/ 7800 w 7860"/>
                <a:gd name="p0y1" fmla="*/ 0 h 1014"/>
                <a:gd name="p0x2" fmla="*/ 7833 w 7860"/>
                <a:gd name="p0y2" fmla="*/ 0 h 1014"/>
                <a:gd name="p0x3" fmla="*/ 7860 w 7860"/>
                <a:gd name="p0y3" fmla="*/ 26 h 1014"/>
                <a:gd name="p0x4" fmla="*/ 7860 w 7860"/>
                <a:gd name="p0y4" fmla="*/ 60 h 1014"/>
                <a:gd name="p0x5" fmla="*/ 7860 w 7860"/>
                <a:gd name="p0y5" fmla="*/ 954 h 1014"/>
                <a:gd name="p0x6" fmla="*/ 7860 w 7860"/>
                <a:gd name="p0y6" fmla="*/ 987 h 1014"/>
                <a:gd name="p0x7" fmla="*/ 7833 w 7860"/>
                <a:gd name="p0y7" fmla="*/ 1014 h 1014"/>
                <a:gd name="p0x8" fmla="*/ 7800 w 7860"/>
                <a:gd name="p0y8" fmla="*/ 1014 h 1014"/>
                <a:gd name="p0x9" fmla="*/ 60 w 7860"/>
                <a:gd name="p0y9" fmla="*/ 1014 h 1014"/>
                <a:gd name="p0x10" fmla="*/ 26 w 7860"/>
                <a:gd name="p0y10" fmla="*/ 1014 h 1014"/>
                <a:gd name="p0x11" fmla="*/ 0 w 7860"/>
                <a:gd name="p0y11" fmla="*/ 987 h 1014"/>
                <a:gd name="p0x12" fmla="*/ 0 w 7860"/>
                <a:gd name="p0y12" fmla="*/ 954 h 1014"/>
                <a:gd name="p0x13" fmla="*/ 0 w 7860"/>
                <a:gd name="p0y13" fmla="*/ 60 h 1014"/>
                <a:gd name="p0x14" fmla="*/ 0 w 7860"/>
                <a:gd name="p0y14" fmla="*/ 26 h 1014"/>
                <a:gd name="p0x15" fmla="*/ 26 w 7860"/>
                <a:gd name="p0y15" fmla="*/ 0 h 1014"/>
                <a:gd name="p0x16" fmla="*/ 60 w 7860"/>
                <a:gd name="p0y16" fmla="*/ 0 h 101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任意多边形 57"/>
            <p:cNvSpPr/>
            <p:nvPr>
              <p:custDataLst>
                <p:tags r:id="rId34"/>
              </p:custDataLst>
            </p:nvPr>
          </p:nvSpPr>
          <p:spPr>
            <a:xfrm>
              <a:off x="10305" y="4299"/>
              <a:ext cx="60" cy="1014"/>
            </a:xfrm>
            <a:custGeom>
              <a:avLst/>
              <a:gdLst>
                <a:gd name="sw" fmla="*/ 1 w 60"/>
                <a:gd name="sh" fmla="*/ 1 h 1014"/>
                <a:gd name="mins" fmla="min sw sh"/>
                <a:gd name="dsw" fmla="+- 0 sw mins"/>
                <a:gd name="dsh" fmla="+- 0 sh mins"/>
                <a:gd name="p0x0" fmla="*/ 0 w 60"/>
                <a:gd name="p0y0" fmla="*/ 954 h 1014"/>
                <a:gd name="p0x1" fmla="*/ 0 w 60"/>
                <a:gd name="p0y1" fmla="*/ 60 h 1014"/>
                <a:gd name="p0x2" fmla="*/ 0 w 60"/>
                <a:gd name="p0y2" fmla="*/ 26 h 1014"/>
                <a:gd name="p0x3" fmla="*/ 26 w 60"/>
                <a:gd name="p0y3" fmla="*/ 0 h 1014"/>
                <a:gd name="p0x4" fmla="*/ 60 w 60"/>
                <a:gd name="p0y4" fmla="*/ 0 h 1014"/>
                <a:gd name="p0x5" fmla="*/ 51 w 60"/>
                <a:gd name="p0y5" fmla="*/ 0 h 1014"/>
                <a:gd name="p0x6" fmla="*/ 45 w 60"/>
                <a:gd name="p0y6" fmla="*/ 26 h 1014"/>
                <a:gd name="p0x7" fmla="*/ 45 w 60"/>
                <a:gd name="p0y7" fmla="*/ 60 h 1014"/>
                <a:gd name="p0x8" fmla="*/ 45 w 60"/>
                <a:gd name="p0y8" fmla="*/ 954 h 1014"/>
                <a:gd name="p0x9" fmla="*/ 45 w 60"/>
                <a:gd name="p0y9" fmla="*/ 987 h 1014"/>
                <a:gd name="p0x10" fmla="*/ 51 w 60"/>
                <a:gd name="p0y10" fmla="*/ 1014 h 1014"/>
                <a:gd name="p0x11" fmla="*/ 60 w 60"/>
                <a:gd name="p0y11" fmla="*/ 1014 h 1014"/>
                <a:gd name="p0x12" fmla="*/ 26 w 60"/>
                <a:gd name="p0y12" fmla="*/ 1014 h 1014"/>
                <a:gd name="p0x13" fmla="*/ 0 w 60"/>
                <a:gd name="p0y13" fmla="*/ 987 h 1014"/>
                <a:gd name="p0x14" fmla="*/ 0 w 60"/>
                <a:gd name="p0y14" fmla="*/ 954 h 1014"/>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8" name="组合 77"/>
          <p:cNvGrpSpPr/>
          <p:nvPr/>
        </p:nvGrpSpPr>
        <p:grpSpPr>
          <a:xfrm>
            <a:off x="6543675" y="3811905"/>
            <a:ext cx="4991100" cy="636270"/>
            <a:chOff x="10305" y="6003"/>
            <a:chExt cx="7860" cy="1002"/>
          </a:xfrm>
        </p:grpSpPr>
        <p:sp>
          <p:nvSpPr>
            <p:cNvPr id="63" name="任意多边形 62"/>
            <p:cNvSpPr/>
            <p:nvPr>
              <p:custDataLst>
                <p:tags r:id="rId35"/>
              </p:custDataLst>
            </p:nvPr>
          </p:nvSpPr>
          <p:spPr>
            <a:xfrm>
              <a:off x="10305" y="6003"/>
              <a:ext cx="7860" cy="1002"/>
            </a:xfrm>
            <a:custGeom>
              <a:avLst/>
              <a:gdLst>
                <a:gd name="sw" fmla="*/ 1 w 7860"/>
                <a:gd name="sh" fmla="*/ 1 h 1014"/>
                <a:gd name="mins" fmla="min sw sh"/>
                <a:gd name="dsw" fmla="+- 0 sw mins"/>
                <a:gd name="dsh" fmla="+- 0 sh mins"/>
                <a:gd name="p0x0" fmla="*/ 60 w 7860"/>
                <a:gd name="p0y0" fmla="*/ 0 h 1014"/>
                <a:gd name="p0x1" fmla="*/ 7800 w 7860"/>
                <a:gd name="p0y1" fmla="*/ 0 h 1014"/>
                <a:gd name="p0x2" fmla="*/ 7833 w 7860"/>
                <a:gd name="p0y2" fmla="*/ 0 h 1014"/>
                <a:gd name="p0x3" fmla="*/ 7860 w 7860"/>
                <a:gd name="p0y3" fmla="*/ 26 h 1014"/>
                <a:gd name="p0x4" fmla="*/ 7860 w 7860"/>
                <a:gd name="p0y4" fmla="*/ 60 h 1014"/>
                <a:gd name="p0x5" fmla="*/ 7860 w 7860"/>
                <a:gd name="p0y5" fmla="*/ 954 h 1014"/>
                <a:gd name="p0x6" fmla="*/ 7860 w 7860"/>
                <a:gd name="p0y6" fmla="*/ 987 h 1014"/>
                <a:gd name="p0x7" fmla="*/ 7833 w 7860"/>
                <a:gd name="p0y7" fmla="*/ 1014 h 1014"/>
                <a:gd name="p0x8" fmla="*/ 7800 w 7860"/>
                <a:gd name="p0y8" fmla="*/ 1014 h 1014"/>
                <a:gd name="p0x9" fmla="*/ 60 w 7860"/>
                <a:gd name="p0y9" fmla="*/ 1014 h 1014"/>
                <a:gd name="p0x10" fmla="*/ 26 w 7860"/>
                <a:gd name="p0y10" fmla="*/ 1014 h 1014"/>
                <a:gd name="p0x11" fmla="*/ 0 w 7860"/>
                <a:gd name="p0y11" fmla="*/ 987 h 1014"/>
                <a:gd name="p0x12" fmla="*/ 0 w 7860"/>
                <a:gd name="p0y12" fmla="*/ 954 h 1014"/>
                <a:gd name="p0x13" fmla="*/ 0 w 7860"/>
                <a:gd name="p0y13" fmla="*/ 60 h 1014"/>
                <a:gd name="p0x14" fmla="*/ 0 w 7860"/>
                <a:gd name="p0y14" fmla="*/ 26 h 1014"/>
                <a:gd name="p0x15" fmla="*/ 26 w 7860"/>
                <a:gd name="p0y15" fmla="*/ 0 h 1014"/>
                <a:gd name="p0x16" fmla="*/ 60 w 7860"/>
                <a:gd name="p0y16" fmla="*/ 0 h 1014"/>
              </a:gdLst>
              <a:ahLst/>
              <a:cxnLst/>
              <a:pathLst>
                <a:path w="7860" h="1002">
                  <a:moveTo>
                    <a:pt x="60" y="0"/>
                  </a:moveTo>
                  <a:lnTo>
                    <a:pt x="7800" y="0"/>
                  </a:lnTo>
                  <a:cubicBezTo>
                    <a:pt x="7834" y="-1"/>
                    <a:pt x="7861" y="30"/>
                    <a:pt x="7860" y="60"/>
                  </a:cubicBezTo>
                  <a:lnTo>
                    <a:pt x="7860" y="954"/>
                  </a:lnTo>
                  <a:cubicBezTo>
                    <a:pt x="7861" y="974"/>
                    <a:pt x="7847" y="995"/>
                    <a:pt x="7836" y="1002"/>
                  </a:cubicBezTo>
                  <a:lnTo>
                    <a:pt x="24" y="1002"/>
                  </a:lnTo>
                  <a:cubicBezTo>
                    <a:pt x="11" y="994"/>
                    <a:pt x="-1" y="971"/>
                    <a:pt x="0" y="954"/>
                  </a:cubicBezTo>
                  <a:lnTo>
                    <a:pt x="0" y="60"/>
                  </a:lnTo>
                  <a:cubicBezTo>
                    <a:pt x="-1" y="26"/>
                    <a:pt x="30" y="-1"/>
                    <a:pt x="60" y="0"/>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64" name="任意多边形 63"/>
            <p:cNvSpPr/>
            <p:nvPr>
              <p:custDataLst>
                <p:tags r:id="rId36"/>
              </p:custDataLst>
            </p:nvPr>
          </p:nvSpPr>
          <p:spPr>
            <a:xfrm>
              <a:off x="10305" y="6003"/>
              <a:ext cx="60" cy="1002"/>
            </a:xfrm>
            <a:custGeom>
              <a:avLst/>
              <a:gdLst>
                <a:gd name="sw" fmla="*/ 1 w 60"/>
                <a:gd name="sh" fmla="*/ 1 h 1014"/>
                <a:gd name="mins" fmla="min sw sh"/>
                <a:gd name="dsw" fmla="+- 0 sw mins"/>
                <a:gd name="dsh" fmla="+- 0 sh mins"/>
                <a:gd name="p0x0" fmla="*/ 0 w 60"/>
                <a:gd name="p0y0" fmla="*/ 954 h 1014"/>
                <a:gd name="p0x1" fmla="*/ 0 w 60"/>
                <a:gd name="p0y1" fmla="*/ 60 h 1014"/>
                <a:gd name="p0x2" fmla="*/ 0 w 60"/>
                <a:gd name="p0y2" fmla="*/ 26 h 1014"/>
                <a:gd name="p0x3" fmla="*/ 26 w 60"/>
                <a:gd name="p0y3" fmla="*/ 0 h 1014"/>
                <a:gd name="p0x4" fmla="*/ 60 w 60"/>
                <a:gd name="p0y4" fmla="*/ 0 h 1014"/>
                <a:gd name="p0x5" fmla="*/ 51 w 60"/>
                <a:gd name="p0y5" fmla="*/ 0 h 1014"/>
                <a:gd name="p0x6" fmla="*/ 45 w 60"/>
                <a:gd name="p0y6" fmla="*/ 26 h 1014"/>
                <a:gd name="p0x7" fmla="*/ 45 w 60"/>
                <a:gd name="p0y7" fmla="*/ 60 h 1014"/>
                <a:gd name="p0x8" fmla="*/ 45 w 60"/>
                <a:gd name="p0y8" fmla="*/ 954 h 1014"/>
                <a:gd name="p0x9" fmla="*/ 45 w 60"/>
                <a:gd name="p0y9" fmla="*/ 987 h 1014"/>
                <a:gd name="p0x10" fmla="*/ 51 w 60"/>
                <a:gd name="p0y10" fmla="*/ 1014 h 1014"/>
                <a:gd name="p0x11" fmla="*/ 60 w 60"/>
                <a:gd name="p0y11" fmla="*/ 1014 h 1014"/>
                <a:gd name="p0x12" fmla="*/ 26 w 60"/>
                <a:gd name="p0y12" fmla="*/ 1014 h 1014"/>
                <a:gd name="p0x13" fmla="*/ 0 w 60"/>
                <a:gd name="p0y13" fmla="*/ 987 h 1014"/>
                <a:gd name="p0x14" fmla="*/ 0 w 60"/>
                <a:gd name="p0y14" fmla="*/ 954 h 1014"/>
              </a:gdLst>
              <a:ahLst/>
              <a:cxnLst/>
              <a:pathLst>
                <a:path w="60" h="1002">
                  <a:moveTo>
                    <a:pt x="0" y="954"/>
                  </a:moveTo>
                  <a:lnTo>
                    <a:pt x="0" y="60"/>
                  </a:lnTo>
                  <a:cubicBezTo>
                    <a:pt x="-1" y="26"/>
                    <a:pt x="30" y="-1"/>
                    <a:pt x="60" y="0"/>
                  </a:cubicBezTo>
                  <a:cubicBezTo>
                    <a:pt x="52" y="-1"/>
                    <a:pt x="45" y="30"/>
                    <a:pt x="45" y="60"/>
                  </a:cubicBezTo>
                  <a:lnTo>
                    <a:pt x="45" y="954"/>
                  </a:lnTo>
                  <a:cubicBezTo>
                    <a:pt x="45" y="974"/>
                    <a:pt x="48" y="995"/>
                    <a:pt x="51" y="1002"/>
                  </a:cubicBezTo>
                  <a:lnTo>
                    <a:pt x="24" y="1002"/>
                  </a:lnTo>
                  <a:cubicBezTo>
                    <a:pt x="11" y="994"/>
                    <a:pt x="-1" y="971"/>
                    <a:pt x="0" y="954"/>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
        <p:nvSpPr>
          <p:cNvPr id="48" name="文本框 47"/>
          <p:cNvSpPr txBox="1"/>
          <p:nvPr>
            <p:custDataLst>
              <p:tags r:id="rId37"/>
            </p:custDataLst>
          </p:nvPr>
        </p:nvSpPr>
        <p:spPr>
          <a:xfrm>
            <a:off x="6724650" y="962025"/>
            <a:ext cx="4810125" cy="228600"/>
          </a:xfrm>
          <a:prstGeom prst="rect">
            <a:avLst/>
          </a:prstGeom>
          <a:noFill/>
        </p:spPr>
        <p:txBody>
          <a:bodyPr wrap="square" lIns="0" tIns="0" rIns="0" bIns="0" rtlCol="0" anchor="t">
            <a:noAutofit/>
          </a:bodyPr>
          <a:p>
            <a:pPr algn="l">
              <a:lnSpc>
                <a:spcPct val="117000"/>
              </a:lnSpc>
            </a:pPr>
            <a:r>
              <a:rPr sz="1500" b="1">
                <a:solidFill>
                  <a:srgbClr val="2D5B99"/>
                </a:solidFill>
                <a:latin typeface="黑体" panose="02010609060101010101" charset="-122"/>
                <a:ea typeface="黑体" panose="02010609060101010101" charset="-122"/>
              </a:rPr>
              <a:t>非功能性需求</a:t>
            </a:r>
            <a:endParaRPr sz="1500" b="1">
              <a:solidFill>
                <a:srgbClr val="2D5B99"/>
              </a:solidFill>
              <a:latin typeface="黑体" panose="02010609060101010101" charset="-122"/>
              <a:ea typeface="黑体" panose="02010609060101010101" charset="-122"/>
            </a:endParaRPr>
          </a:p>
        </p:txBody>
      </p:sp>
      <p:pic>
        <p:nvPicPr>
          <p:cNvPr id="49" name="图片 48"/>
          <p:cNvPicPr>
            <a:picLocks noChangeAspect="1"/>
          </p:cNvPicPr>
          <p:nvPr>
            <p:custDataLst>
              <p:tags r:id="rId38"/>
            </p:custDataLst>
          </p:nvPr>
        </p:nvPicPr>
        <p:blipFill>
          <a:blip r:embed="rId39">
            <a:extLst>
              <a:ext uri="{96DAC541-7B7A-43D3-8B79-37D633B846F1}">
                <asvg:svgBlip xmlns:asvg="http://schemas.microsoft.com/office/drawing/2016/SVG/main" r:embed="rId40"/>
              </a:ext>
            </a:extLst>
          </a:blip>
          <a:srcRect l="-3846" t="-2308" r="-3846" b="-2308"/>
          <a:stretch>
            <a:fillRect/>
          </a:stretch>
        </p:blipFill>
        <p:spPr>
          <a:xfrm>
            <a:off x="6543675" y="1409700"/>
            <a:ext cx="133350" cy="129540"/>
          </a:xfrm>
          <a:prstGeom prst="rect">
            <a:avLst/>
          </a:prstGeom>
        </p:spPr>
      </p:pic>
      <p:sp>
        <p:nvSpPr>
          <p:cNvPr id="50" name="文本框 49"/>
          <p:cNvSpPr txBox="1"/>
          <p:nvPr>
            <p:custDataLst>
              <p:tags r:id="rId41"/>
            </p:custDataLst>
          </p:nvPr>
        </p:nvSpPr>
        <p:spPr>
          <a:xfrm>
            <a:off x="6772275" y="1377315"/>
            <a:ext cx="4762500"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性能要求</a:t>
            </a:r>
            <a:endParaRPr sz="1200" b="1">
              <a:solidFill>
                <a:srgbClr val="1E293B"/>
              </a:solidFill>
              <a:latin typeface="黑体" panose="02010609060101010101" charset="-122"/>
              <a:ea typeface="黑体" panose="02010609060101010101" charset="-122"/>
            </a:endParaRPr>
          </a:p>
        </p:txBody>
      </p:sp>
      <p:sp>
        <p:nvSpPr>
          <p:cNvPr id="54" name="文本框 53"/>
          <p:cNvSpPr txBox="1"/>
          <p:nvPr>
            <p:custDataLst>
              <p:tags r:id="rId42"/>
            </p:custDataLst>
          </p:nvPr>
        </p:nvSpPr>
        <p:spPr>
          <a:xfrm>
            <a:off x="6705600" y="1755458"/>
            <a:ext cx="1423035" cy="422910"/>
          </a:xfrm>
          <a:prstGeom prst="rect">
            <a:avLst/>
          </a:prstGeom>
          <a:noFill/>
        </p:spPr>
        <p:txBody>
          <a:bodyPr wrap="square" lIns="0" tIns="0" rIns="0" bIns="0" rtlCol="0" anchor="t">
            <a:noAutofit/>
          </a:bodyPr>
          <a:p>
            <a:pPr algn="l">
              <a:lnSpc>
                <a:spcPct val="142000"/>
              </a:lnSpc>
              <a:spcAft>
                <a:spcPts val="240"/>
              </a:spcAft>
            </a:pPr>
            <a:r>
              <a:rPr sz="1050">
                <a:solidFill>
                  <a:srgbClr val="1E293B"/>
                </a:solidFill>
                <a:latin typeface="宋体" panose="02010600030101010101" pitchFamily="2" charset="-122"/>
                <a:ea typeface="宋体" panose="02010600030101010101" pitchFamily="2" charset="-122"/>
              </a:rPr>
              <a:t>核心接口响应</a:t>
            </a:r>
            <a:r>
              <a:rPr sz="1050" b="1">
                <a:solidFill>
                  <a:srgbClr val="2D5B99"/>
                </a:solidFill>
                <a:latin typeface="宋体" panose="02010600030101010101" pitchFamily="2" charset="-122"/>
                <a:ea typeface="宋体" panose="02010600030101010101" pitchFamily="2" charset="-122"/>
              </a:rPr>
              <a:t>&lt; 150ms</a:t>
            </a:r>
            <a:endParaRPr sz="1050" b="1">
              <a:solidFill>
                <a:srgbClr val="2D5B99"/>
              </a:solidFill>
              <a:latin typeface="宋体" panose="02010600030101010101" pitchFamily="2" charset="-122"/>
              <a:ea typeface="宋体" panose="02010600030101010101" pitchFamily="2" charset="-122"/>
            </a:endParaRPr>
          </a:p>
          <a:p>
            <a:pPr algn="l">
              <a:lnSpc>
                <a:spcPct val="142000"/>
              </a:lnSpc>
            </a:pPr>
            <a:r>
              <a:rPr sz="1050">
                <a:solidFill>
                  <a:srgbClr val="1E293B"/>
                </a:solidFill>
                <a:latin typeface="宋体" panose="02010600030101010101" pitchFamily="2" charset="-122"/>
                <a:ea typeface="宋体" panose="02010600030101010101" pitchFamily="2" charset="-122"/>
              </a:rPr>
              <a:t>单节点支持</a:t>
            </a:r>
            <a:r>
              <a:rPr sz="1050" b="1">
                <a:solidFill>
                  <a:srgbClr val="2D5B99"/>
                </a:solidFill>
                <a:latin typeface="宋体" panose="02010600030101010101" pitchFamily="2" charset="-122"/>
                <a:ea typeface="宋体" panose="02010600030101010101" pitchFamily="2" charset="-122"/>
              </a:rPr>
              <a:t>1000 QPS</a:t>
            </a:r>
            <a:endParaRPr sz="1050" b="1">
              <a:solidFill>
                <a:srgbClr val="2D5B99"/>
              </a:solidFill>
              <a:latin typeface="宋体" panose="02010600030101010101" pitchFamily="2" charset="-122"/>
              <a:ea typeface="宋体" panose="02010600030101010101" pitchFamily="2" charset="-122"/>
            </a:endParaRPr>
          </a:p>
        </p:txBody>
      </p:sp>
      <p:pic>
        <p:nvPicPr>
          <p:cNvPr id="55" name="图片 54"/>
          <p:cNvPicPr>
            <a:picLocks noChangeAspect="1"/>
          </p:cNvPicPr>
          <p:nvPr>
            <p:custDataLst>
              <p:tags r:id="rId43"/>
            </p:custDataLst>
          </p:nvPr>
        </p:nvPicPr>
        <p:blipFill>
          <a:blip r:embed="rId44">
            <a:extLst>
              <a:ext uri="{96DAC541-7B7A-43D3-8B79-37D633B846F1}">
                <asvg:svgBlip xmlns:asvg="http://schemas.microsoft.com/office/drawing/2016/SVG/main" r:embed="rId45"/>
              </a:ext>
            </a:extLst>
          </a:blip>
          <a:srcRect l="-8333" t="-2308" r="-8333" b="-2308"/>
          <a:stretch>
            <a:fillRect/>
          </a:stretch>
        </p:blipFill>
        <p:spPr>
          <a:xfrm>
            <a:off x="6543675" y="2491740"/>
            <a:ext cx="133350" cy="129540"/>
          </a:xfrm>
          <a:prstGeom prst="rect">
            <a:avLst/>
          </a:prstGeom>
        </p:spPr>
      </p:pic>
      <p:sp>
        <p:nvSpPr>
          <p:cNvPr id="56" name="文本框 55"/>
          <p:cNvSpPr txBox="1"/>
          <p:nvPr>
            <p:custDataLst>
              <p:tags r:id="rId46"/>
            </p:custDataLst>
          </p:nvPr>
        </p:nvSpPr>
        <p:spPr>
          <a:xfrm>
            <a:off x="6772275" y="2459355"/>
            <a:ext cx="4762500"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安全保障</a:t>
            </a:r>
            <a:endParaRPr sz="1200" b="1">
              <a:solidFill>
                <a:srgbClr val="1E293B"/>
              </a:solidFill>
              <a:latin typeface="黑体" panose="02010609060101010101" charset="-122"/>
              <a:ea typeface="黑体" panose="02010609060101010101" charset="-122"/>
            </a:endParaRPr>
          </a:p>
        </p:txBody>
      </p:sp>
      <p:sp>
        <p:nvSpPr>
          <p:cNvPr id="60" name="文本框 59"/>
          <p:cNvSpPr txBox="1"/>
          <p:nvPr>
            <p:custDataLst>
              <p:tags r:id="rId47"/>
            </p:custDataLst>
          </p:nvPr>
        </p:nvSpPr>
        <p:spPr>
          <a:xfrm>
            <a:off x="6705600" y="2837498"/>
            <a:ext cx="1712595" cy="422910"/>
          </a:xfrm>
          <a:prstGeom prst="rect">
            <a:avLst/>
          </a:prstGeom>
          <a:noFill/>
        </p:spPr>
        <p:txBody>
          <a:bodyPr wrap="square" lIns="0" tIns="0" rIns="0" bIns="0" rtlCol="0" anchor="t">
            <a:noAutofit/>
          </a:bodyPr>
          <a:p>
            <a:pPr algn="l">
              <a:lnSpc>
                <a:spcPct val="142000"/>
              </a:lnSpc>
              <a:spcAft>
                <a:spcPts val="240"/>
              </a:spcAft>
            </a:pPr>
            <a:r>
              <a:rPr sz="1050">
                <a:solidFill>
                  <a:srgbClr val="1E293B"/>
                </a:solidFill>
                <a:latin typeface="宋体" panose="02010600030101010101" pitchFamily="2" charset="-122"/>
                <a:ea typeface="宋体" panose="02010600030101010101" pitchFamily="2" charset="-122"/>
              </a:rPr>
              <a:t>未成年人敏感数据</a:t>
            </a:r>
            <a:r>
              <a:rPr sz="1050" b="1">
                <a:solidFill>
                  <a:srgbClr val="2D5B99"/>
                </a:solidFill>
                <a:latin typeface="宋体" panose="02010600030101010101" pitchFamily="2" charset="-122"/>
                <a:ea typeface="宋体" panose="02010600030101010101" pitchFamily="2" charset="-122"/>
              </a:rPr>
              <a:t>加密存储</a:t>
            </a:r>
            <a:endParaRPr sz="1050" b="1">
              <a:solidFill>
                <a:srgbClr val="2D5B99"/>
              </a:solidFill>
              <a:latin typeface="宋体" panose="02010600030101010101" pitchFamily="2" charset="-122"/>
              <a:ea typeface="宋体" panose="02010600030101010101" pitchFamily="2" charset="-122"/>
            </a:endParaRPr>
          </a:p>
          <a:p>
            <a:pPr algn="l">
              <a:lnSpc>
                <a:spcPct val="142000"/>
              </a:lnSpc>
            </a:pPr>
            <a:r>
              <a:rPr sz="1050">
                <a:solidFill>
                  <a:srgbClr val="1E293B"/>
                </a:solidFill>
                <a:latin typeface="宋体" panose="02010600030101010101" pitchFamily="2" charset="-122"/>
                <a:ea typeface="宋体" panose="02010600030101010101" pitchFamily="2" charset="-122"/>
              </a:rPr>
              <a:t>角色权限</a:t>
            </a:r>
            <a:r>
              <a:rPr sz="1050" b="1">
                <a:solidFill>
                  <a:srgbClr val="2D5B99"/>
                </a:solidFill>
                <a:latin typeface="宋体" panose="02010600030101010101" pitchFamily="2" charset="-122"/>
                <a:ea typeface="宋体" panose="02010600030101010101" pitchFamily="2" charset="-122"/>
              </a:rPr>
              <a:t>严格隔离</a:t>
            </a:r>
            <a:endParaRPr sz="1050" b="1">
              <a:solidFill>
                <a:srgbClr val="2D5B99"/>
              </a:solidFill>
              <a:latin typeface="宋体" panose="02010600030101010101" pitchFamily="2" charset="-122"/>
              <a:ea typeface="宋体" panose="02010600030101010101" pitchFamily="2" charset="-122"/>
            </a:endParaRPr>
          </a:p>
        </p:txBody>
      </p:sp>
      <p:pic>
        <p:nvPicPr>
          <p:cNvPr id="61" name="图片 60"/>
          <p:cNvPicPr>
            <a:picLocks noChangeAspect="1"/>
          </p:cNvPicPr>
          <p:nvPr>
            <p:custDataLst>
              <p:tags r:id="rId48"/>
            </p:custDataLst>
          </p:nvPr>
        </p:nvPicPr>
        <p:blipFill>
          <a:blip r:embed="rId49">
            <a:extLst>
              <a:ext uri="{96DAC541-7B7A-43D3-8B79-37D633B846F1}">
                <asvg:svgBlip xmlns:asvg="http://schemas.microsoft.com/office/drawing/2016/SVG/main" r:embed="rId50"/>
              </a:ext>
            </a:extLst>
          </a:blip>
          <a:srcRect l="-3846" t="-2308" r="-3846" b="-2308"/>
          <a:stretch>
            <a:fillRect/>
          </a:stretch>
        </p:blipFill>
        <p:spPr>
          <a:xfrm>
            <a:off x="6543675" y="3573780"/>
            <a:ext cx="133350" cy="129540"/>
          </a:xfrm>
          <a:prstGeom prst="rect">
            <a:avLst/>
          </a:prstGeom>
        </p:spPr>
      </p:pic>
      <p:sp>
        <p:nvSpPr>
          <p:cNvPr id="62" name="文本框 61"/>
          <p:cNvSpPr txBox="1"/>
          <p:nvPr>
            <p:custDataLst>
              <p:tags r:id="rId51"/>
            </p:custDataLst>
          </p:nvPr>
        </p:nvSpPr>
        <p:spPr>
          <a:xfrm>
            <a:off x="6772275" y="3541395"/>
            <a:ext cx="4762500" cy="198120"/>
          </a:xfrm>
          <a:prstGeom prst="rect">
            <a:avLst/>
          </a:prstGeom>
          <a:noFill/>
        </p:spPr>
        <p:txBody>
          <a:bodyPr wrap="square" lIns="0" tIns="0" rIns="0" bIns="0" rtlCol="0" anchor="ctr">
            <a:noAutofit/>
          </a:bodyPr>
          <a:p>
            <a:pPr algn="l">
              <a:lnSpc>
                <a:spcPct val="125000"/>
              </a:lnSpc>
            </a:pPr>
            <a:r>
              <a:rPr sz="1200" b="1">
                <a:solidFill>
                  <a:srgbClr val="1E293B"/>
                </a:solidFill>
                <a:latin typeface="黑体" panose="02010609060101010101" charset="-122"/>
                <a:ea typeface="黑体" panose="02010609060101010101" charset="-122"/>
              </a:rPr>
              <a:t>可用性保障</a:t>
            </a:r>
            <a:endParaRPr sz="1200" b="1">
              <a:solidFill>
                <a:srgbClr val="1E293B"/>
              </a:solidFill>
              <a:latin typeface="黑体" panose="02010609060101010101" charset="-122"/>
              <a:ea typeface="黑体" panose="02010609060101010101" charset="-122"/>
            </a:endParaRPr>
          </a:p>
        </p:txBody>
      </p:sp>
      <p:sp>
        <p:nvSpPr>
          <p:cNvPr id="66" name="文本框 65"/>
          <p:cNvSpPr txBox="1"/>
          <p:nvPr>
            <p:custDataLst>
              <p:tags r:id="rId52"/>
            </p:custDataLst>
          </p:nvPr>
        </p:nvSpPr>
        <p:spPr>
          <a:xfrm>
            <a:off x="6705600" y="3919538"/>
            <a:ext cx="4695825" cy="422910"/>
          </a:xfrm>
          <a:prstGeom prst="rect">
            <a:avLst/>
          </a:prstGeom>
          <a:noFill/>
        </p:spPr>
        <p:txBody>
          <a:bodyPr wrap="square" lIns="0" tIns="0" rIns="0" bIns="0" rtlCol="0" anchor="t">
            <a:noAutofit/>
          </a:bodyPr>
          <a:p>
            <a:pPr algn="l">
              <a:lnSpc>
                <a:spcPct val="142000"/>
              </a:lnSpc>
              <a:spcAft>
                <a:spcPts val="240"/>
              </a:spcAft>
            </a:pPr>
            <a:r>
              <a:rPr sz="1050">
                <a:solidFill>
                  <a:srgbClr val="1E293B"/>
                </a:solidFill>
                <a:latin typeface="宋体" panose="02010600030101010101" pitchFamily="2" charset="-122"/>
                <a:ea typeface="宋体" panose="02010600030101010101" pitchFamily="2" charset="-122"/>
              </a:rPr>
              <a:t>支持</a:t>
            </a:r>
            <a:r>
              <a:rPr sz="1050" b="1">
                <a:solidFill>
                  <a:srgbClr val="2D5B99"/>
                </a:solidFill>
                <a:latin typeface="宋体" panose="02010600030101010101" pitchFamily="2" charset="-122"/>
                <a:ea typeface="宋体" panose="02010600030101010101" pitchFamily="2" charset="-122"/>
              </a:rPr>
              <a:t>离线计时</a:t>
            </a:r>
            <a:r>
              <a:rPr sz="1050">
                <a:solidFill>
                  <a:srgbClr val="1E293B"/>
                </a:solidFill>
                <a:latin typeface="宋体" panose="02010600030101010101" pitchFamily="2" charset="-122"/>
                <a:ea typeface="宋体" panose="02010600030101010101" pitchFamily="2" charset="-122"/>
              </a:rPr>
              <a:t>功能</a:t>
            </a:r>
            <a:endParaRPr sz="1050">
              <a:solidFill>
                <a:srgbClr val="1E293B"/>
              </a:solidFill>
              <a:latin typeface="宋体" panose="02010600030101010101" pitchFamily="2" charset="-122"/>
              <a:ea typeface="宋体" panose="02010600030101010101" pitchFamily="2" charset="-122"/>
            </a:endParaRPr>
          </a:p>
          <a:p>
            <a:pPr algn="l">
              <a:lnSpc>
                <a:spcPct val="142000"/>
              </a:lnSpc>
            </a:pPr>
            <a:r>
              <a:rPr sz="1050">
                <a:solidFill>
                  <a:srgbClr val="1E293B"/>
                </a:solidFill>
                <a:latin typeface="宋体" panose="02010600030101010101" pitchFamily="2" charset="-122"/>
                <a:ea typeface="宋体" panose="02010600030101010101" pitchFamily="2" charset="-122"/>
              </a:rPr>
              <a:t>弱网环境不影响核心功能使用</a:t>
            </a:r>
            <a:endParaRPr sz="1050">
              <a:solidFill>
                <a:srgbClr val="1E293B"/>
              </a:solidFill>
              <a:latin typeface="宋体" panose="02010600030101010101" pitchFamily="2" charset="-122"/>
              <a:ea typeface="宋体" panose="02010600030101010101" pitchFamily="2" charset="-122"/>
            </a:endParaRPr>
          </a:p>
        </p:txBody>
      </p:sp>
      <p:sp>
        <p:nvSpPr>
          <p:cNvPr id="69" name="文本框 68"/>
          <p:cNvSpPr txBox="1"/>
          <p:nvPr>
            <p:custDataLst>
              <p:tags r:id="rId53"/>
            </p:custDataLst>
          </p:nvPr>
        </p:nvSpPr>
        <p:spPr>
          <a:xfrm>
            <a:off x="542925" y="4782503"/>
            <a:ext cx="1110615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70" name="文本框 69"/>
          <p:cNvSpPr txBox="1"/>
          <p:nvPr>
            <p:custDataLst>
              <p:tags r:id="rId54"/>
            </p:custDataLst>
          </p:nvPr>
        </p:nvSpPr>
        <p:spPr>
          <a:xfrm>
            <a:off x="542925" y="5059680"/>
            <a:ext cx="11106150" cy="103632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明确了目标之后，我们来做系统的需求分析，分为功能需求和非功能性需求两部分。功能需求方面，我们针对三个不同的角色做了不同的设计：儿童端要尽可能简单，只有任务展示、专注计时和代币激励这几个核心功能，降低认知负担；家长端主要是用来创建任务、查看孩子的数据，还有接收</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AI</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给出的指导建议；管理后台是给运营或者老师用的，用来管理用户、配置资源还有监控大模型的调用情况。非功能性需求这块，我们主要考虑了三点：第一是性能，核心接口响应要小于</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150</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毫秒，单节点支持</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1000QPS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保证使用的时候不会卡顿；第二是安全，因为涉及到未成年人的敏感数据，所以必须加密存储，而且不同角色的权限要严格隔离；第三是可用性，因为孩子可能在没有网络的环境下使用，所以我们支持离线计时，弱网也不影响核心功能。</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71" name="文本框 70"/>
          <p:cNvSpPr txBox="1"/>
          <p:nvPr>
            <p:custDataLst>
              <p:tags r:id="rId55"/>
            </p:custDataLst>
          </p:nvPr>
        </p:nvSpPr>
        <p:spPr>
          <a:xfrm>
            <a:off x="542925" y="6183630"/>
            <a:ext cx="11106150" cy="39624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讲功能需求的时候，可以稍微提一下为什么每个端这么设计，比如儿童端做的简单是为了适配</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孩子的注意力特点，体现你是针对用户需求做的设计；</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非功能性需求这里可以体现你考虑问题的全面性，不是只做了功能，还考虑了性能、安全这些实际上线需要的点。</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17" name="文本框 16"/>
          <p:cNvSpPr txBox="1"/>
          <p:nvPr>
            <p:custDataLst>
              <p:tags r:id="rId56"/>
            </p:custDataLst>
          </p:nvPr>
        </p:nvSpPr>
        <p:spPr>
          <a:xfrm>
            <a:off x="933450" y="1679258"/>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极简任务展示</a:t>
            </a:r>
            <a:endParaRPr sz="1050">
              <a:solidFill>
                <a:srgbClr val="1E293B"/>
              </a:solidFill>
              <a:latin typeface="宋体" panose="02010600030101010101" pitchFamily="2" charset="-122"/>
              <a:ea typeface="宋体" panose="02010600030101010101" pitchFamily="2" charset="-122"/>
            </a:endParaRPr>
          </a:p>
        </p:txBody>
      </p:sp>
      <p:sp>
        <p:nvSpPr>
          <p:cNvPr id="16" name="任意多边形 15"/>
          <p:cNvSpPr/>
          <p:nvPr>
            <p:custDataLst>
              <p:tags r:id="rId57"/>
            </p:custDataLst>
          </p:nvPr>
        </p:nvSpPr>
        <p:spPr>
          <a:xfrm>
            <a:off x="781050" y="174307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custDataLst>
              <p:tags r:id="rId58"/>
            </p:custDataLst>
          </p:nvPr>
        </p:nvSpPr>
        <p:spPr>
          <a:xfrm>
            <a:off x="933450" y="1944052"/>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专注计时功能</a:t>
            </a:r>
            <a:endParaRPr sz="1050">
              <a:solidFill>
                <a:srgbClr val="1E293B"/>
              </a:solidFill>
              <a:latin typeface="宋体" panose="02010600030101010101" pitchFamily="2" charset="-122"/>
              <a:ea typeface="宋体" panose="02010600030101010101" pitchFamily="2" charset="-122"/>
            </a:endParaRPr>
          </a:p>
        </p:txBody>
      </p:sp>
      <p:sp>
        <p:nvSpPr>
          <p:cNvPr id="18" name="任意多边形 17"/>
          <p:cNvSpPr/>
          <p:nvPr>
            <p:custDataLst>
              <p:tags r:id="rId59"/>
            </p:custDataLst>
          </p:nvPr>
        </p:nvSpPr>
        <p:spPr>
          <a:xfrm>
            <a:off x="781050" y="2007870"/>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custDataLst>
              <p:tags r:id="rId60"/>
            </p:custDataLst>
          </p:nvPr>
        </p:nvSpPr>
        <p:spPr>
          <a:xfrm>
            <a:off x="933450" y="2208848"/>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代币激励机制</a:t>
            </a:r>
            <a:endParaRPr sz="1050">
              <a:solidFill>
                <a:srgbClr val="1E293B"/>
              </a:solidFill>
              <a:latin typeface="宋体" panose="02010600030101010101" pitchFamily="2" charset="-122"/>
              <a:ea typeface="宋体" panose="02010600030101010101" pitchFamily="2" charset="-122"/>
            </a:endParaRPr>
          </a:p>
        </p:txBody>
      </p:sp>
      <p:sp>
        <p:nvSpPr>
          <p:cNvPr id="20" name="任意多边形 19"/>
          <p:cNvSpPr/>
          <p:nvPr>
            <p:custDataLst>
              <p:tags r:id="rId61"/>
            </p:custDataLst>
          </p:nvPr>
        </p:nvSpPr>
        <p:spPr>
          <a:xfrm>
            <a:off x="781050" y="227266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62"/>
            </p:custDataLst>
          </p:nvPr>
        </p:nvSpPr>
        <p:spPr>
          <a:xfrm>
            <a:off x="933450" y="2892742"/>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任务创建与管理</a:t>
            </a:r>
            <a:endParaRPr sz="1050">
              <a:solidFill>
                <a:srgbClr val="1E293B"/>
              </a:solidFill>
              <a:latin typeface="宋体" panose="02010600030101010101" pitchFamily="2" charset="-122"/>
              <a:ea typeface="宋体" panose="02010600030101010101" pitchFamily="2" charset="-122"/>
            </a:endParaRPr>
          </a:p>
        </p:txBody>
      </p:sp>
      <p:sp>
        <p:nvSpPr>
          <p:cNvPr id="24" name="任意多边形 23"/>
          <p:cNvSpPr/>
          <p:nvPr>
            <p:custDataLst>
              <p:tags r:id="rId63"/>
            </p:custDataLst>
          </p:nvPr>
        </p:nvSpPr>
        <p:spPr>
          <a:xfrm>
            <a:off x="781050" y="2956560"/>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custDataLst>
              <p:tags r:id="rId64"/>
            </p:custDataLst>
          </p:nvPr>
        </p:nvSpPr>
        <p:spPr>
          <a:xfrm>
            <a:off x="933450" y="3157538"/>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数据看板展示</a:t>
            </a:r>
            <a:endParaRPr sz="1050">
              <a:solidFill>
                <a:srgbClr val="1E293B"/>
              </a:solidFill>
              <a:latin typeface="宋体" panose="02010600030101010101" pitchFamily="2" charset="-122"/>
              <a:ea typeface="宋体" panose="02010600030101010101" pitchFamily="2" charset="-122"/>
            </a:endParaRPr>
          </a:p>
        </p:txBody>
      </p:sp>
      <p:sp>
        <p:nvSpPr>
          <p:cNvPr id="26" name="任意多边形 25"/>
          <p:cNvSpPr/>
          <p:nvPr>
            <p:custDataLst>
              <p:tags r:id="rId65"/>
            </p:custDataLst>
          </p:nvPr>
        </p:nvSpPr>
        <p:spPr>
          <a:xfrm>
            <a:off x="781050" y="322135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custDataLst>
              <p:tags r:id="rId66"/>
            </p:custDataLst>
          </p:nvPr>
        </p:nvSpPr>
        <p:spPr>
          <a:xfrm>
            <a:off x="933450" y="3422333"/>
            <a:ext cx="4743450" cy="196215"/>
          </a:xfrm>
          <a:prstGeom prst="rect">
            <a:avLst/>
          </a:prstGeom>
          <a:noFill/>
        </p:spPr>
        <p:txBody>
          <a:bodyPr wrap="square" lIns="0" tIns="0" rIns="0" bIns="0" rtlCol="0" anchor="t">
            <a:noAutofit/>
          </a:bodyPr>
          <a:p>
            <a:pPr algn="l">
              <a:lnSpc>
                <a:spcPct val="142000"/>
              </a:lnSpc>
            </a:pPr>
            <a:r>
              <a:rPr lang="en-US" sz="1050">
                <a:solidFill>
                  <a:srgbClr val="1E293B"/>
                </a:solidFill>
                <a:latin typeface="宋体" panose="02010600030101010101" pitchFamily="2" charset="-122"/>
                <a:ea typeface="宋体" panose="02010600030101010101" pitchFamily="2" charset="-122"/>
                <a:cs typeface="宋体" panose="02010600030101010101" pitchFamily="2" charset="-122"/>
              </a:rPr>
              <a:t>AI</a:t>
            </a:r>
            <a:r>
              <a:rPr lang="zh-CN" sz="1050">
                <a:solidFill>
                  <a:srgbClr val="1E293B"/>
                </a:solidFill>
                <a:latin typeface="宋体" panose="02010600030101010101" pitchFamily="2" charset="-122"/>
                <a:ea typeface="宋体" panose="02010600030101010101" pitchFamily="2" charset="-122"/>
                <a:cs typeface="宋体" panose="02010600030101010101" pitchFamily="2" charset="-122"/>
              </a:rPr>
              <a:t>指导建议推送</a:t>
            </a:r>
            <a:endParaRPr lang="zh-CN" sz="1050">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28" name="任意多边形 27"/>
          <p:cNvSpPr/>
          <p:nvPr>
            <p:custDataLst>
              <p:tags r:id="rId67"/>
            </p:custDataLst>
          </p:nvPr>
        </p:nvSpPr>
        <p:spPr>
          <a:xfrm>
            <a:off x="781050" y="3486150"/>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custDataLst>
              <p:tags r:id="rId68"/>
            </p:custDataLst>
          </p:nvPr>
        </p:nvSpPr>
        <p:spPr>
          <a:xfrm>
            <a:off x="933450" y="4106228"/>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用户管理功能</a:t>
            </a:r>
            <a:endParaRPr sz="1050">
              <a:solidFill>
                <a:srgbClr val="1E293B"/>
              </a:solidFill>
              <a:latin typeface="宋体" panose="02010600030101010101" pitchFamily="2" charset="-122"/>
              <a:ea typeface="宋体" panose="02010600030101010101" pitchFamily="2" charset="-122"/>
            </a:endParaRPr>
          </a:p>
        </p:txBody>
      </p:sp>
      <p:sp>
        <p:nvSpPr>
          <p:cNvPr id="32" name="任意多边形 31"/>
          <p:cNvSpPr/>
          <p:nvPr>
            <p:custDataLst>
              <p:tags r:id="rId69"/>
            </p:custDataLst>
          </p:nvPr>
        </p:nvSpPr>
        <p:spPr>
          <a:xfrm>
            <a:off x="781050" y="417004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70"/>
            </p:custDataLst>
          </p:nvPr>
        </p:nvSpPr>
        <p:spPr>
          <a:xfrm>
            <a:off x="933450" y="4371022"/>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资源配置管理</a:t>
            </a:r>
            <a:endParaRPr sz="1050">
              <a:solidFill>
                <a:srgbClr val="1E293B"/>
              </a:solidFill>
              <a:latin typeface="宋体" panose="02010600030101010101" pitchFamily="2" charset="-122"/>
              <a:ea typeface="宋体" panose="02010600030101010101" pitchFamily="2" charset="-122"/>
            </a:endParaRPr>
          </a:p>
        </p:txBody>
      </p:sp>
      <p:sp>
        <p:nvSpPr>
          <p:cNvPr id="34" name="任意多边形 33"/>
          <p:cNvSpPr/>
          <p:nvPr>
            <p:custDataLst>
              <p:tags r:id="rId71"/>
            </p:custDataLst>
          </p:nvPr>
        </p:nvSpPr>
        <p:spPr>
          <a:xfrm>
            <a:off x="783476" y="4434840"/>
            <a:ext cx="42774" cy="1333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w="67" h="21">
                <a:moveTo>
                  <a:pt x="34" y="0"/>
                </a:moveTo>
                <a:cubicBezTo>
                  <a:pt x="49" y="-2"/>
                  <a:pt x="64" y="13"/>
                  <a:pt x="67" y="21"/>
                </a:cubicBezTo>
                <a:lnTo>
                  <a:pt x="0" y="21"/>
                </a:lnTo>
                <a:cubicBezTo>
                  <a:pt x="4" y="10"/>
                  <a:pt x="22" y="-1"/>
                  <a:pt x="34" y="0"/>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7" name="文本框 36"/>
          <p:cNvSpPr txBox="1"/>
          <p:nvPr>
            <p:custDataLst>
              <p:tags r:id="rId72"/>
            </p:custDataLst>
          </p:nvPr>
        </p:nvSpPr>
        <p:spPr>
          <a:xfrm>
            <a:off x="933450" y="4635817"/>
            <a:ext cx="4743450" cy="196215"/>
          </a:xfrm>
          <a:prstGeom prst="rect">
            <a:avLst/>
          </a:prstGeom>
          <a:noFill/>
        </p:spPr>
        <p:txBody>
          <a:bodyPr wrap="square" lIns="0" tIns="0" rIns="0" bIns="0" rtlCol="0" anchor="t">
            <a:noAutofit/>
          </a:bodyPr>
          <a:p>
            <a:pPr algn="l">
              <a:lnSpc>
                <a:spcPct val="142000"/>
              </a:lnSpc>
            </a:pPr>
            <a:r>
              <a:rPr sz="1050">
                <a:solidFill>
                  <a:srgbClr val="1E293B"/>
                </a:solidFill>
                <a:latin typeface="宋体" panose="02010600030101010101" pitchFamily="2" charset="-122"/>
                <a:ea typeface="宋体" panose="02010600030101010101" pitchFamily="2" charset="-122"/>
              </a:rPr>
              <a:t>大模型监控</a:t>
            </a:r>
            <a:endParaRPr sz="1050">
              <a:solidFill>
                <a:srgbClr val="1E293B"/>
              </a:solidFill>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4" name="矩形 3"/>
          <p:cNvSpPr/>
          <p:nvPr>
            <p:custDataLst>
              <p:tags r:id="rId1"/>
            </p:custDataLst>
          </p:nvPr>
        </p:nvSpPr>
        <p:spPr>
          <a:xfrm>
            <a:off x="457200" y="933450"/>
            <a:ext cx="457200" cy="381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2"/>
            </p:custDataLst>
          </p:nvPr>
        </p:nvSpPr>
        <p:spPr>
          <a:xfrm>
            <a:off x="457200" y="440055"/>
            <a:ext cx="11277600" cy="346710"/>
          </a:xfrm>
          <a:prstGeom prst="rect">
            <a:avLst/>
          </a:prstGeom>
          <a:noFill/>
        </p:spPr>
        <p:txBody>
          <a:bodyPr wrap="square" lIns="0" tIns="0" rIns="0" bIns="0" rtlCol="0" anchor="t">
            <a:noAutofit/>
          </a:bodyPr>
          <a:p>
            <a:pPr algn="l">
              <a:lnSpc>
                <a:spcPct val="125000"/>
              </a:lnSpc>
            </a:pPr>
            <a:r>
              <a:rPr sz="2100" b="1">
                <a:solidFill>
                  <a:srgbClr val="1E293B"/>
                </a:solidFill>
                <a:latin typeface="黑体" panose="02010609060101010101" charset="-122"/>
                <a:ea typeface="黑体" panose="02010609060101010101" charset="-122"/>
              </a:rPr>
              <a:t>技术选型方案</a:t>
            </a:r>
            <a:endParaRPr sz="2100" b="1">
              <a:solidFill>
                <a:srgbClr val="1E293B"/>
              </a:solidFill>
              <a:latin typeface="黑体" panose="02010609060101010101" charset="-122"/>
              <a:ea typeface="黑体" panose="02010609060101010101" charset="-122"/>
            </a:endParaRPr>
          </a:p>
        </p:txBody>
      </p:sp>
      <p:grpSp>
        <p:nvGrpSpPr>
          <p:cNvPr id="70" name="组合 69"/>
          <p:cNvGrpSpPr/>
          <p:nvPr/>
        </p:nvGrpSpPr>
        <p:grpSpPr>
          <a:xfrm>
            <a:off x="457200" y="1314450"/>
            <a:ext cx="3606165" cy="2609850"/>
            <a:chOff x="720" y="2070"/>
            <a:chExt cx="5679" cy="4110"/>
          </a:xfrm>
          <a:effectLst>
            <a:outerShdw blurRad="42863" dist="9525" dir="5399999" algn="ctr" rotWithShape="0">
              <a:srgbClr val="000000">
                <a:alpha val="5098"/>
              </a:srgbClr>
            </a:outerShdw>
          </a:effectLst>
        </p:grpSpPr>
        <p:sp>
          <p:nvSpPr>
            <p:cNvPr id="5" name="任意多边形 4"/>
            <p:cNvSpPr/>
            <p:nvPr>
              <p:custDataLst>
                <p:tags r:id="rId3"/>
              </p:custDataLst>
            </p:nvPr>
          </p:nvSpPr>
          <p:spPr>
            <a:xfrm>
              <a:off x="720" y="2070"/>
              <a:ext cx="5679" cy="4110"/>
            </a:xfrm>
            <a:custGeom>
              <a:avLst/>
              <a:gdLst>
                <a:gd name="sw" fmla="*/ 1 w 5679"/>
                <a:gd name="sh" fmla="*/ 1 h 4110"/>
                <a:gd name="mins" fmla="min sw sh"/>
                <a:gd name="dsw" fmla="+- 0 sw mins"/>
                <a:gd name="dsh" fmla="+- 0 sh mins"/>
                <a:gd name="p0x0" fmla="*/ 60 w 5679"/>
                <a:gd name="p0y0" fmla="*/ 0 h 4110"/>
                <a:gd name="p0x1" fmla="*/ 5619 w 5679"/>
                <a:gd name="p0y1" fmla="*/ 0 h 4110"/>
                <a:gd name="p0x2" fmla="*/ 5653 w 5679"/>
                <a:gd name="p0y2" fmla="*/ 0 h 4110"/>
                <a:gd name="p0x3" fmla="*/ 5679 w 5679"/>
                <a:gd name="p0y3" fmla="*/ 26 h 4110"/>
                <a:gd name="p0x4" fmla="*/ 5679 w 5679"/>
                <a:gd name="p0y4" fmla="*/ 60 h 4110"/>
                <a:gd name="p0x5" fmla="*/ 5679 w 5679"/>
                <a:gd name="p0y5" fmla="*/ 4050 h 4110"/>
                <a:gd name="p0x6" fmla="*/ 5679 w 5679"/>
                <a:gd name="p0y6" fmla="*/ 4083 h 4110"/>
                <a:gd name="p0x7" fmla="*/ 5653 w 5679"/>
                <a:gd name="p0y7" fmla="*/ 4110 h 4110"/>
                <a:gd name="p0x8" fmla="*/ 5619 w 5679"/>
                <a:gd name="p0y8" fmla="*/ 4110 h 4110"/>
                <a:gd name="p0x9" fmla="*/ 60 w 5679"/>
                <a:gd name="p0y9" fmla="*/ 4110 h 4110"/>
                <a:gd name="p0x10" fmla="*/ 26 w 5679"/>
                <a:gd name="p0y10" fmla="*/ 4110 h 4110"/>
                <a:gd name="p0x11" fmla="*/ 0 w 5679"/>
                <a:gd name="p0y11" fmla="*/ 4083 h 4110"/>
                <a:gd name="p0x12" fmla="*/ 0 w 5679"/>
                <a:gd name="p0y12" fmla="*/ 4050 h 4110"/>
                <a:gd name="p0x13" fmla="*/ 0 w 5679"/>
                <a:gd name="p0y13" fmla="*/ 60 h 4110"/>
                <a:gd name="p0x14" fmla="*/ 0 w 5679"/>
                <a:gd name="p0y14" fmla="*/ 26 h 4110"/>
                <a:gd name="p0x15" fmla="*/ 26 w 5679"/>
                <a:gd name="p0y15" fmla="*/ 0 h 4110"/>
                <a:gd name="p0x16" fmla="*/ 60 w 5679"/>
                <a:gd name="p0y16" fmla="*/ 0 h 411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722" y="2070"/>
              <a:ext cx="5675" cy="60"/>
            </a:xfrm>
            <a:custGeom>
              <a:avLst/>
              <a:gdLst>
                <a:gd name="sw" fmla="*/ 1 w 5674"/>
                <a:gd name="sh" fmla="*/ 1 h 60"/>
                <a:gd name="mins" fmla="min sw sh"/>
                <a:gd name="dsw" fmla="+- 0 sw mins"/>
                <a:gd name="dsh" fmla="+- 0 sh mins"/>
                <a:gd name="p0x0" fmla="*/ 57 w 5674"/>
                <a:gd name="p0y0" fmla="*/ 0 h 60"/>
                <a:gd name="p0x1" fmla="*/ 5617 w 5674"/>
                <a:gd name="p0y1" fmla="*/ 0 h 60"/>
                <a:gd name="p0x2" fmla="*/ 5643 w 5674"/>
                <a:gd name="p0y2" fmla="*/ 0 h 60"/>
                <a:gd name="p0x3" fmla="*/ 5666 w 5674"/>
                <a:gd name="p0y3" fmla="*/ 17 h 60"/>
                <a:gd name="p0x4" fmla="*/ 5674 w 5674"/>
                <a:gd name="p0y4" fmla="*/ 41 h 60"/>
                <a:gd name="p0x5" fmla="*/ 5662 w 5674"/>
                <a:gd name="p0y5" fmla="*/ 60 h 60"/>
                <a:gd name="p0x6" fmla="*/ 57 w 5674"/>
                <a:gd name="p0y6" fmla="*/ 60 h 60"/>
                <a:gd name="p0x7" fmla="*/ 0 w 5674"/>
                <a:gd name="p0y7" fmla="*/ 41 h 60"/>
                <a:gd name="p0x8" fmla="*/ 0 w 5674"/>
                <a:gd name="p0y8" fmla="*/ 41 h 60"/>
                <a:gd name="p0x9" fmla="*/ 7 w 5674"/>
                <a:gd name="p0y9" fmla="*/ 17 h 60"/>
                <a:gd name="p0x10" fmla="*/ 30 w 5674"/>
                <a:gd name="p0y10" fmla="*/ 0 h 60"/>
                <a:gd name="p0x11" fmla="*/ 57 w 5674"/>
                <a:gd name="p0y11" fmla="*/ 0 h 60"/>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5"/>
              </p:custDataLst>
            </p:nvPr>
          </p:nvSpPr>
          <p:spPr>
            <a:xfrm>
              <a:off x="6371" y="2111"/>
              <a:ext cx="28" cy="4051"/>
            </a:xfrm>
            <a:custGeom>
              <a:avLst/>
              <a:gdLst>
                <a:gd name="sw" fmla="*/ 1 w 28"/>
                <a:gd name="sh" fmla="*/ 1 h 4050"/>
                <a:gd name="mins" fmla="min sw sh"/>
                <a:gd name="dsw" fmla="+- 0 sw mins"/>
                <a:gd name="dsh" fmla="+- 0 sh mins"/>
                <a:gd name="p0x0" fmla="*/ 28 w 28"/>
                <a:gd name="p0y0" fmla="*/ 18 h 4050"/>
                <a:gd name="p0x1" fmla="*/ 28 w 28"/>
                <a:gd name="p0y1" fmla="*/ 4008 h 4050"/>
                <a:gd name="p0x2" fmla="*/ 28 w 28"/>
                <a:gd name="p0y2" fmla="*/ 4025 h 4050"/>
                <a:gd name="p0x3" fmla="*/ 21 w 28"/>
                <a:gd name="p0y3" fmla="*/ 4040 h 4050"/>
                <a:gd name="p0x4" fmla="*/ 10 w 28"/>
                <a:gd name="p0y4" fmla="*/ 4050 h 4050"/>
                <a:gd name="p0x5" fmla="*/ 0 w 28"/>
                <a:gd name="p0y5" fmla="*/ 4040 h 4050"/>
                <a:gd name="p0x6" fmla="*/ 8 w 28"/>
                <a:gd name="p0y6" fmla="*/ 4032 h 4050"/>
                <a:gd name="p0x7" fmla="*/ 13 w 28"/>
                <a:gd name="p0y7" fmla="*/ 4020 h 4050"/>
                <a:gd name="p0x8" fmla="*/ 13 w 28"/>
                <a:gd name="p0y8" fmla="*/ 4008 h 4050"/>
                <a:gd name="p0x9" fmla="*/ 13 w 28"/>
                <a:gd name="p0y9" fmla="*/ 18 h 4050"/>
                <a:gd name="p0x10" fmla="*/ 25 w 28"/>
                <a:gd name="p0y10" fmla="*/ 0 h 4050"/>
                <a:gd name="p0x11" fmla="*/ 25 w 28"/>
                <a:gd name="p0y11" fmla="*/ 0 h 4050"/>
                <a:gd name="p0x12" fmla="*/ 27 w 28"/>
                <a:gd name="p0y12" fmla="*/ 5 h 4050"/>
                <a:gd name="p0x13" fmla="*/ 28 w 28"/>
                <a:gd name="p0y13" fmla="*/ 12 h 4050"/>
                <a:gd name="p0x14" fmla="*/ 28 w 28"/>
                <a:gd name="p0y14" fmla="*/ 18 h 405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6"/>
              </p:custDataLst>
            </p:nvPr>
          </p:nvSpPr>
          <p:spPr>
            <a:xfrm>
              <a:off x="737" y="6151"/>
              <a:ext cx="5645" cy="29"/>
            </a:xfrm>
            <a:custGeom>
              <a:avLst/>
              <a:gdLst>
                <a:gd name="sw" fmla="*/ 1 w 5644"/>
                <a:gd name="sh" fmla="*/ 1 h 28"/>
                <a:gd name="mins" fmla="min sw sh"/>
                <a:gd name="dsw" fmla="+- 0 sw mins"/>
                <a:gd name="dsh" fmla="+- 0 sh mins"/>
                <a:gd name="p0x0" fmla="*/ 5602 w 5644"/>
                <a:gd name="p0y0" fmla="*/ 28 h 28"/>
                <a:gd name="p0x1" fmla="*/ 42 w 5644"/>
                <a:gd name="p0y1" fmla="*/ 28 h 28"/>
                <a:gd name="p0x2" fmla="*/ 25 w 5644"/>
                <a:gd name="p0y2" fmla="*/ 28 h 28"/>
                <a:gd name="p0x3" fmla="*/ 10 w 5644"/>
                <a:gd name="p0y3" fmla="*/ 21 h 28"/>
                <a:gd name="p0x4" fmla="*/ 0 w 5644"/>
                <a:gd name="p0y4" fmla="*/ 10 h 28"/>
                <a:gd name="p0x5" fmla="*/ 10 w 5644"/>
                <a:gd name="p0y5" fmla="*/ 0 h 28"/>
                <a:gd name="p0x6" fmla="*/ 18 w 5644"/>
                <a:gd name="p0y6" fmla="*/ 8 h 28"/>
                <a:gd name="p0x7" fmla="*/ 30 w 5644"/>
                <a:gd name="p0y7" fmla="*/ 13 h 28"/>
                <a:gd name="p0x8" fmla="*/ 42 w 5644"/>
                <a:gd name="p0y8" fmla="*/ 13 h 28"/>
                <a:gd name="p0x9" fmla="*/ 5602 w 5644"/>
                <a:gd name="p0y9" fmla="*/ 13 h 28"/>
                <a:gd name="p0x10" fmla="*/ 5614 w 5644"/>
                <a:gd name="p0y10" fmla="*/ 13 h 28"/>
                <a:gd name="p0x11" fmla="*/ 5626 w 5644"/>
                <a:gd name="p0y11" fmla="*/ 8 h 28"/>
                <a:gd name="p0x12" fmla="*/ 5634 w 5644"/>
                <a:gd name="p0y12" fmla="*/ 0 h 28"/>
                <a:gd name="p0x13" fmla="*/ 5644 w 5644"/>
                <a:gd name="p0y13" fmla="*/ 10 h 28"/>
                <a:gd name="p0x14" fmla="*/ 5633 w 5644"/>
                <a:gd name="p0y14" fmla="*/ 21 h 28"/>
                <a:gd name="p0x15" fmla="*/ 5618 w 5644"/>
                <a:gd name="p0y15" fmla="*/ 28 h 28"/>
                <a:gd name="p0x16" fmla="*/ 5602 w 5644"/>
                <a:gd name="p0y16" fmla="*/ 28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任意多边形 8"/>
            <p:cNvSpPr/>
            <p:nvPr>
              <p:custDataLst>
                <p:tags r:id="rId7"/>
              </p:custDataLst>
            </p:nvPr>
          </p:nvSpPr>
          <p:spPr>
            <a:xfrm>
              <a:off x="720" y="2111"/>
              <a:ext cx="28" cy="4051"/>
            </a:xfrm>
            <a:custGeom>
              <a:avLst/>
              <a:gdLst>
                <a:gd name="sw" fmla="*/ 1 w 28"/>
                <a:gd name="sh" fmla="*/ 1 h 4050"/>
                <a:gd name="mins" fmla="min sw sh"/>
                <a:gd name="dsw" fmla="+- 0 sw mins"/>
                <a:gd name="dsh" fmla="+- 0 sh mins"/>
                <a:gd name="p0x0" fmla="*/ 0 w 28"/>
                <a:gd name="p0y0" fmla="*/ 4008 h 4050"/>
                <a:gd name="p0x1" fmla="*/ 0 w 28"/>
                <a:gd name="p0y1" fmla="*/ 18 h 4050"/>
                <a:gd name="p0x2" fmla="*/ 0 w 28"/>
                <a:gd name="p0y2" fmla="*/ 12 h 4050"/>
                <a:gd name="p0x3" fmla="*/ 1 w 28"/>
                <a:gd name="p0y3" fmla="*/ 5 h 4050"/>
                <a:gd name="p0x4" fmla="*/ 2 w 28"/>
                <a:gd name="p0y4" fmla="*/ 0 h 4050"/>
                <a:gd name="p0x5" fmla="*/ 15 w 28"/>
                <a:gd name="p0y5" fmla="*/ 18 h 4050"/>
                <a:gd name="p0x6" fmla="*/ 15 w 28"/>
                <a:gd name="p0y6" fmla="*/ 4008 h 4050"/>
                <a:gd name="p0x7" fmla="*/ 15 w 28"/>
                <a:gd name="p0y7" fmla="*/ 4020 h 4050"/>
                <a:gd name="p0x8" fmla="*/ 20 w 28"/>
                <a:gd name="p0y8" fmla="*/ 4032 h 4050"/>
                <a:gd name="p0x9" fmla="*/ 28 w 28"/>
                <a:gd name="p0y9" fmla="*/ 4040 h 4050"/>
                <a:gd name="p0x10" fmla="*/ 17 w 28"/>
                <a:gd name="p0y10" fmla="*/ 4050 h 4050"/>
                <a:gd name="p0x11" fmla="*/ 6 w 28"/>
                <a:gd name="p0y11" fmla="*/ 4040 h 4050"/>
                <a:gd name="p0x12" fmla="*/ 0 w 28"/>
                <a:gd name="p0y12" fmla="*/ 4025 h 4050"/>
                <a:gd name="p0x13" fmla="*/ 0 w 28"/>
                <a:gd name="p0y13" fmla="*/ 4008 h 405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1" name="组合 70"/>
          <p:cNvGrpSpPr/>
          <p:nvPr/>
        </p:nvGrpSpPr>
        <p:grpSpPr>
          <a:xfrm>
            <a:off x="695325" y="1581150"/>
            <a:ext cx="3129280" cy="504190"/>
            <a:chOff x="1095" y="2490"/>
            <a:chExt cx="4928" cy="794"/>
          </a:xfrm>
        </p:grpSpPr>
        <p:sp>
          <p:nvSpPr>
            <p:cNvPr id="11" name="任意多边形 10"/>
            <p:cNvSpPr/>
            <p:nvPr>
              <p:custDataLst>
                <p:tags r:id="rId8"/>
              </p:custDataLst>
            </p:nvPr>
          </p:nvSpPr>
          <p:spPr>
            <a:xfrm>
              <a:off x="1095" y="2490"/>
              <a:ext cx="4929" cy="795"/>
            </a:xfrm>
            <a:custGeom>
              <a:avLst/>
              <a:gdLst>
                <a:gd name="sw" fmla="*/ 1 w 4929"/>
                <a:gd name="sh" fmla="*/ 1 h 795"/>
                <a:gd name="mins" fmla="min sw sh"/>
                <a:gd name="dsw" fmla="+- 0 sw mins"/>
                <a:gd name="dsh" fmla="+- 0 sh mins"/>
                <a:gd name="p0x0" fmla="*/ 0 w 4929"/>
                <a:gd name="p0y0" fmla="*/ 0 h 795"/>
                <a:gd name="p0x1" fmla="*/ 4929 w 4929"/>
                <a:gd name="p0y1" fmla="*/ 0 h 795"/>
                <a:gd name="p0x2" fmla="*/ 4929 w 4929"/>
                <a:gd name="p0y2" fmla="*/ 795 h 795"/>
                <a:gd name="p0x3" fmla="*/ 0 w 4929"/>
                <a:gd name="p0y3" fmla="*/ 795 h 795"/>
                <a:gd name="p0x4" fmla="*/ 0 w 4929"/>
                <a:gd name="p0y4" fmla="*/ 0 h 79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任意多边形 11"/>
            <p:cNvSpPr/>
            <p:nvPr>
              <p:custDataLst>
                <p:tags r:id="rId9"/>
              </p:custDataLst>
            </p:nvPr>
          </p:nvSpPr>
          <p:spPr>
            <a:xfrm>
              <a:off x="1095" y="3270"/>
              <a:ext cx="4929" cy="15"/>
            </a:xfrm>
            <a:custGeom>
              <a:avLst/>
              <a:gdLst>
                <a:gd name="sw" fmla="*/ 1 w 4929"/>
                <a:gd name="sh" fmla="*/ 1 h 15"/>
                <a:gd name="mins" fmla="min sw sh"/>
                <a:gd name="dsw" fmla="+- 0 sw mins"/>
                <a:gd name="dsh" fmla="+- 0 sh mins"/>
                <a:gd name="p0x0" fmla="*/ 4929 w 4929"/>
                <a:gd name="p0y0" fmla="*/ 15 h 15"/>
                <a:gd name="p0x1" fmla="*/ 0 w 4929"/>
                <a:gd name="p0y1" fmla="*/ 15 h 15"/>
                <a:gd name="p0x2" fmla="*/ 0 w 4929"/>
                <a:gd name="p0y2" fmla="*/ 0 h 15"/>
                <a:gd name="p0x3" fmla="*/ 4929 w 4929"/>
                <a:gd name="p0y3" fmla="*/ 0 h 15"/>
                <a:gd name="p0x4" fmla="*/ 4929 w 4929"/>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2" name="组合 71"/>
          <p:cNvGrpSpPr/>
          <p:nvPr/>
        </p:nvGrpSpPr>
        <p:grpSpPr>
          <a:xfrm>
            <a:off x="695325" y="2990850"/>
            <a:ext cx="3129280" cy="694690"/>
            <a:chOff x="1095" y="4710"/>
            <a:chExt cx="4928" cy="1094"/>
          </a:xfrm>
        </p:grpSpPr>
        <p:sp>
          <p:nvSpPr>
            <p:cNvPr id="21" name="任意多边形 20"/>
            <p:cNvSpPr/>
            <p:nvPr>
              <p:custDataLst>
                <p:tags r:id="rId10"/>
              </p:custDataLst>
            </p:nvPr>
          </p:nvSpPr>
          <p:spPr>
            <a:xfrm>
              <a:off x="1095" y="4710"/>
              <a:ext cx="4929" cy="1095"/>
            </a:xfrm>
            <a:custGeom>
              <a:avLst/>
              <a:gdLst>
                <a:gd name="sw" fmla="*/ 1 w 4929"/>
                <a:gd name="sh" fmla="*/ 1 h 1095"/>
                <a:gd name="mins" fmla="min sw sh"/>
                <a:gd name="dsw" fmla="+- 0 sw mins"/>
                <a:gd name="dsh" fmla="+- 0 sh mins"/>
                <a:gd name="p0x0" fmla="*/ 0 w 4929"/>
                <a:gd name="p0y0" fmla="*/ 0 h 1095"/>
                <a:gd name="p0x1" fmla="*/ 4869 w 4929"/>
                <a:gd name="p0y1" fmla="*/ 0 h 1095"/>
                <a:gd name="p0x2" fmla="*/ 4903 w 4929"/>
                <a:gd name="p0y2" fmla="*/ 0 h 1095"/>
                <a:gd name="p0x3" fmla="*/ 4929 w 4929"/>
                <a:gd name="p0y3" fmla="*/ 26 h 1095"/>
                <a:gd name="p0x4" fmla="*/ 4929 w 4929"/>
                <a:gd name="p0y4" fmla="*/ 60 h 1095"/>
                <a:gd name="p0x5" fmla="*/ 4929 w 4929"/>
                <a:gd name="p0y5" fmla="*/ 1035 h 1095"/>
                <a:gd name="p0x6" fmla="*/ 4929 w 4929"/>
                <a:gd name="p0y6" fmla="*/ 1068 h 1095"/>
                <a:gd name="p0x7" fmla="*/ 4903 w 4929"/>
                <a:gd name="p0y7" fmla="*/ 1095 h 1095"/>
                <a:gd name="p0x8" fmla="*/ 4869 w 4929"/>
                <a:gd name="p0y8" fmla="*/ 1095 h 1095"/>
                <a:gd name="p0x9" fmla="*/ 0 w 4929"/>
                <a:gd name="p0y9" fmla="*/ 1095 h 1095"/>
                <a:gd name="p0x10" fmla="*/ 0 w 4929"/>
                <a:gd name="p0y10" fmla="*/ 0 h 10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close/>
                </a:path>
              </a:pathLst>
            </a:custGeom>
            <a:solidFill>
              <a:srgbClr val="2D5B99">
                <a:alpha val="5882"/>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custDataLst>
                <p:tags r:id="rId11"/>
              </p:custDataLst>
            </p:nvPr>
          </p:nvSpPr>
          <p:spPr>
            <a:xfrm>
              <a:off x="1095" y="4710"/>
              <a:ext cx="45" cy="1095"/>
            </a:xfrm>
            <a:custGeom>
              <a:avLst/>
              <a:gdLst>
                <a:gd name="sw" fmla="*/ 1 w 45"/>
                <a:gd name="sh" fmla="*/ 1 h 1095"/>
                <a:gd name="mins" fmla="min sw sh"/>
                <a:gd name="dsw" fmla="+- 0 sw mins"/>
                <a:gd name="dsh" fmla="+- 0 sh mins"/>
                <a:gd name="p0x0" fmla="*/ 0 w 45"/>
                <a:gd name="p0y0" fmla="*/ 1095 h 1095"/>
                <a:gd name="p0x1" fmla="*/ 0 w 45"/>
                <a:gd name="p0y1" fmla="*/ 0 h 1095"/>
                <a:gd name="p0x2" fmla="*/ 45 w 45"/>
                <a:gd name="p0y2" fmla="*/ 0 h 1095"/>
                <a:gd name="p0x3" fmla="*/ 45 w 45"/>
                <a:gd name="p0y3" fmla="*/ 1095 h 1095"/>
                <a:gd name="p0x4" fmla="*/ 0 w 45"/>
                <a:gd name="p0y4" fmla="*/ 1095 h 1095"/>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4" name="任意多边形 13"/>
          <p:cNvSpPr/>
          <p:nvPr>
            <p:custDataLst>
              <p:tags r:id="rId12"/>
            </p:custDataLst>
          </p:nvPr>
        </p:nvSpPr>
        <p:spPr>
          <a:xfrm>
            <a:off x="695325" y="1581150"/>
            <a:ext cx="342900" cy="342900"/>
          </a:xfrm>
          <a:custGeom>
            <a:avLst/>
            <a:gdLst>
              <a:gd name="sw" fmla="*/ 1 w 540"/>
              <a:gd name="sh" fmla="*/ 1 h 540"/>
              <a:gd name="mins" fmla="min sw sh"/>
              <a:gd name="dsw" fmla="+- 0 sw mins"/>
              <a:gd name="dsh" fmla="+- 0 sh mins"/>
              <a:gd name="p0x0" fmla="*/ 60 w 540"/>
              <a:gd name="p0y0" fmla="*/ 0 h 540"/>
              <a:gd name="p0x1" fmla="*/ 480 w 540"/>
              <a:gd name="p0y1" fmla="*/ 0 h 540"/>
              <a:gd name="p0x2" fmla="*/ 513 w 540"/>
              <a:gd name="p0y2" fmla="*/ 0 h 540"/>
              <a:gd name="p0x3" fmla="*/ 540 w 540"/>
              <a:gd name="p0y3" fmla="*/ 26 h 540"/>
              <a:gd name="p0x4" fmla="*/ 540 w 540"/>
              <a:gd name="p0y4" fmla="*/ 60 h 540"/>
              <a:gd name="p0x5" fmla="*/ 540 w 540"/>
              <a:gd name="p0y5" fmla="*/ 480 h 540"/>
              <a:gd name="p0x6" fmla="*/ 540 w 540"/>
              <a:gd name="p0y6" fmla="*/ 513 h 540"/>
              <a:gd name="p0x7" fmla="*/ 513 w 540"/>
              <a:gd name="p0y7" fmla="*/ 540 h 540"/>
              <a:gd name="p0x8" fmla="*/ 480 w 540"/>
              <a:gd name="p0y8" fmla="*/ 540 h 540"/>
              <a:gd name="p0x9" fmla="*/ 60 w 540"/>
              <a:gd name="p0y9" fmla="*/ 540 h 540"/>
              <a:gd name="p0x10" fmla="*/ 26 w 540"/>
              <a:gd name="p0y10" fmla="*/ 540 h 540"/>
              <a:gd name="p0x11" fmla="*/ 0 w 540"/>
              <a:gd name="p0y11" fmla="*/ 513 h 540"/>
              <a:gd name="p0x12" fmla="*/ 0 w 540"/>
              <a:gd name="p0y12" fmla="*/ 480 h 540"/>
              <a:gd name="p0x13" fmla="*/ 0 w 540"/>
              <a:gd name="p0y13" fmla="*/ 60 h 540"/>
              <a:gd name="p0x14" fmla="*/ 0 w 540"/>
              <a:gd name="p0y14" fmla="*/ 26 h 540"/>
              <a:gd name="p0x15" fmla="*/ 26 w 540"/>
              <a:gd name="p0y15" fmla="*/ 0 h 540"/>
              <a:gd name="p0x16" fmla="*/ 6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alpha val="7843"/>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rcRect t="-10000" b="-10000"/>
          <a:stretch>
            <a:fillRect/>
          </a:stretch>
        </p:blipFill>
        <p:spPr>
          <a:xfrm>
            <a:off x="790575" y="1668780"/>
            <a:ext cx="152400" cy="160020"/>
          </a:xfrm>
          <a:prstGeom prst="rect">
            <a:avLst/>
          </a:prstGeom>
        </p:spPr>
      </p:pic>
      <p:sp>
        <p:nvSpPr>
          <p:cNvPr id="16" name="文本框 15"/>
          <p:cNvSpPr txBox="1"/>
          <p:nvPr>
            <p:custDataLst>
              <p:tags r:id="rId16"/>
            </p:custDataLst>
          </p:nvPr>
        </p:nvSpPr>
        <p:spPr>
          <a:xfrm>
            <a:off x="1152525" y="1636395"/>
            <a:ext cx="10287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后端技术栈</a:t>
            </a:r>
            <a:endParaRPr sz="1350" b="1">
              <a:solidFill>
                <a:srgbClr val="2D5B99"/>
              </a:solidFill>
              <a:latin typeface="黑体" panose="02010609060101010101" charset="-122"/>
              <a:ea typeface="黑体" panose="02010609060101010101" charset="-122"/>
            </a:endParaRPr>
          </a:p>
        </p:txBody>
      </p:sp>
      <p:sp>
        <p:nvSpPr>
          <p:cNvPr id="17" name="文本框 16"/>
          <p:cNvSpPr txBox="1"/>
          <p:nvPr>
            <p:custDataLst>
              <p:tags r:id="rId17"/>
            </p:custDataLst>
          </p:nvPr>
        </p:nvSpPr>
        <p:spPr>
          <a:xfrm>
            <a:off x="695325" y="2256473"/>
            <a:ext cx="762000" cy="169545"/>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核心框架</a:t>
            </a:r>
            <a:endParaRPr sz="1050">
              <a:solidFill>
                <a:srgbClr val="64748B"/>
              </a:solidFill>
              <a:latin typeface="黑体" panose="02010609060101010101" charset="-122"/>
              <a:ea typeface="黑体" panose="02010609060101010101" charset="-122"/>
            </a:endParaRPr>
          </a:p>
        </p:txBody>
      </p:sp>
      <p:sp>
        <p:nvSpPr>
          <p:cNvPr id="18" name="文本框 17"/>
          <p:cNvSpPr txBox="1"/>
          <p:nvPr>
            <p:custDataLst>
              <p:tags r:id="rId18"/>
            </p:custDataLst>
          </p:nvPr>
        </p:nvSpPr>
        <p:spPr>
          <a:xfrm>
            <a:off x="1457325" y="2247424"/>
            <a:ext cx="2353037" cy="187642"/>
          </a:xfrm>
          <a:prstGeom prst="rect">
            <a:avLst/>
          </a:prstGeom>
          <a:noFill/>
        </p:spPr>
        <p:txBody>
          <a:bodyPr wrap="square" lIns="0" tIns="0" rIns="0" bIns="0" rtlCol="0" anchor="t">
            <a:noAutofit/>
          </a:bodyPr>
          <a:p>
            <a:pPr algn="l">
              <a:lnSpc>
                <a:spcPct val="125000"/>
              </a:lnSpc>
            </a:pPr>
            <a:r>
              <a:rPr sz="1125" b="1">
                <a:solidFill>
                  <a:srgbClr val="1E293B"/>
                </a:solidFill>
                <a:latin typeface="宋体" panose="02010600030101010101" pitchFamily="2" charset="-122"/>
                <a:ea typeface="宋体" panose="02010600030101010101" pitchFamily="2" charset="-122"/>
              </a:rPr>
              <a:t>Spring Boot 3 + MyBatis-Plus</a:t>
            </a:r>
            <a:endParaRPr sz="1125" b="1">
              <a:solidFill>
                <a:srgbClr val="1E293B"/>
              </a:solidFill>
              <a:latin typeface="宋体" panose="02010600030101010101" pitchFamily="2" charset="-122"/>
              <a:ea typeface="宋体" panose="02010600030101010101" pitchFamily="2" charset="-122"/>
            </a:endParaRPr>
          </a:p>
        </p:txBody>
      </p:sp>
      <p:sp>
        <p:nvSpPr>
          <p:cNvPr id="19" name="文本框 18"/>
          <p:cNvSpPr txBox="1"/>
          <p:nvPr>
            <p:custDataLst>
              <p:tags r:id="rId19"/>
            </p:custDataLst>
          </p:nvPr>
        </p:nvSpPr>
        <p:spPr>
          <a:xfrm>
            <a:off x="695325" y="2604135"/>
            <a:ext cx="762000" cy="169545"/>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权限管理</a:t>
            </a:r>
            <a:endParaRPr sz="1050">
              <a:solidFill>
                <a:srgbClr val="64748B"/>
              </a:solidFill>
              <a:latin typeface="黑体" panose="02010609060101010101" charset="-122"/>
              <a:ea typeface="黑体" panose="02010609060101010101" charset="-122"/>
            </a:endParaRPr>
          </a:p>
        </p:txBody>
      </p:sp>
      <p:sp>
        <p:nvSpPr>
          <p:cNvPr id="20" name="文本框 19"/>
          <p:cNvSpPr txBox="1"/>
          <p:nvPr>
            <p:custDataLst>
              <p:tags r:id="rId20"/>
            </p:custDataLst>
          </p:nvPr>
        </p:nvSpPr>
        <p:spPr>
          <a:xfrm>
            <a:off x="1457325" y="2595086"/>
            <a:ext cx="736759" cy="187642"/>
          </a:xfrm>
          <a:prstGeom prst="rect">
            <a:avLst/>
          </a:prstGeom>
          <a:noFill/>
        </p:spPr>
        <p:txBody>
          <a:bodyPr wrap="square" lIns="0" tIns="0" rIns="0" bIns="0" rtlCol="0" anchor="t">
            <a:noAutofit/>
          </a:bodyPr>
          <a:p>
            <a:pPr algn="l">
              <a:lnSpc>
                <a:spcPct val="125000"/>
              </a:lnSpc>
            </a:pPr>
            <a:r>
              <a:rPr sz="1125" b="1">
                <a:solidFill>
                  <a:srgbClr val="1E293B"/>
                </a:solidFill>
                <a:latin typeface="宋体" panose="02010600030101010101" pitchFamily="2" charset="-122"/>
                <a:ea typeface="宋体" panose="02010600030101010101" pitchFamily="2" charset="-122"/>
              </a:rPr>
              <a:t>Sa-Token</a:t>
            </a:r>
            <a:endParaRPr sz="1125" b="1">
              <a:solidFill>
                <a:srgbClr val="1E293B"/>
              </a:solidFill>
              <a:latin typeface="宋体" panose="02010600030101010101" pitchFamily="2" charset="-122"/>
              <a:ea typeface="宋体" panose="02010600030101010101" pitchFamily="2" charset="-122"/>
            </a:endParaRPr>
          </a:p>
        </p:txBody>
      </p:sp>
      <p:sp>
        <p:nvSpPr>
          <p:cNvPr id="24" name="文本框 23"/>
          <p:cNvSpPr txBox="1"/>
          <p:nvPr>
            <p:custDataLst>
              <p:tags r:id="rId21"/>
            </p:custDataLst>
          </p:nvPr>
        </p:nvSpPr>
        <p:spPr>
          <a:xfrm>
            <a:off x="876300" y="3136106"/>
            <a:ext cx="2797140" cy="159067"/>
          </a:xfrm>
          <a:prstGeom prst="rect">
            <a:avLst/>
          </a:prstGeom>
          <a:noFill/>
        </p:spPr>
        <p:txBody>
          <a:bodyPr wrap="square" lIns="0" tIns="0" rIns="0" bIns="0" rtlCol="0" anchor="t">
            <a:noAutofit/>
          </a:bodyPr>
          <a:p>
            <a:pPr algn="l">
              <a:lnSpc>
                <a:spcPct val="125000"/>
              </a:lnSpc>
            </a:pPr>
            <a:r>
              <a:rPr sz="975" b="1">
                <a:solidFill>
                  <a:srgbClr val="2D5B99"/>
                </a:solidFill>
                <a:latin typeface="黑体" panose="02010609060101010101" charset="-122"/>
                <a:ea typeface="黑体" panose="02010609060101010101" charset="-122"/>
              </a:rPr>
              <a:t>技术优势</a:t>
            </a:r>
            <a:endParaRPr sz="975" b="1">
              <a:solidFill>
                <a:srgbClr val="2D5B99"/>
              </a:solidFill>
              <a:latin typeface="黑体" panose="02010609060101010101" charset="-122"/>
              <a:ea typeface="黑体" panose="02010609060101010101" charset="-122"/>
            </a:endParaRPr>
          </a:p>
        </p:txBody>
      </p:sp>
      <p:sp>
        <p:nvSpPr>
          <p:cNvPr id="25" name="文本框 24"/>
          <p:cNvSpPr txBox="1"/>
          <p:nvPr>
            <p:custDataLst>
              <p:tags r:id="rId22"/>
            </p:custDataLst>
          </p:nvPr>
        </p:nvSpPr>
        <p:spPr>
          <a:xfrm>
            <a:off x="876300" y="3378994"/>
            <a:ext cx="2807970" cy="159067"/>
          </a:xfrm>
          <a:prstGeom prst="rect">
            <a:avLst/>
          </a:prstGeom>
          <a:noFill/>
        </p:spPr>
        <p:txBody>
          <a:bodyPr wrap="square" lIns="0" tIns="0" rIns="0" bIns="0" rtlCol="0" anchor="t">
            <a:noAutofit/>
          </a:bodyPr>
          <a:p>
            <a:pPr algn="l">
              <a:lnSpc>
                <a:spcPct val="125000"/>
              </a:lnSpc>
            </a:pPr>
            <a:r>
              <a:rPr sz="975">
                <a:solidFill>
                  <a:srgbClr val="475569"/>
                </a:solidFill>
                <a:latin typeface="宋体" panose="02010600030101010101" pitchFamily="2" charset="-122"/>
                <a:ea typeface="宋体" panose="02010600030101010101" pitchFamily="2" charset="-122"/>
              </a:rPr>
              <a:t>生态成熟稳定，开发效率高，权限配置灵活可控</a:t>
            </a:r>
            <a:endParaRPr sz="975">
              <a:solidFill>
                <a:srgbClr val="475569"/>
              </a:solidFill>
              <a:latin typeface="宋体" panose="02010600030101010101" pitchFamily="2" charset="-122"/>
              <a:ea typeface="宋体" panose="02010600030101010101" pitchFamily="2" charset="-122"/>
            </a:endParaRPr>
          </a:p>
        </p:txBody>
      </p:sp>
      <p:grpSp>
        <p:nvGrpSpPr>
          <p:cNvPr id="73" name="组合 72"/>
          <p:cNvGrpSpPr/>
          <p:nvPr/>
        </p:nvGrpSpPr>
        <p:grpSpPr>
          <a:xfrm>
            <a:off x="4291965" y="1314450"/>
            <a:ext cx="3606800" cy="2609850"/>
            <a:chOff x="6759" y="2070"/>
            <a:chExt cx="5680" cy="4110"/>
          </a:xfrm>
          <a:effectLst>
            <a:outerShdw blurRad="42863" dist="9525" dir="5399999" algn="ctr" rotWithShape="0">
              <a:srgbClr val="000000">
                <a:alpha val="5098"/>
              </a:srgbClr>
            </a:outerShdw>
          </a:effectLst>
        </p:grpSpPr>
        <p:sp>
          <p:nvSpPr>
            <p:cNvPr id="26" name="任意多边形 25"/>
            <p:cNvSpPr/>
            <p:nvPr>
              <p:custDataLst>
                <p:tags r:id="rId23"/>
              </p:custDataLst>
            </p:nvPr>
          </p:nvSpPr>
          <p:spPr>
            <a:xfrm>
              <a:off x="6759" y="2070"/>
              <a:ext cx="5680" cy="4110"/>
            </a:xfrm>
            <a:custGeom>
              <a:avLst/>
              <a:gdLst>
                <a:gd name="sw" fmla="*/ 1 w 5679"/>
                <a:gd name="sh" fmla="*/ 1 h 4110"/>
                <a:gd name="mins" fmla="min sw sh"/>
                <a:gd name="dsw" fmla="+- 0 sw mins"/>
                <a:gd name="dsh" fmla="+- 0 sh mins"/>
                <a:gd name="p0x0" fmla="*/ 60 w 5679"/>
                <a:gd name="p0y0" fmla="*/ 0 h 4110"/>
                <a:gd name="p0x1" fmla="*/ 5619 w 5679"/>
                <a:gd name="p0y1" fmla="*/ 0 h 4110"/>
                <a:gd name="p0x2" fmla="*/ 5653 w 5679"/>
                <a:gd name="p0y2" fmla="*/ 0 h 4110"/>
                <a:gd name="p0x3" fmla="*/ 5679 w 5679"/>
                <a:gd name="p0y3" fmla="*/ 26 h 4110"/>
                <a:gd name="p0x4" fmla="*/ 5679 w 5679"/>
                <a:gd name="p0y4" fmla="*/ 60 h 4110"/>
                <a:gd name="p0x5" fmla="*/ 5679 w 5679"/>
                <a:gd name="p0y5" fmla="*/ 4050 h 4110"/>
                <a:gd name="p0x6" fmla="*/ 5679 w 5679"/>
                <a:gd name="p0y6" fmla="*/ 4083 h 4110"/>
                <a:gd name="p0x7" fmla="*/ 5653 w 5679"/>
                <a:gd name="p0y7" fmla="*/ 4110 h 4110"/>
                <a:gd name="p0x8" fmla="*/ 5619 w 5679"/>
                <a:gd name="p0y8" fmla="*/ 4110 h 4110"/>
                <a:gd name="p0x9" fmla="*/ 60 w 5679"/>
                <a:gd name="p0y9" fmla="*/ 4110 h 4110"/>
                <a:gd name="p0x10" fmla="*/ 26 w 5679"/>
                <a:gd name="p0y10" fmla="*/ 4110 h 4110"/>
                <a:gd name="p0x11" fmla="*/ 0 w 5679"/>
                <a:gd name="p0y11" fmla="*/ 4083 h 4110"/>
                <a:gd name="p0x12" fmla="*/ 0 w 5679"/>
                <a:gd name="p0y12" fmla="*/ 4050 h 4110"/>
                <a:gd name="p0x13" fmla="*/ 0 w 5679"/>
                <a:gd name="p0y13" fmla="*/ 60 h 4110"/>
                <a:gd name="p0x14" fmla="*/ 0 w 5679"/>
                <a:gd name="p0y14" fmla="*/ 26 h 4110"/>
                <a:gd name="p0x15" fmla="*/ 26 w 5679"/>
                <a:gd name="p0y15" fmla="*/ 0 h 4110"/>
                <a:gd name="p0x16" fmla="*/ 60 w 5679"/>
                <a:gd name="p0y16" fmla="*/ 0 h 411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任意多边形 26"/>
            <p:cNvSpPr/>
            <p:nvPr>
              <p:custDataLst>
                <p:tags r:id="rId24"/>
              </p:custDataLst>
            </p:nvPr>
          </p:nvSpPr>
          <p:spPr>
            <a:xfrm>
              <a:off x="6762" y="2070"/>
              <a:ext cx="5674" cy="60"/>
            </a:xfrm>
            <a:custGeom>
              <a:avLst/>
              <a:gdLst>
                <a:gd name="sw" fmla="*/ 1 w 5674"/>
                <a:gd name="sh" fmla="*/ 1 h 60"/>
                <a:gd name="mins" fmla="min sw sh"/>
                <a:gd name="dsw" fmla="+- 0 sw mins"/>
                <a:gd name="dsh" fmla="+- 0 sh mins"/>
                <a:gd name="p0x0" fmla="*/ 57 w 5674"/>
                <a:gd name="p0y0" fmla="*/ 0 h 60"/>
                <a:gd name="p0x1" fmla="*/ 5617 w 5674"/>
                <a:gd name="p0y1" fmla="*/ 0 h 60"/>
                <a:gd name="p0x2" fmla="*/ 5643 w 5674"/>
                <a:gd name="p0y2" fmla="*/ 0 h 60"/>
                <a:gd name="p0x3" fmla="*/ 5666 w 5674"/>
                <a:gd name="p0y3" fmla="*/ 17 h 60"/>
                <a:gd name="p0x4" fmla="*/ 5674 w 5674"/>
                <a:gd name="p0y4" fmla="*/ 41 h 60"/>
                <a:gd name="p0x5" fmla="*/ 5662 w 5674"/>
                <a:gd name="p0y5" fmla="*/ 60 h 60"/>
                <a:gd name="p0x6" fmla="*/ 57 w 5674"/>
                <a:gd name="p0y6" fmla="*/ 60 h 60"/>
                <a:gd name="p0x7" fmla="*/ 0 w 5674"/>
                <a:gd name="p0y7" fmla="*/ 41 h 60"/>
                <a:gd name="p0x8" fmla="*/ 0 w 5674"/>
                <a:gd name="p0y8" fmla="*/ 41 h 60"/>
                <a:gd name="p0x9" fmla="*/ 7 w 5674"/>
                <a:gd name="p0y9" fmla="*/ 17 h 60"/>
                <a:gd name="p0x10" fmla="*/ 30 w 5674"/>
                <a:gd name="p0y10" fmla="*/ 0 h 60"/>
                <a:gd name="p0x11" fmla="*/ 57 w 5674"/>
                <a:gd name="p0y11" fmla="*/ 0 h 60"/>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custDataLst>
                <p:tags r:id="rId25"/>
              </p:custDataLst>
            </p:nvPr>
          </p:nvSpPr>
          <p:spPr>
            <a:xfrm>
              <a:off x="12411" y="2111"/>
              <a:ext cx="28" cy="4051"/>
            </a:xfrm>
            <a:custGeom>
              <a:avLst/>
              <a:gdLst>
                <a:gd name="sw" fmla="*/ 1 w 28"/>
                <a:gd name="sh" fmla="*/ 1 h 4050"/>
                <a:gd name="mins" fmla="min sw sh"/>
                <a:gd name="dsw" fmla="+- 0 sw mins"/>
                <a:gd name="dsh" fmla="+- 0 sh mins"/>
                <a:gd name="p0x0" fmla="*/ 28 w 28"/>
                <a:gd name="p0y0" fmla="*/ 18 h 4050"/>
                <a:gd name="p0x1" fmla="*/ 28 w 28"/>
                <a:gd name="p0y1" fmla="*/ 4008 h 4050"/>
                <a:gd name="p0x2" fmla="*/ 28 w 28"/>
                <a:gd name="p0y2" fmla="*/ 4025 h 4050"/>
                <a:gd name="p0x3" fmla="*/ 21 w 28"/>
                <a:gd name="p0y3" fmla="*/ 4040 h 4050"/>
                <a:gd name="p0x4" fmla="*/ 10 w 28"/>
                <a:gd name="p0y4" fmla="*/ 4050 h 4050"/>
                <a:gd name="p0x5" fmla="*/ 0 w 28"/>
                <a:gd name="p0y5" fmla="*/ 4040 h 4050"/>
                <a:gd name="p0x6" fmla="*/ 8 w 28"/>
                <a:gd name="p0y6" fmla="*/ 4032 h 4050"/>
                <a:gd name="p0x7" fmla="*/ 13 w 28"/>
                <a:gd name="p0y7" fmla="*/ 4020 h 4050"/>
                <a:gd name="p0x8" fmla="*/ 13 w 28"/>
                <a:gd name="p0y8" fmla="*/ 4008 h 4050"/>
                <a:gd name="p0x9" fmla="*/ 13 w 28"/>
                <a:gd name="p0y9" fmla="*/ 18 h 4050"/>
                <a:gd name="p0x10" fmla="*/ 25 w 28"/>
                <a:gd name="p0y10" fmla="*/ 0 h 4050"/>
                <a:gd name="p0x11" fmla="*/ 25 w 28"/>
                <a:gd name="p0y11" fmla="*/ 0 h 4050"/>
                <a:gd name="p0x12" fmla="*/ 27 w 28"/>
                <a:gd name="p0y12" fmla="*/ 5 h 4050"/>
                <a:gd name="p0x13" fmla="*/ 28 w 28"/>
                <a:gd name="p0y13" fmla="*/ 12 h 4050"/>
                <a:gd name="p0x14" fmla="*/ 28 w 28"/>
                <a:gd name="p0y14" fmla="*/ 18 h 405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custDataLst>
                <p:tags r:id="rId26"/>
              </p:custDataLst>
            </p:nvPr>
          </p:nvSpPr>
          <p:spPr>
            <a:xfrm>
              <a:off x="6777" y="6151"/>
              <a:ext cx="5645" cy="29"/>
            </a:xfrm>
            <a:custGeom>
              <a:avLst/>
              <a:gdLst>
                <a:gd name="sw" fmla="*/ 1 w 5644"/>
                <a:gd name="sh" fmla="*/ 1 h 28"/>
                <a:gd name="mins" fmla="min sw sh"/>
                <a:gd name="dsw" fmla="+- 0 sw mins"/>
                <a:gd name="dsh" fmla="+- 0 sh mins"/>
                <a:gd name="p0x0" fmla="*/ 5602 w 5644"/>
                <a:gd name="p0y0" fmla="*/ 28 h 28"/>
                <a:gd name="p0x1" fmla="*/ 42 w 5644"/>
                <a:gd name="p0y1" fmla="*/ 28 h 28"/>
                <a:gd name="p0x2" fmla="*/ 25 w 5644"/>
                <a:gd name="p0y2" fmla="*/ 28 h 28"/>
                <a:gd name="p0x3" fmla="*/ 10 w 5644"/>
                <a:gd name="p0y3" fmla="*/ 21 h 28"/>
                <a:gd name="p0x4" fmla="*/ 0 w 5644"/>
                <a:gd name="p0y4" fmla="*/ 10 h 28"/>
                <a:gd name="p0x5" fmla="*/ 10 w 5644"/>
                <a:gd name="p0y5" fmla="*/ 0 h 28"/>
                <a:gd name="p0x6" fmla="*/ 18 w 5644"/>
                <a:gd name="p0y6" fmla="*/ 8 h 28"/>
                <a:gd name="p0x7" fmla="*/ 30 w 5644"/>
                <a:gd name="p0y7" fmla="*/ 13 h 28"/>
                <a:gd name="p0x8" fmla="*/ 42 w 5644"/>
                <a:gd name="p0y8" fmla="*/ 13 h 28"/>
                <a:gd name="p0x9" fmla="*/ 5602 w 5644"/>
                <a:gd name="p0y9" fmla="*/ 13 h 28"/>
                <a:gd name="p0x10" fmla="*/ 5614 w 5644"/>
                <a:gd name="p0y10" fmla="*/ 13 h 28"/>
                <a:gd name="p0x11" fmla="*/ 5626 w 5644"/>
                <a:gd name="p0y11" fmla="*/ 8 h 28"/>
                <a:gd name="p0x12" fmla="*/ 5634 w 5644"/>
                <a:gd name="p0y12" fmla="*/ 0 h 28"/>
                <a:gd name="p0x13" fmla="*/ 5644 w 5644"/>
                <a:gd name="p0y13" fmla="*/ 10 h 28"/>
                <a:gd name="p0x14" fmla="*/ 5633 w 5644"/>
                <a:gd name="p0y14" fmla="*/ 21 h 28"/>
                <a:gd name="p0x15" fmla="*/ 5618 w 5644"/>
                <a:gd name="p0y15" fmla="*/ 28 h 28"/>
                <a:gd name="p0x16" fmla="*/ 5602 w 5644"/>
                <a:gd name="p0y16" fmla="*/ 28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任意多边形 29"/>
            <p:cNvSpPr/>
            <p:nvPr>
              <p:custDataLst>
                <p:tags r:id="rId27"/>
              </p:custDataLst>
            </p:nvPr>
          </p:nvSpPr>
          <p:spPr>
            <a:xfrm>
              <a:off x="6759" y="2111"/>
              <a:ext cx="29" cy="4051"/>
            </a:xfrm>
            <a:custGeom>
              <a:avLst/>
              <a:gdLst>
                <a:gd name="sw" fmla="*/ 1 w 28"/>
                <a:gd name="sh" fmla="*/ 1 h 4050"/>
                <a:gd name="mins" fmla="min sw sh"/>
                <a:gd name="dsw" fmla="+- 0 sw mins"/>
                <a:gd name="dsh" fmla="+- 0 sh mins"/>
                <a:gd name="p0x0" fmla="*/ 0 w 28"/>
                <a:gd name="p0y0" fmla="*/ 4008 h 4050"/>
                <a:gd name="p0x1" fmla="*/ 0 w 28"/>
                <a:gd name="p0y1" fmla="*/ 18 h 4050"/>
                <a:gd name="p0x2" fmla="*/ 0 w 28"/>
                <a:gd name="p0y2" fmla="*/ 12 h 4050"/>
                <a:gd name="p0x3" fmla="*/ 1 w 28"/>
                <a:gd name="p0y3" fmla="*/ 5 h 4050"/>
                <a:gd name="p0x4" fmla="*/ 2 w 28"/>
                <a:gd name="p0y4" fmla="*/ 0 h 4050"/>
                <a:gd name="p0x5" fmla="*/ 15 w 28"/>
                <a:gd name="p0y5" fmla="*/ 18 h 4050"/>
                <a:gd name="p0x6" fmla="*/ 15 w 28"/>
                <a:gd name="p0y6" fmla="*/ 4008 h 4050"/>
                <a:gd name="p0x7" fmla="*/ 15 w 28"/>
                <a:gd name="p0y7" fmla="*/ 4020 h 4050"/>
                <a:gd name="p0x8" fmla="*/ 20 w 28"/>
                <a:gd name="p0y8" fmla="*/ 4032 h 4050"/>
                <a:gd name="p0x9" fmla="*/ 28 w 28"/>
                <a:gd name="p0y9" fmla="*/ 4040 h 4050"/>
                <a:gd name="p0x10" fmla="*/ 17 w 28"/>
                <a:gd name="p0y10" fmla="*/ 4050 h 4050"/>
                <a:gd name="p0x11" fmla="*/ 6 w 28"/>
                <a:gd name="p0y11" fmla="*/ 4040 h 4050"/>
                <a:gd name="p0x12" fmla="*/ 0 w 28"/>
                <a:gd name="p0y12" fmla="*/ 4025 h 4050"/>
                <a:gd name="p0x13" fmla="*/ 0 w 28"/>
                <a:gd name="p0y13" fmla="*/ 4008 h 405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4" name="组合 73"/>
          <p:cNvGrpSpPr/>
          <p:nvPr/>
        </p:nvGrpSpPr>
        <p:grpSpPr>
          <a:xfrm>
            <a:off x="4530090" y="1581150"/>
            <a:ext cx="3130550" cy="504190"/>
            <a:chOff x="7134" y="2490"/>
            <a:chExt cx="4930" cy="794"/>
          </a:xfrm>
        </p:grpSpPr>
        <p:sp>
          <p:nvSpPr>
            <p:cNvPr id="32" name="任意多边形 31"/>
            <p:cNvSpPr/>
            <p:nvPr>
              <p:custDataLst>
                <p:tags r:id="rId28"/>
              </p:custDataLst>
            </p:nvPr>
          </p:nvSpPr>
          <p:spPr>
            <a:xfrm>
              <a:off x="7134" y="2490"/>
              <a:ext cx="4930" cy="795"/>
            </a:xfrm>
            <a:custGeom>
              <a:avLst/>
              <a:gdLst>
                <a:gd name="sw" fmla="*/ 1 w 4929"/>
                <a:gd name="sh" fmla="*/ 1 h 795"/>
                <a:gd name="mins" fmla="min sw sh"/>
                <a:gd name="dsw" fmla="+- 0 sw mins"/>
                <a:gd name="dsh" fmla="+- 0 sh mins"/>
                <a:gd name="p0x0" fmla="*/ 0 w 4929"/>
                <a:gd name="p0y0" fmla="*/ 0 h 795"/>
                <a:gd name="p0x1" fmla="*/ 4929 w 4929"/>
                <a:gd name="p0y1" fmla="*/ 0 h 795"/>
                <a:gd name="p0x2" fmla="*/ 4929 w 4929"/>
                <a:gd name="p0y2" fmla="*/ 795 h 795"/>
                <a:gd name="p0x3" fmla="*/ 0 w 4929"/>
                <a:gd name="p0y3" fmla="*/ 795 h 795"/>
                <a:gd name="p0x4" fmla="*/ 0 w 4929"/>
                <a:gd name="p0y4" fmla="*/ 0 h 79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custDataLst>
                <p:tags r:id="rId29"/>
              </p:custDataLst>
            </p:nvPr>
          </p:nvSpPr>
          <p:spPr>
            <a:xfrm>
              <a:off x="7134" y="3270"/>
              <a:ext cx="4930" cy="15"/>
            </a:xfrm>
            <a:custGeom>
              <a:avLst/>
              <a:gdLst>
                <a:gd name="sw" fmla="*/ 1 w 4929"/>
                <a:gd name="sh" fmla="*/ 1 h 15"/>
                <a:gd name="mins" fmla="min sw sh"/>
                <a:gd name="dsw" fmla="+- 0 sw mins"/>
                <a:gd name="dsh" fmla="+- 0 sh mins"/>
                <a:gd name="p0x0" fmla="*/ 4929 w 4929"/>
                <a:gd name="p0y0" fmla="*/ 15 h 15"/>
                <a:gd name="p0x1" fmla="*/ 0 w 4929"/>
                <a:gd name="p0y1" fmla="*/ 15 h 15"/>
                <a:gd name="p0x2" fmla="*/ 0 w 4929"/>
                <a:gd name="p0y2" fmla="*/ 0 h 15"/>
                <a:gd name="p0x3" fmla="*/ 4929 w 4929"/>
                <a:gd name="p0y3" fmla="*/ 0 h 15"/>
                <a:gd name="p0x4" fmla="*/ 4929 w 4929"/>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5" name="组合 74"/>
          <p:cNvGrpSpPr/>
          <p:nvPr/>
        </p:nvGrpSpPr>
        <p:grpSpPr>
          <a:xfrm>
            <a:off x="4530090" y="2990850"/>
            <a:ext cx="3130550" cy="694690"/>
            <a:chOff x="7134" y="4710"/>
            <a:chExt cx="4930" cy="1094"/>
          </a:xfrm>
        </p:grpSpPr>
        <p:sp>
          <p:nvSpPr>
            <p:cNvPr id="42" name="任意多边形 41"/>
            <p:cNvSpPr/>
            <p:nvPr>
              <p:custDataLst>
                <p:tags r:id="rId30"/>
              </p:custDataLst>
            </p:nvPr>
          </p:nvSpPr>
          <p:spPr>
            <a:xfrm>
              <a:off x="7134" y="4710"/>
              <a:ext cx="4930" cy="1095"/>
            </a:xfrm>
            <a:custGeom>
              <a:avLst/>
              <a:gdLst>
                <a:gd name="sw" fmla="*/ 1 w 4929"/>
                <a:gd name="sh" fmla="*/ 1 h 1095"/>
                <a:gd name="mins" fmla="min sw sh"/>
                <a:gd name="dsw" fmla="+- 0 sw mins"/>
                <a:gd name="dsh" fmla="+- 0 sh mins"/>
                <a:gd name="p0x0" fmla="*/ 0 w 4929"/>
                <a:gd name="p0y0" fmla="*/ 0 h 1095"/>
                <a:gd name="p0x1" fmla="*/ 4869 w 4929"/>
                <a:gd name="p0y1" fmla="*/ 0 h 1095"/>
                <a:gd name="p0x2" fmla="*/ 4903 w 4929"/>
                <a:gd name="p0y2" fmla="*/ 0 h 1095"/>
                <a:gd name="p0x3" fmla="*/ 4929 w 4929"/>
                <a:gd name="p0y3" fmla="*/ 26 h 1095"/>
                <a:gd name="p0x4" fmla="*/ 4929 w 4929"/>
                <a:gd name="p0y4" fmla="*/ 60 h 1095"/>
                <a:gd name="p0x5" fmla="*/ 4929 w 4929"/>
                <a:gd name="p0y5" fmla="*/ 1035 h 1095"/>
                <a:gd name="p0x6" fmla="*/ 4929 w 4929"/>
                <a:gd name="p0y6" fmla="*/ 1068 h 1095"/>
                <a:gd name="p0x7" fmla="*/ 4903 w 4929"/>
                <a:gd name="p0y7" fmla="*/ 1095 h 1095"/>
                <a:gd name="p0x8" fmla="*/ 4869 w 4929"/>
                <a:gd name="p0y8" fmla="*/ 1095 h 1095"/>
                <a:gd name="p0x9" fmla="*/ 0 w 4929"/>
                <a:gd name="p0y9" fmla="*/ 1095 h 1095"/>
                <a:gd name="p0x10" fmla="*/ 0 w 4929"/>
                <a:gd name="p0y10" fmla="*/ 0 h 10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close/>
                </a:path>
              </a:pathLst>
            </a:custGeom>
            <a:solidFill>
              <a:srgbClr val="2D5B99">
                <a:alpha val="5882"/>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任意多边形 42"/>
            <p:cNvSpPr/>
            <p:nvPr>
              <p:custDataLst>
                <p:tags r:id="rId31"/>
              </p:custDataLst>
            </p:nvPr>
          </p:nvSpPr>
          <p:spPr>
            <a:xfrm>
              <a:off x="7134" y="4710"/>
              <a:ext cx="45" cy="1095"/>
            </a:xfrm>
            <a:custGeom>
              <a:avLst/>
              <a:gdLst>
                <a:gd name="sw" fmla="*/ 1 w 45"/>
                <a:gd name="sh" fmla="*/ 1 h 1095"/>
                <a:gd name="mins" fmla="min sw sh"/>
                <a:gd name="dsw" fmla="+- 0 sw mins"/>
                <a:gd name="dsh" fmla="+- 0 sh mins"/>
                <a:gd name="p0x0" fmla="*/ 0 w 45"/>
                <a:gd name="p0y0" fmla="*/ 1095 h 1095"/>
                <a:gd name="p0x1" fmla="*/ 0 w 45"/>
                <a:gd name="p0y1" fmla="*/ 0 h 1095"/>
                <a:gd name="p0x2" fmla="*/ 45 w 45"/>
                <a:gd name="p0y2" fmla="*/ 0 h 1095"/>
                <a:gd name="p0x3" fmla="*/ 45 w 45"/>
                <a:gd name="p0y3" fmla="*/ 1095 h 1095"/>
                <a:gd name="p0x4" fmla="*/ 0 w 45"/>
                <a:gd name="p0y4" fmla="*/ 1095 h 1095"/>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5" name="任意多边形 34"/>
          <p:cNvSpPr/>
          <p:nvPr>
            <p:custDataLst>
              <p:tags r:id="rId32"/>
            </p:custDataLst>
          </p:nvPr>
        </p:nvSpPr>
        <p:spPr>
          <a:xfrm>
            <a:off x="4530090" y="1581150"/>
            <a:ext cx="342900" cy="342900"/>
          </a:xfrm>
          <a:custGeom>
            <a:avLst/>
            <a:gdLst>
              <a:gd name="sw" fmla="*/ 1 w 540"/>
              <a:gd name="sh" fmla="*/ 1 h 540"/>
              <a:gd name="mins" fmla="min sw sh"/>
              <a:gd name="dsw" fmla="+- 0 sw mins"/>
              <a:gd name="dsh" fmla="+- 0 sh mins"/>
              <a:gd name="p0x0" fmla="*/ 60 w 540"/>
              <a:gd name="p0y0" fmla="*/ 0 h 540"/>
              <a:gd name="p0x1" fmla="*/ 480 w 540"/>
              <a:gd name="p0y1" fmla="*/ 0 h 540"/>
              <a:gd name="p0x2" fmla="*/ 513 w 540"/>
              <a:gd name="p0y2" fmla="*/ 0 h 540"/>
              <a:gd name="p0x3" fmla="*/ 540 w 540"/>
              <a:gd name="p0y3" fmla="*/ 26 h 540"/>
              <a:gd name="p0x4" fmla="*/ 540 w 540"/>
              <a:gd name="p0y4" fmla="*/ 60 h 540"/>
              <a:gd name="p0x5" fmla="*/ 540 w 540"/>
              <a:gd name="p0y5" fmla="*/ 480 h 540"/>
              <a:gd name="p0x6" fmla="*/ 540 w 540"/>
              <a:gd name="p0y6" fmla="*/ 513 h 540"/>
              <a:gd name="p0x7" fmla="*/ 513 w 540"/>
              <a:gd name="p0y7" fmla="*/ 540 h 540"/>
              <a:gd name="p0x8" fmla="*/ 480 w 540"/>
              <a:gd name="p0y8" fmla="*/ 540 h 540"/>
              <a:gd name="p0x9" fmla="*/ 60 w 540"/>
              <a:gd name="p0y9" fmla="*/ 540 h 540"/>
              <a:gd name="p0x10" fmla="*/ 26 w 540"/>
              <a:gd name="p0y10" fmla="*/ 540 h 540"/>
              <a:gd name="p0x11" fmla="*/ 0 w 540"/>
              <a:gd name="p0y11" fmla="*/ 513 h 540"/>
              <a:gd name="p0x12" fmla="*/ 0 w 540"/>
              <a:gd name="p0y12" fmla="*/ 480 h 540"/>
              <a:gd name="p0x13" fmla="*/ 0 w 540"/>
              <a:gd name="p0y13" fmla="*/ 60 h 540"/>
              <a:gd name="p0x14" fmla="*/ 0 w 540"/>
              <a:gd name="p0y14" fmla="*/ 26 h 540"/>
              <a:gd name="p0x15" fmla="*/ 26 w 540"/>
              <a:gd name="p0y15" fmla="*/ 0 h 540"/>
              <a:gd name="p0x16" fmla="*/ 6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alpha val="7843"/>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rcRect t="-10000" b="-10000"/>
          <a:stretch>
            <a:fillRect/>
          </a:stretch>
        </p:blipFill>
        <p:spPr>
          <a:xfrm>
            <a:off x="4606290" y="1668780"/>
            <a:ext cx="190500" cy="160020"/>
          </a:xfrm>
          <a:prstGeom prst="rect">
            <a:avLst/>
          </a:prstGeom>
        </p:spPr>
      </p:pic>
      <p:sp>
        <p:nvSpPr>
          <p:cNvPr id="37" name="文本框 36"/>
          <p:cNvSpPr txBox="1"/>
          <p:nvPr>
            <p:custDataLst>
              <p:tags r:id="rId36"/>
            </p:custDataLst>
          </p:nvPr>
        </p:nvSpPr>
        <p:spPr>
          <a:xfrm>
            <a:off x="4987890" y="1636395"/>
            <a:ext cx="10287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前端技术栈</a:t>
            </a:r>
            <a:endParaRPr sz="1350" b="1">
              <a:solidFill>
                <a:srgbClr val="2D5B99"/>
              </a:solidFill>
              <a:latin typeface="黑体" panose="02010609060101010101" charset="-122"/>
              <a:ea typeface="黑体" panose="02010609060101010101" charset="-122"/>
            </a:endParaRPr>
          </a:p>
        </p:txBody>
      </p:sp>
      <p:sp>
        <p:nvSpPr>
          <p:cNvPr id="38" name="文本框 37"/>
          <p:cNvSpPr txBox="1"/>
          <p:nvPr>
            <p:custDataLst>
              <p:tags r:id="rId37"/>
            </p:custDataLst>
          </p:nvPr>
        </p:nvSpPr>
        <p:spPr>
          <a:xfrm>
            <a:off x="4530690" y="2256473"/>
            <a:ext cx="762000" cy="169545"/>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移动端</a:t>
            </a:r>
            <a:endParaRPr sz="1050">
              <a:solidFill>
                <a:srgbClr val="64748B"/>
              </a:solidFill>
              <a:latin typeface="黑体" panose="02010609060101010101" charset="-122"/>
              <a:ea typeface="黑体" panose="02010609060101010101" charset="-122"/>
            </a:endParaRPr>
          </a:p>
        </p:txBody>
      </p:sp>
      <p:sp>
        <p:nvSpPr>
          <p:cNvPr id="39" name="文本框 38"/>
          <p:cNvSpPr txBox="1"/>
          <p:nvPr>
            <p:custDataLst>
              <p:tags r:id="rId38"/>
            </p:custDataLst>
          </p:nvPr>
        </p:nvSpPr>
        <p:spPr>
          <a:xfrm>
            <a:off x="5292690" y="2247424"/>
            <a:ext cx="1904876" cy="187642"/>
          </a:xfrm>
          <a:prstGeom prst="rect">
            <a:avLst/>
          </a:prstGeom>
          <a:noFill/>
        </p:spPr>
        <p:txBody>
          <a:bodyPr wrap="square" lIns="0" tIns="0" rIns="0" bIns="0" rtlCol="0" anchor="t">
            <a:noAutofit/>
          </a:bodyPr>
          <a:p>
            <a:pPr algn="l">
              <a:lnSpc>
                <a:spcPct val="125000"/>
              </a:lnSpc>
            </a:pPr>
            <a:r>
              <a:rPr sz="1125" b="1">
                <a:solidFill>
                  <a:srgbClr val="1E293B"/>
                </a:solidFill>
                <a:latin typeface="宋体" panose="02010600030101010101" pitchFamily="2" charset="-122"/>
                <a:ea typeface="宋体" panose="02010600030101010101" pitchFamily="2" charset="-122"/>
              </a:rPr>
              <a:t>UniApp + Vue 3 + Pinia</a:t>
            </a:r>
            <a:endParaRPr sz="1125" b="1">
              <a:solidFill>
                <a:srgbClr val="1E293B"/>
              </a:solidFill>
              <a:latin typeface="宋体" panose="02010600030101010101" pitchFamily="2" charset="-122"/>
              <a:ea typeface="宋体" panose="02010600030101010101" pitchFamily="2" charset="-122"/>
            </a:endParaRPr>
          </a:p>
        </p:txBody>
      </p:sp>
      <p:sp>
        <p:nvSpPr>
          <p:cNvPr id="40" name="文本框 39"/>
          <p:cNvSpPr txBox="1"/>
          <p:nvPr>
            <p:custDataLst>
              <p:tags r:id="rId39"/>
            </p:custDataLst>
          </p:nvPr>
        </p:nvSpPr>
        <p:spPr>
          <a:xfrm>
            <a:off x="4530690" y="2604135"/>
            <a:ext cx="762000" cy="169545"/>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样式框架</a:t>
            </a:r>
            <a:endParaRPr sz="1050">
              <a:solidFill>
                <a:srgbClr val="64748B"/>
              </a:solidFill>
              <a:latin typeface="黑体" panose="02010609060101010101" charset="-122"/>
              <a:ea typeface="黑体" panose="02010609060101010101" charset="-122"/>
            </a:endParaRPr>
          </a:p>
        </p:txBody>
      </p:sp>
      <p:sp>
        <p:nvSpPr>
          <p:cNvPr id="41" name="文本框 40"/>
          <p:cNvSpPr txBox="1"/>
          <p:nvPr>
            <p:custDataLst>
              <p:tags r:id="rId40"/>
            </p:custDataLst>
          </p:nvPr>
        </p:nvSpPr>
        <p:spPr>
          <a:xfrm>
            <a:off x="5292690" y="2595086"/>
            <a:ext cx="959406" cy="187642"/>
          </a:xfrm>
          <a:prstGeom prst="rect">
            <a:avLst/>
          </a:prstGeom>
          <a:noFill/>
        </p:spPr>
        <p:txBody>
          <a:bodyPr wrap="square" lIns="0" tIns="0" rIns="0" bIns="0" rtlCol="0" anchor="t">
            <a:noAutofit/>
          </a:bodyPr>
          <a:p>
            <a:pPr algn="l">
              <a:lnSpc>
                <a:spcPct val="125000"/>
              </a:lnSpc>
            </a:pPr>
            <a:r>
              <a:rPr sz="1125" b="1">
                <a:solidFill>
                  <a:srgbClr val="1E293B"/>
                </a:solidFill>
                <a:latin typeface="宋体" panose="02010600030101010101" pitchFamily="2" charset="-122"/>
                <a:ea typeface="宋体" panose="02010600030101010101" pitchFamily="2" charset="-122"/>
              </a:rPr>
              <a:t>TailwindCSS</a:t>
            </a:r>
            <a:endParaRPr sz="1125" b="1">
              <a:solidFill>
                <a:srgbClr val="1E293B"/>
              </a:solidFill>
              <a:latin typeface="宋体" panose="02010600030101010101" pitchFamily="2" charset="-122"/>
              <a:ea typeface="宋体" panose="02010600030101010101" pitchFamily="2" charset="-122"/>
            </a:endParaRPr>
          </a:p>
        </p:txBody>
      </p:sp>
      <p:sp>
        <p:nvSpPr>
          <p:cNvPr id="45" name="文本框 44"/>
          <p:cNvSpPr txBox="1"/>
          <p:nvPr>
            <p:custDataLst>
              <p:tags r:id="rId41"/>
            </p:custDataLst>
          </p:nvPr>
        </p:nvSpPr>
        <p:spPr>
          <a:xfrm>
            <a:off x="4711665" y="3136106"/>
            <a:ext cx="2797140" cy="159067"/>
          </a:xfrm>
          <a:prstGeom prst="rect">
            <a:avLst/>
          </a:prstGeom>
          <a:noFill/>
        </p:spPr>
        <p:txBody>
          <a:bodyPr wrap="square" lIns="0" tIns="0" rIns="0" bIns="0" rtlCol="0" anchor="t">
            <a:noAutofit/>
          </a:bodyPr>
          <a:p>
            <a:pPr algn="l">
              <a:lnSpc>
                <a:spcPct val="125000"/>
              </a:lnSpc>
            </a:pPr>
            <a:r>
              <a:rPr sz="975" b="1">
                <a:solidFill>
                  <a:srgbClr val="2D5B99"/>
                </a:solidFill>
                <a:latin typeface="黑体" panose="02010609060101010101" charset="-122"/>
                <a:ea typeface="黑体" panose="02010609060101010101" charset="-122"/>
              </a:rPr>
              <a:t>技术优势</a:t>
            </a:r>
            <a:endParaRPr sz="975" b="1">
              <a:solidFill>
                <a:srgbClr val="2D5B99"/>
              </a:solidFill>
              <a:latin typeface="黑体" panose="02010609060101010101" charset="-122"/>
              <a:ea typeface="黑体" panose="02010609060101010101" charset="-122"/>
            </a:endParaRPr>
          </a:p>
        </p:txBody>
      </p:sp>
      <p:sp>
        <p:nvSpPr>
          <p:cNvPr id="46" name="文本框 45"/>
          <p:cNvSpPr txBox="1"/>
          <p:nvPr>
            <p:custDataLst>
              <p:tags r:id="rId42"/>
            </p:custDataLst>
          </p:nvPr>
        </p:nvSpPr>
        <p:spPr>
          <a:xfrm>
            <a:off x="4711665" y="3378994"/>
            <a:ext cx="2797140" cy="159067"/>
          </a:xfrm>
          <a:prstGeom prst="rect">
            <a:avLst/>
          </a:prstGeom>
          <a:noFill/>
        </p:spPr>
        <p:txBody>
          <a:bodyPr wrap="square" lIns="0" tIns="0" rIns="0" bIns="0" rtlCol="0" anchor="t">
            <a:noAutofit/>
          </a:bodyPr>
          <a:p>
            <a:pPr algn="l">
              <a:lnSpc>
                <a:spcPct val="125000"/>
              </a:lnSpc>
            </a:pPr>
            <a:r>
              <a:rPr sz="975">
                <a:solidFill>
                  <a:srgbClr val="475569"/>
                </a:solidFill>
                <a:latin typeface="宋体" panose="02010600030101010101" pitchFamily="2" charset="-122"/>
                <a:ea typeface="宋体" panose="02010600030101010101" pitchFamily="2" charset="-122"/>
              </a:rPr>
              <a:t>一套代码多端适配，响应式开发效率高</a:t>
            </a:r>
            <a:endParaRPr sz="975">
              <a:solidFill>
                <a:srgbClr val="475569"/>
              </a:solidFill>
              <a:latin typeface="宋体" panose="02010600030101010101" pitchFamily="2" charset="-122"/>
              <a:ea typeface="宋体" panose="02010600030101010101" pitchFamily="2" charset="-122"/>
            </a:endParaRPr>
          </a:p>
        </p:txBody>
      </p:sp>
      <p:grpSp>
        <p:nvGrpSpPr>
          <p:cNvPr id="76" name="组合 75"/>
          <p:cNvGrpSpPr/>
          <p:nvPr/>
        </p:nvGrpSpPr>
        <p:grpSpPr>
          <a:xfrm>
            <a:off x="8127365" y="1314450"/>
            <a:ext cx="3606800" cy="2609850"/>
            <a:chOff x="12799" y="2070"/>
            <a:chExt cx="5680" cy="4110"/>
          </a:xfrm>
          <a:effectLst>
            <a:outerShdw blurRad="42863" dist="9525" dir="5399999" algn="ctr" rotWithShape="0">
              <a:srgbClr val="000000">
                <a:alpha val="5098"/>
              </a:srgbClr>
            </a:outerShdw>
          </a:effectLst>
        </p:grpSpPr>
        <p:sp>
          <p:nvSpPr>
            <p:cNvPr id="47" name="任意多边形 46"/>
            <p:cNvSpPr/>
            <p:nvPr>
              <p:custDataLst>
                <p:tags r:id="rId43"/>
              </p:custDataLst>
            </p:nvPr>
          </p:nvSpPr>
          <p:spPr>
            <a:xfrm>
              <a:off x="12799" y="2070"/>
              <a:ext cx="5680" cy="4110"/>
            </a:xfrm>
            <a:custGeom>
              <a:avLst/>
              <a:gdLst>
                <a:gd name="sw" fmla="*/ 1 w 5679"/>
                <a:gd name="sh" fmla="*/ 1 h 4110"/>
                <a:gd name="mins" fmla="min sw sh"/>
                <a:gd name="dsw" fmla="+- 0 sw mins"/>
                <a:gd name="dsh" fmla="+- 0 sh mins"/>
                <a:gd name="p0x0" fmla="*/ 60 w 5679"/>
                <a:gd name="p0y0" fmla="*/ 0 h 4110"/>
                <a:gd name="p0x1" fmla="*/ 5619 w 5679"/>
                <a:gd name="p0y1" fmla="*/ 0 h 4110"/>
                <a:gd name="p0x2" fmla="*/ 5653 w 5679"/>
                <a:gd name="p0y2" fmla="*/ 0 h 4110"/>
                <a:gd name="p0x3" fmla="*/ 5679 w 5679"/>
                <a:gd name="p0y3" fmla="*/ 26 h 4110"/>
                <a:gd name="p0x4" fmla="*/ 5679 w 5679"/>
                <a:gd name="p0y4" fmla="*/ 60 h 4110"/>
                <a:gd name="p0x5" fmla="*/ 5679 w 5679"/>
                <a:gd name="p0y5" fmla="*/ 4050 h 4110"/>
                <a:gd name="p0x6" fmla="*/ 5679 w 5679"/>
                <a:gd name="p0y6" fmla="*/ 4083 h 4110"/>
                <a:gd name="p0x7" fmla="*/ 5653 w 5679"/>
                <a:gd name="p0y7" fmla="*/ 4110 h 4110"/>
                <a:gd name="p0x8" fmla="*/ 5619 w 5679"/>
                <a:gd name="p0y8" fmla="*/ 4110 h 4110"/>
                <a:gd name="p0x9" fmla="*/ 60 w 5679"/>
                <a:gd name="p0y9" fmla="*/ 4110 h 4110"/>
                <a:gd name="p0x10" fmla="*/ 26 w 5679"/>
                <a:gd name="p0y10" fmla="*/ 4110 h 4110"/>
                <a:gd name="p0x11" fmla="*/ 0 w 5679"/>
                <a:gd name="p0y11" fmla="*/ 4083 h 4110"/>
                <a:gd name="p0x12" fmla="*/ 0 w 5679"/>
                <a:gd name="p0y12" fmla="*/ 4050 h 4110"/>
                <a:gd name="p0x13" fmla="*/ 0 w 5679"/>
                <a:gd name="p0y13" fmla="*/ 60 h 4110"/>
                <a:gd name="p0x14" fmla="*/ 0 w 5679"/>
                <a:gd name="p0y14" fmla="*/ 26 h 4110"/>
                <a:gd name="p0x15" fmla="*/ 26 w 5679"/>
                <a:gd name="p0y15" fmla="*/ 0 h 4110"/>
                <a:gd name="p0x16" fmla="*/ 60 w 5679"/>
                <a:gd name="p0y16" fmla="*/ 0 h 411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任意多边形 47"/>
            <p:cNvSpPr/>
            <p:nvPr>
              <p:custDataLst>
                <p:tags r:id="rId44"/>
              </p:custDataLst>
            </p:nvPr>
          </p:nvSpPr>
          <p:spPr>
            <a:xfrm>
              <a:off x="12802" y="2070"/>
              <a:ext cx="5674" cy="60"/>
            </a:xfrm>
            <a:custGeom>
              <a:avLst/>
              <a:gdLst>
                <a:gd name="sw" fmla="*/ 1 w 5674"/>
                <a:gd name="sh" fmla="*/ 1 h 60"/>
                <a:gd name="mins" fmla="min sw sh"/>
                <a:gd name="dsw" fmla="+- 0 sw mins"/>
                <a:gd name="dsh" fmla="+- 0 sh mins"/>
                <a:gd name="p0x0" fmla="*/ 57 w 5674"/>
                <a:gd name="p0y0" fmla="*/ 0 h 60"/>
                <a:gd name="p0x1" fmla="*/ 5617 w 5674"/>
                <a:gd name="p0y1" fmla="*/ 0 h 60"/>
                <a:gd name="p0x2" fmla="*/ 5643 w 5674"/>
                <a:gd name="p0y2" fmla="*/ 0 h 60"/>
                <a:gd name="p0x3" fmla="*/ 5666 w 5674"/>
                <a:gd name="p0y3" fmla="*/ 17 h 60"/>
                <a:gd name="p0x4" fmla="*/ 5674 w 5674"/>
                <a:gd name="p0y4" fmla="*/ 41 h 60"/>
                <a:gd name="p0x5" fmla="*/ 5662 w 5674"/>
                <a:gd name="p0y5" fmla="*/ 60 h 60"/>
                <a:gd name="p0x6" fmla="*/ 57 w 5674"/>
                <a:gd name="p0y6" fmla="*/ 60 h 60"/>
                <a:gd name="p0x7" fmla="*/ 0 w 5674"/>
                <a:gd name="p0y7" fmla="*/ 41 h 60"/>
                <a:gd name="p0x8" fmla="*/ 0 w 5674"/>
                <a:gd name="p0y8" fmla="*/ 41 h 60"/>
                <a:gd name="p0x9" fmla="*/ 7 w 5674"/>
                <a:gd name="p0y9" fmla="*/ 17 h 60"/>
                <a:gd name="p0x10" fmla="*/ 30 w 5674"/>
                <a:gd name="p0y10" fmla="*/ 0 h 60"/>
                <a:gd name="p0x11" fmla="*/ 57 w 5674"/>
                <a:gd name="p0y11" fmla="*/ 0 h 60"/>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任意多边形 48"/>
            <p:cNvSpPr/>
            <p:nvPr>
              <p:custDataLst>
                <p:tags r:id="rId45"/>
              </p:custDataLst>
            </p:nvPr>
          </p:nvSpPr>
          <p:spPr>
            <a:xfrm>
              <a:off x="18451" y="2111"/>
              <a:ext cx="28" cy="4051"/>
            </a:xfrm>
            <a:custGeom>
              <a:avLst/>
              <a:gdLst>
                <a:gd name="sw" fmla="*/ 1 w 28"/>
                <a:gd name="sh" fmla="*/ 1 h 4050"/>
                <a:gd name="mins" fmla="min sw sh"/>
                <a:gd name="dsw" fmla="+- 0 sw mins"/>
                <a:gd name="dsh" fmla="+- 0 sh mins"/>
                <a:gd name="p0x0" fmla="*/ 28 w 28"/>
                <a:gd name="p0y0" fmla="*/ 18 h 4050"/>
                <a:gd name="p0x1" fmla="*/ 28 w 28"/>
                <a:gd name="p0y1" fmla="*/ 4008 h 4050"/>
                <a:gd name="p0x2" fmla="*/ 28 w 28"/>
                <a:gd name="p0y2" fmla="*/ 4025 h 4050"/>
                <a:gd name="p0x3" fmla="*/ 21 w 28"/>
                <a:gd name="p0y3" fmla="*/ 4040 h 4050"/>
                <a:gd name="p0x4" fmla="*/ 10 w 28"/>
                <a:gd name="p0y4" fmla="*/ 4050 h 4050"/>
                <a:gd name="p0x5" fmla="*/ 0 w 28"/>
                <a:gd name="p0y5" fmla="*/ 4040 h 4050"/>
                <a:gd name="p0x6" fmla="*/ 8 w 28"/>
                <a:gd name="p0y6" fmla="*/ 4032 h 4050"/>
                <a:gd name="p0x7" fmla="*/ 13 w 28"/>
                <a:gd name="p0y7" fmla="*/ 4020 h 4050"/>
                <a:gd name="p0x8" fmla="*/ 13 w 28"/>
                <a:gd name="p0y8" fmla="*/ 4008 h 4050"/>
                <a:gd name="p0x9" fmla="*/ 13 w 28"/>
                <a:gd name="p0y9" fmla="*/ 18 h 4050"/>
                <a:gd name="p0x10" fmla="*/ 25 w 28"/>
                <a:gd name="p0y10" fmla="*/ 0 h 4050"/>
                <a:gd name="p0x11" fmla="*/ 25 w 28"/>
                <a:gd name="p0y11" fmla="*/ 0 h 4050"/>
                <a:gd name="p0x12" fmla="*/ 27 w 28"/>
                <a:gd name="p0y12" fmla="*/ 5 h 4050"/>
                <a:gd name="p0x13" fmla="*/ 28 w 28"/>
                <a:gd name="p0y13" fmla="*/ 12 h 4050"/>
                <a:gd name="p0x14" fmla="*/ 28 w 28"/>
                <a:gd name="p0y14" fmla="*/ 18 h 405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任意多边形 49"/>
            <p:cNvSpPr/>
            <p:nvPr>
              <p:custDataLst>
                <p:tags r:id="rId46"/>
              </p:custDataLst>
            </p:nvPr>
          </p:nvSpPr>
          <p:spPr>
            <a:xfrm>
              <a:off x="12817" y="6151"/>
              <a:ext cx="5645" cy="29"/>
            </a:xfrm>
            <a:custGeom>
              <a:avLst/>
              <a:gdLst>
                <a:gd name="sw" fmla="*/ 1 w 5644"/>
                <a:gd name="sh" fmla="*/ 1 h 28"/>
                <a:gd name="mins" fmla="min sw sh"/>
                <a:gd name="dsw" fmla="+- 0 sw mins"/>
                <a:gd name="dsh" fmla="+- 0 sh mins"/>
                <a:gd name="p0x0" fmla="*/ 5602 w 5644"/>
                <a:gd name="p0y0" fmla="*/ 28 h 28"/>
                <a:gd name="p0x1" fmla="*/ 42 w 5644"/>
                <a:gd name="p0y1" fmla="*/ 28 h 28"/>
                <a:gd name="p0x2" fmla="*/ 25 w 5644"/>
                <a:gd name="p0y2" fmla="*/ 28 h 28"/>
                <a:gd name="p0x3" fmla="*/ 10 w 5644"/>
                <a:gd name="p0y3" fmla="*/ 21 h 28"/>
                <a:gd name="p0x4" fmla="*/ 0 w 5644"/>
                <a:gd name="p0y4" fmla="*/ 10 h 28"/>
                <a:gd name="p0x5" fmla="*/ 10 w 5644"/>
                <a:gd name="p0y5" fmla="*/ 0 h 28"/>
                <a:gd name="p0x6" fmla="*/ 18 w 5644"/>
                <a:gd name="p0y6" fmla="*/ 8 h 28"/>
                <a:gd name="p0x7" fmla="*/ 30 w 5644"/>
                <a:gd name="p0y7" fmla="*/ 13 h 28"/>
                <a:gd name="p0x8" fmla="*/ 42 w 5644"/>
                <a:gd name="p0y8" fmla="*/ 13 h 28"/>
                <a:gd name="p0x9" fmla="*/ 5602 w 5644"/>
                <a:gd name="p0y9" fmla="*/ 13 h 28"/>
                <a:gd name="p0x10" fmla="*/ 5614 w 5644"/>
                <a:gd name="p0y10" fmla="*/ 13 h 28"/>
                <a:gd name="p0x11" fmla="*/ 5626 w 5644"/>
                <a:gd name="p0y11" fmla="*/ 8 h 28"/>
                <a:gd name="p0x12" fmla="*/ 5634 w 5644"/>
                <a:gd name="p0y12" fmla="*/ 0 h 28"/>
                <a:gd name="p0x13" fmla="*/ 5644 w 5644"/>
                <a:gd name="p0y13" fmla="*/ 10 h 28"/>
                <a:gd name="p0x14" fmla="*/ 5633 w 5644"/>
                <a:gd name="p0y14" fmla="*/ 21 h 28"/>
                <a:gd name="p0x15" fmla="*/ 5618 w 5644"/>
                <a:gd name="p0y15" fmla="*/ 28 h 28"/>
                <a:gd name="p0x16" fmla="*/ 5602 w 5644"/>
                <a:gd name="p0y16" fmla="*/ 28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任意多边形 50"/>
            <p:cNvSpPr/>
            <p:nvPr>
              <p:custDataLst>
                <p:tags r:id="rId47"/>
              </p:custDataLst>
            </p:nvPr>
          </p:nvSpPr>
          <p:spPr>
            <a:xfrm>
              <a:off x="12799" y="2111"/>
              <a:ext cx="29" cy="4051"/>
            </a:xfrm>
            <a:custGeom>
              <a:avLst/>
              <a:gdLst>
                <a:gd name="sw" fmla="*/ 1 w 28"/>
                <a:gd name="sh" fmla="*/ 1 h 4050"/>
                <a:gd name="mins" fmla="min sw sh"/>
                <a:gd name="dsw" fmla="+- 0 sw mins"/>
                <a:gd name="dsh" fmla="+- 0 sh mins"/>
                <a:gd name="p0x0" fmla="*/ 0 w 28"/>
                <a:gd name="p0y0" fmla="*/ 4008 h 4050"/>
                <a:gd name="p0x1" fmla="*/ 0 w 28"/>
                <a:gd name="p0y1" fmla="*/ 18 h 4050"/>
                <a:gd name="p0x2" fmla="*/ 0 w 28"/>
                <a:gd name="p0y2" fmla="*/ 12 h 4050"/>
                <a:gd name="p0x3" fmla="*/ 1 w 28"/>
                <a:gd name="p0y3" fmla="*/ 5 h 4050"/>
                <a:gd name="p0x4" fmla="*/ 2 w 28"/>
                <a:gd name="p0y4" fmla="*/ 0 h 4050"/>
                <a:gd name="p0x5" fmla="*/ 15 w 28"/>
                <a:gd name="p0y5" fmla="*/ 18 h 4050"/>
                <a:gd name="p0x6" fmla="*/ 15 w 28"/>
                <a:gd name="p0y6" fmla="*/ 4008 h 4050"/>
                <a:gd name="p0x7" fmla="*/ 15 w 28"/>
                <a:gd name="p0y7" fmla="*/ 4020 h 4050"/>
                <a:gd name="p0x8" fmla="*/ 20 w 28"/>
                <a:gd name="p0y8" fmla="*/ 4032 h 4050"/>
                <a:gd name="p0x9" fmla="*/ 28 w 28"/>
                <a:gd name="p0y9" fmla="*/ 4040 h 4050"/>
                <a:gd name="p0x10" fmla="*/ 17 w 28"/>
                <a:gd name="p0y10" fmla="*/ 4050 h 4050"/>
                <a:gd name="p0x11" fmla="*/ 6 w 28"/>
                <a:gd name="p0y11" fmla="*/ 4040 h 4050"/>
                <a:gd name="p0x12" fmla="*/ 0 w 28"/>
                <a:gd name="p0y12" fmla="*/ 4025 h 4050"/>
                <a:gd name="p0x13" fmla="*/ 0 w 28"/>
                <a:gd name="p0y13" fmla="*/ 4008 h 405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7" name="组合 76"/>
          <p:cNvGrpSpPr/>
          <p:nvPr/>
        </p:nvGrpSpPr>
        <p:grpSpPr>
          <a:xfrm>
            <a:off x="8365490" y="1581150"/>
            <a:ext cx="3130550" cy="504190"/>
            <a:chOff x="13174" y="2490"/>
            <a:chExt cx="4930" cy="794"/>
          </a:xfrm>
        </p:grpSpPr>
        <p:sp>
          <p:nvSpPr>
            <p:cNvPr id="53" name="任意多边形 52"/>
            <p:cNvSpPr/>
            <p:nvPr>
              <p:custDataLst>
                <p:tags r:id="rId48"/>
              </p:custDataLst>
            </p:nvPr>
          </p:nvSpPr>
          <p:spPr>
            <a:xfrm>
              <a:off x="13174" y="2490"/>
              <a:ext cx="4930" cy="795"/>
            </a:xfrm>
            <a:custGeom>
              <a:avLst/>
              <a:gdLst>
                <a:gd name="sw" fmla="*/ 1 w 4929"/>
                <a:gd name="sh" fmla="*/ 1 h 795"/>
                <a:gd name="mins" fmla="min sw sh"/>
                <a:gd name="dsw" fmla="+- 0 sw mins"/>
                <a:gd name="dsh" fmla="+- 0 sh mins"/>
                <a:gd name="p0x0" fmla="*/ 0 w 4929"/>
                <a:gd name="p0y0" fmla="*/ 0 h 795"/>
                <a:gd name="p0x1" fmla="*/ 4929 w 4929"/>
                <a:gd name="p0y1" fmla="*/ 0 h 795"/>
                <a:gd name="p0x2" fmla="*/ 4929 w 4929"/>
                <a:gd name="p0y2" fmla="*/ 795 h 795"/>
                <a:gd name="p0x3" fmla="*/ 0 w 4929"/>
                <a:gd name="p0y3" fmla="*/ 795 h 795"/>
                <a:gd name="p0x4" fmla="*/ 0 w 4929"/>
                <a:gd name="p0y4" fmla="*/ 0 h 79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任意多边形 53"/>
            <p:cNvSpPr/>
            <p:nvPr>
              <p:custDataLst>
                <p:tags r:id="rId49"/>
              </p:custDataLst>
            </p:nvPr>
          </p:nvSpPr>
          <p:spPr>
            <a:xfrm>
              <a:off x="13174" y="3270"/>
              <a:ext cx="4930" cy="15"/>
            </a:xfrm>
            <a:custGeom>
              <a:avLst/>
              <a:gdLst>
                <a:gd name="sw" fmla="*/ 1 w 4929"/>
                <a:gd name="sh" fmla="*/ 1 h 15"/>
                <a:gd name="mins" fmla="min sw sh"/>
                <a:gd name="dsw" fmla="+- 0 sw mins"/>
                <a:gd name="dsh" fmla="+- 0 sh mins"/>
                <a:gd name="p0x0" fmla="*/ 4929 w 4929"/>
                <a:gd name="p0y0" fmla="*/ 15 h 15"/>
                <a:gd name="p0x1" fmla="*/ 0 w 4929"/>
                <a:gd name="p0y1" fmla="*/ 15 h 15"/>
                <a:gd name="p0x2" fmla="*/ 0 w 4929"/>
                <a:gd name="p0y2" fmla="*/ 0 h 15"/>
                <a:gd name="p0x3" fmla="*/ 4929 w 4929"/>
                <a:gd name="p0y3" fmla="*/ 0 h 15"/>
                <a:gd name="p0x4" fmla="*/ 4929 w 4929"/>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8" name="组合 77"/>
          <p:cNvGrpSpPr/>
          <p:nvPr/>
        </p:nvGrpSpPr>
        <p:grpSpPr>
          <a:xfrm>
            <a:off x="8365490" y="2990850"/>
            <a:ext cx="3130550" cy="694690"/>
            <a:chOff x="13174" y="4710"/>
            <a:chExt cx="4930" cy="1094"/>
          </a:xfrm>
        </p:grpSpPr>
        <p:sp>
          <p:nvSpPr>
            <p:cNvPr id="62" name="任意多边形 61"/>
            <p:cNvSpPr/>
            <p:nvPr>
              <p:custDataLst>
                <p:tags r:id="rId50"/>
              </p:custDataLst>
            </p:nvPr>
          </p:nvSpPr>
          <p:spPr>
            <a:xfrm>
              <a:off x="13174" y="4710"/>
              <a:ext cx="4930" cy="1095"/>
            </a:xfrm>
            <a:custGeom>
              <a:avLst/>
              <a:gdLst>
                <a:gd name="sw" fmla="*/ 1 w 4929"/>
                <a:gd name="sh" fmla="*/ 1 h 1095"/>
                <a:gd name="mins" fmla="min sw sh"/>
                <a:gd name="dsw" fmla="+- 0 sw mins"/>
                <a:gd name="dsh" fmla="+- 0 sh mins"/>
                <a:gd name="p0x0" fmla="*/ 0 w 4929"/>
                <a:gd name="p0y0" fmla="*/ 0 h 1095"/>
                <a:gd name="p0x1" fmla="*/ 4869 w 4929"/>
                <a:gd name="p0y1" fmla="*/ 0 h 1095"/>
                <a:gd name="p0x2" fmla="*/ 4903 w 4929"/>
                <a:gd name="p0y2" fmla="*/ 0 h 1095"/>
                <a:gd name="p0x3" fmla="*/ 4929 w 4929"/>
                <a:gd name="p0y3" fmla="*/ 26 h 1095"/>
                <a:gd name="p0x4" fmla="*/ 4929 w 4929"/>
                <a:gd name="p0y4" fmla="*/ 60 h 1095"/>
                <a:gd name="p0x5" fmla="*/ 4929 w 4929"/>
                <a:gd name="p0y5" fmla="*/ 1035 h 1095"/>
                <a:gd name="p0x6" fmla="*/ 4929 w 4929"/>
                <a:gd name="p0y6" fmla="*/ 1068 h 1095"/>
                <a:gd name="p0x7" fmla="*/ 4903 w 4929"/>
                <a:gd name="p0y7" fmla="*/ 1095 h 1095"/>
                <a:gd name="p0x8" fmla="*/ 4869 w 4929"/>
                <a:gd name="p0y8" fmla="*/ 1095 h 1095"/>
                <a:gd name="p0x9" fmla="*/ 0 w 4929"/>
                <a:gd name="p0y9" fmla="*/ 1095 h 1095"/>
                <a:gd name="p0x10" fmla="*/ 0 w 4929"/>
                <a:gd name="p0y10" fmla="*/ 0 h 10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close/>
                </a:path>
              </a:pathLst>
            </a:custGeom>
            <a:solidFill>
              <a:srgbClr val="2D5B99">
                <a:alpha val="5882"/>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任意多边形 62"/>
            <p:cNvSpPr/>
            <p:nvPr>
              <p:custDataLst>
                <p:tags r:id="rId51"/>
              </p:custDataLst>
            </p:nvPr>
          </p:nvSpPr>
          <p:spPr>
            <a:xfrm>
              <a:off x="13174" y="4710"/>
              <a:ext cx="45" cy="1095"/>
            </a:xfrm>
            <a:custGeom>
              <a:avLst/>
              <a:gdLst>
                <a:gd name="sw" fmla="*/ 1 w 45"/>
                <a:gd name="sh" fmla="*/ 1 h 1095"/>
                <a:gd name="mins" fmla="min sw sh"/>
                <a:gd name="dsw" fmla="+- 0 sw mins"/>
                <a:gd name="dsh" fmla="+- 0 sh mins"/>
                <a:gd name="p0x0" fmla="*/ 0 w 45"/>
                <a:gd name="p0y0" fmla="*/ 1095 h 1095"/>
                <a:gd name="p0x1" fmla="*/ 0 w 45"/>
                <a:gd name="p0y1" fmla="*/ 0 h 1095"/>
                <a:gd name="p0x2" fmla="*/ 45 w 45"/>
                <a:gd name="p0y2" fmla="*/ 0 h 1095"/>
                <a:gd name="p0x3" fmla="*/ 45 w 45"/>
                <a:gd name="p0y3" fmla="*/ 1095 h 1095"/>
                <a:gd name="p0x4" fmla="*/ 0 w 45"/>
                <a:gd name="p0y4" fmla="*/ 1095 h 1095"/>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6" name="任意多边形 55"/>
          <p:cNvSpPr/>
          <p:nvPr>
            <p:custDataLst>
              <p:tags r:id="rId52"/>
            </p:custDataLst>
          </p:nvPr>
        </p:nvSpPr>
        <p:spPr>
          <a:xfrm>
            <a:off x="8365490" y="1581150"/>
            <a:ext cx="342900" cy="342900"/>
          </a:xfrm>
          <a:custGeom>
            <a:avLst/>
            <a:gdLst>
              <a:gd name="sw" fmla="*/ 1 w 540"/>
              <a:gd name="sh" fmla="*/ 1 h 540"/>
              <a:gd name="mins" fmla="min sw sh"/>
              <a:gd name="dsw" fmla="+- 0 sw mins"/>
              <a:gd name="dsh" fmla="+- 0 sh mins"/>
              <a:gd name="p0x0" fmla="*/ 60 w 540"/>
              <a:gd name="p0y0" fmla="*/ 0 h 540"/>
              <a:gd name="p0x1" fmla="*/ 480 w 540"/>
              <a:gd name="p0y1" fmla="*/ 0 h 540"/>
              <a:gd name="p0x2" fmla="*/ 513 w 540"/>
              <a:gd name="p0y2" fmla="*/ 0 h 540"/>
              <a:gd name="p0x3" fmla="*/ 540 w 540"/>
              <a:gd name="p0y3" fmla="*/ 26 h 540"/>
              <a:gd name="p0x4" fmla="*/ 540 w 540"/>
              <a:gd name="p0y4" fmla="*/ 60 h 540"/>
              <a:gd name="p0x5" fmla="*/ 540 w 540"/>
              <a:gd name="p0y5" fmla="*/ 480 h 540"/>
              <a:gd name="p0x6" fmla="*/ 540 w 540"/>
              <a:gd name="p0y6" fmla="*/ 513 h 540"/>
              <a:gd name="p0x7" fmla="*/ 513 w 540"/>
              <a:gd name="p0y7" fmla="*/ 540 h 540"/>
              <a:gd name="p0x8" fmla="*/ 480 w 540"/>
              <a:gd name="p0y8" fmla="*/ 540 h 540"/>
              <a:gd name="p0x9" fmla="*/ 60 w 540"/>
              <a:gd name="p0y9" fmla="*/ 540 h 540"/>
              <a:gd name="p0x10" fmla="*/ 26 w 540"/>
              <a:gd name="p0y10" fmla="*/ 540 h 540"/>
              <a:gd name="p0x11" fmla="*/ 0 w 540"/>
              <a:gd name="p0y11" fmla="*/ 513 h 540"/>
              <a:gd name="p0x12" fmla="*/ 0 w 540"/>
              <a:gd name="p0y12" fmla="*/ 480 h 540"/>
              <a:gd name="p0x13" fmla="*/ 0 w 540"/>
              <a:gd name="p0y13" fmla="*/ 60 h 540"/>
              <a:gd name="p0x14" fmla="*/ 0 w 540"/>
              <a:gd name="p0y14" fmla="*/ 26 h 540"/>
              <a:gd name="p0x15" fmla="*/ 26 w 540"/>
              <a:gd name="p0y15" fmla="*/ 0 h 540"/>
              <a:gd name="p0x16" fmla="*/ 6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alpha val="7843"/>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7" name="图片 56"/>
          <p:cNvPicPr>
            <a:picLocks noChangeAspect="1"/>
          </p:cNvPicPr>
          <p:nvPr>
            <p:custDataLst>
              <p:tags r:id="rId53"/>
            </p:custDataLst>
          </p:nvPr>
        </p:nvPicPr>
        <p:blipFill>
          <a:blip r:embed="rId54">
            <a:extLst>
              <a:ext uri="{96DAC541-7B7A-43D3-8B79-37D633B846F1}">
                <asvg:svgBlip xmlns:asvg="http://schemas.microsoft.com/office/drawing/2016/SVG/main" r:embed="rId55"/>
              </a:ext>
            </a:extLst>
          </a:blip>
          <a:srcRect t="-2500" b="-2500"/>
          <a:stretch>
            <a:fillRect/>
          </a:stretch>
        </p:blipFill>
        <p:spPr>
          <a:xfrm>
            <a:off x="8470265" y="1668780"/>
            <a:ext cx="133350" cy="160020"/>
          </a:xfrm>
          <a:prstGeom prst="rect">
            <a:avLst/>
          </a:prstGeom>
        </p:spPr>
      </p:pic>
      <p:sp>
        <p:nvSpPr>
          <p:cNvPr id="58" name="文本框 57"/>
          <p:cNvSpPr txBox="1"/>
          <p:nvPr>
            <p:custDataLst>
              <p:tags r:id="rId56"/>
            </p:custDataLst>
          </p:nvPr>
        </p:nvSpPr>
        <p:spPr>
          <a:xfrm>
            <a:off x="8823246" y="1636395"/>
            <a:ext cx="85725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数据存储</a:t>
            </a:r>
            <a:endParaRPr sz="1350" b="1">
              <a:solidFill>
                <a:srgbClr val="2D5B99"/>
              </a:solidFill>
              <a:latin typeface="黑体" panose="02010609060101010101" charset="-122"/>
              <a:ea typeface="黑体" panose="02010609060101010101" charset="-122"/>
            </a:endParaRPr>
          </a:p>
        </p:txBody>
      </p:sp>
      <p:sp>
        <p:nvSpPr>
          <p:cNvPr id="59" name="文本框 58"/>
          <p:cNvSpPr txBox="1"/>
          <p:nvPr>
            <p:custDataLst>
              <p:tags r:id="rId57"/>
            </p:custDataLst>
          </p:nvPr>
        </p:nvSpPr>
        <p:spPr>
          <a:xfrm>
            <a:off x="8366046" y="2247424"/>
            <a:ext cx="1685334" cy="187642"/>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关系型数据库</a:t>
            </a:r>
            <a:r>
              <a:rPr sz="1125" b="1">
                <a:solidFill>
                  <a:srgbClr val="1E293B"/>
                </a:solidFill>
                <a:latin typeface="宋体" panose="02010600030101010101" pitchFamily="2" charset="-122"/>
                <a:ea typeface="宋体" panose="02010600030101010101" pitchFamily="2" charset="-122"/>
              </a:rPr>
              <a:t>PostgreSQL</a:t>
            </a:r>
            <a:endParaRPr sz="1125" b="1">
              <a:solidFill>
                <a:srgbClr val="1E293B"/>
              </a:solidFill>
              <a:latin typeface="宋体" panose="02010600030101010101" pitchFamily="2" charset="-122"/>
              <a:ea typeface="宋体" panose="02010600030101010101" pitchFamily="2" charset="-122"/>
            </a:endParaRPr>
          </a:p>
        </p:txBody>
      </p:sp>
      <p:sp>
        <p:nvSpPr>
          <p:cNvPr id="60" name="文本框 59"/>
          <p:cNvSpPr txBox="1"/>
          <p:nvPr>
            <p:custDataLst>
              <p:tags r:id="rId58"/>
            </p:custDataLst>
          </p:nvPr>
        </p:nvSpPr>
        <p:spPr>
          <a:xfrm>
            <a:off x="8366046" y="2604135"/>
            <a:ext cx="762000" cy="169545"/>
          </a:xfrm>
          <a:prstGeom prst="rect">
            <a:avLst/>
          </a:prstGeom>
          <a:noFill/>
        </p:spPr>
        <p:txBody>
          <a:bodyPr wrap="square" lIns="0" tIns="0" rIns="0" bIns="0" rtlCol="0" anchor="t">
            <a:noAutofit/>
          </a:bodyPr>
          <a:p>
            <a:pPr algn="l">
              <a:lnSpc>
                <a:spcPct val="125000"/>
              </a:lnSpc>
            </a:pPr>
            <a:r>
              <a:rPr sz="1050">
                <a:solidFill>
                  <a:srgbClr val="64748B"/>
                </a:solidFill>
                <a:latin typeface="黑体" panose="02010609060101010101" charset="-122"/>
                <a:ea typeface="黑体" panose="02010609060101010101" charset="-122"/>
              </a:rPr>
              <a:t>缓存</a:t>
            </a:r>
            <a:endParaRPr sz="1050">
              <a:solidFill>
                <a:srgbClr val="64748B"/>
              </a:solidFill>
              <a:latin typeface="黑体" panose="02010609060101010101" charset="-122"/>
              <a:ea typeface="黑体" panose="02010609060101010101" charset="-122"/>
            </a:endParaRPr>
          </a:p>
        </p:txBody>
      </p:sp>
      <p:sp>
        <p:nvSpPr>
          <p:cNvPr id="61" name="文本框 60"/>
          <p:cNvSpPr txBox="1"/>
          <p:nvPr>
            <p:custDataLst>
              <p:tags r:id="rId59"/>
            </p:custDataLst>
          </p:nvPr>
        </p:nvSpPr>
        <p:spPr>
          <a:xfrm>
            <a:off x="9128046" y="2595086"/>
            <a:ext cx="659730" cy="187642"/>
          </a:xfrm>
          <a:prstGeom prst="rect">
            <a:avLst/>
          </a:prstGeom>
          <a:noFill/>
        </p:spPr>
        <p:txBody>
          <a:bodyPr wrap="square" lIns="0" tIns="0" rIns="0" bIns="0" rtlCol="0" anchor="t">
            <a:noAutofit/>
          </a:bodyPr>
          <a:p>
            <a:pPr algn="l">
              <a:lnSpc>
                <a:spcPct val="125000"/>
              </a:lnSpc>
            </a:pPr>
            <a:r>
              <a:rPr sz="1125" b="1">
                <a:solidFill>
                  <a:srgbClr val="1E293B"/>
                </a:solidFill>
                <a:latin typeface="宋体" panose="02010600030101010101" pitchFamily="2" charset="-122"/>
                <a:ea typeface="宋体" panose="02010600030101010101" pitchFamily="2" charset="-122"/>
              </a:rPr>
              <a:t>Redis 7</a:t>
            </a:r>
            <a:endParaRPr sz="1125" b="1">
              <a:solidFill>
                <a:srgbClr val="1E293B"/>
              </a:solidFill>
              <a:latin typeface="宋体" panose="02010600030101010101" pitchFamily="2" charset="-122"/>
              <a:ea typeface="宋体" panose="02010600030101010101" pitchFamily="2" charset="-122"/>
            </a:endParaRPr>
          </a:p>
        </p:txBody>
      </p:sp>
      <p:sp>
        <p:nvSpPr>
          <p:cNvPr id="65" name="文本框 64"/>
          <p:cNvSpPr txBox="1"/>
          <p:nvPr>
            <p:custDataLst>
              <p:tags r:id="rId60"/>
            </p:custDataLst>
          </p:nvPr>
        </p:nvSpPr>
        <p:spPr>
          <a:xfrm>
            <a:off x="8547021" y="3136106"/>
            <a:ext cx="2797140" cy="159067"/>
          </a:xfrm>
          <a:prstGeom prst="rect">
            <a:avLst/>
          </a:prstGeom>
          <a:noFill/>
        </p:spPr>
        <p:txBody>
          <a:bodyPr wrap="square" lIns="0" tIns="0" rIns="0" bIns="0" rtlCol="0" anchor="t">
            <a:noAutofit/>
          </a:bodyPr>
          <a:p>
            <a:pPr algn="l">
              <a:lnSpc>
                <a:spcPct val="125000"/>
              </a:lnSpc>
            </a:pPr>
            <a:r>
              <a:rPr sz="975" b="1">
                <a:solidFill>
                  <a:srgbClr val="2D5B99"/>
                </a:solidFill>
                <a:latin typeface="黑体" panose="02010609060101010101" charset="-122"/>
                <a:ea typeface="黑体" panose="02010609060101010101" charset="-122"/>
              </a:rPr>
              <a:t>技术优势</a:t>
            </a:r>
            <a:endParaRPr sz="975" b="1">
              <a:solidFill>
                <a:srgbClr val="2D5B99"/>
              </a:solidFill>
              <a:latin typeface="黑体" panose="02010609060101010101" charset="-122"/>
              <a:ea typeface="黑体" panose="02010609060101010101" charset="-122"/>
            </a:endParaRPr>
          </a:p>
        </p:txBody>
      </p:sp>
      <p:sp>
        <p:nvSpPr>
          <p:cNvPr id="66" name="文本框 65"/>
          <p:cNvSpPr txBox="1"/>
          <p:nvPr>
            <p:custDataLst>
              <p:tags r:id="rId61"/>
            </p:custDataLst>
          </p:nvPr>
        </p:nvSpPr>
        <p:spPr>
          <a:xfrm>
            <a:off x="8547021" y="3378994"/>
            <a:ext cx="2797140" cy="159067"/>
          </a:xfrm>
          <a:prstGeom prst="rect">
            <a:avLst/>
          </a:prstGeom>
          <a:noFill/>
        </p:spPr>
        <p:txBody>
          <a:bodyPr wrap="square" lIns="0" tIns="0" rIns="0" bIns="0" rtlCol="0" anchor="t">
            <a:noAutofit/>
          </a:bodyPr>
          <a:p>
            <a:pPr algn="l">
              <a:lnSpc>
                <a:spcPct val="125000"/>
              </a:lnSpc>
            </a:pPr>
            <a:r>
              <a:rPr lang="zh-CN" altLang="en-US" sz="975">
                <a:solidFill>
                  <a:srgbClr val="475569"/>
                </a:solidFill>
                <a:latin typeface="宋体" panose="02010600030101010101" pitchFamily="2" charset="-122"/>
                <a:ea typeface="宋体" panose="02010600030101010101" pitchFamily="2" charset="-122"/>
                <a:cs typeface="宋体" panose="02010600030101010101" pitchFamily="2" charset="-122"/>
              </a:rPr>
              <a:t>支持</a:t>
            </a:r>
            <a:r>
              <a:rPr lang="en-US" altLang="zh-CN" sz="975">
                <a:solidFill>
                  <a:srgbClr val="475569"/>
                </a:solidFill>
                <a:latin typeface="宋体" panose="02010600030101010101" pitchFamily="2" charset="-122"/>
                <a:ea typeface="宋体" panose="02010600030101010101" pitchFamily="2" charset="-122"/>
                <a:cs typeface="宋体" panose="02010600030101010101" pitchFamily="2" charset="-122"/>
              </a:rPr>
              <a:t>JSONB</a:t>
            </a:r>
            <a:r>
              <a:rPr lang="zh-CN" altLang="en-US" sz="975">
                <a:solidFill>
                  <a:srgbClr val="475569"/>
                </a:solidFill>
                <a:latin typeface="宋体" panose="02010600030101010101" pitchFamily="2" charset="-122"/>
                <a:ea typeface="宋体" panose="02010600030101010101" pitchFamily="2" charset="-122"/>
                <a:cs typeface="宋体" panose="02010600030101010101" pitchFamily="2" charset="-122"/>
              </a:rPr>
              <a:t>灵活存储，缓存提升高并发性能</a:t>
            </a:r>
            <a:endParaRPr lang="zh-CN" altLang="en-US" sz="975">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67" name="矩形 66"/>
          <p:cNvSpPr/>
          <p:nvPr>
            <p:custDataLst>
              <p:tags r:id="rId62"/>
            </p:custDataLst>
          </p:nvPr>
        </p:nvSpPr>
        <p:spPr>
          <a:xfrm>
            <a:off x="4445" y="4886960"/>
            <a:ext cx="12182475" cy="1965960"/>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8" name="文本框 67"/>
          <p:cNvSpPr txBox="1"/>
          <p:nvPr>
            <p:custDataLst>
              <p:tags r:id="rId63"/>
            </p:custDataLst>
          </p:nvPr>
        </p:nvSpPr>
        <p:spPr>
          <a:xfrm>
            <a:off x="161925" y="5054917"/>
            <a:ext cx="1186815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69" name="文本框 68"/>
          <p:cNvSpPr txBox="1"/>
          <p:nvPr>
            <p:custDataLst>
              <p:tags r:id="rId64"/>
            </p:custDataLst>
          </p:nvPr>
        </p:nvSpPr>
        <p:spPr>
          <a:xfrm>
            <a:off x="161925" y="5351145"/>
            <a:ext cx="11868150" cy="1325880"/>
          </a:xfrm>
          <a:prstGeom prst="rect">
            <a:avLst/>
          </a:prstGeom>
          <a:noFill/>
        </p:spPr>
        <p:txBody>
          <a:bodyPr wrap="square" lIns="0" tIns="0" rIns="0" bIns="0" rtlCol="0" anchor="t">
            <a:noAutofit/>
          </a:bodyPr>
          <a:p>
            <a:pPr algn="l">
              <a:lnSpc>
                <a:spcPct val="133000"/>
              </a:lnSpc>
              <a:spcAft>
                <a:spcPts val="600"/>
              </a:spcAft>
            </a:pPr>
            <a:r>
              <a:rPr sz="1050" b="1">
                <a:solidFill>
                  <a:srgbClr val="475569"/>
                </a:solidFill>
                <a:latin typeface="宋体" panose="02010600030101010101" pitchFamily="2" charset="-122"/>
                <a:ea typeface="宋体" panose="02010600030101010101" pitchFamily="2"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接下来是技术选型，我们分为后端、前端和数据存储三个部分。后端我们用的是</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Spring Boot 3</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加</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MyBatis-Plus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，权限管理用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Sa-Token</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，主要是因为这个技术栈生态非常成熟，开发效率高，而且权限配置很灵活，刚好适合我们这种多角色的系统。前端我们移动端用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UniApp</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加</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Vue3</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和</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Pinia</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，样式用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TailwindCSS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，这样一套代码就可以同时适配安卓和</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iOS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，还有小程序，开发效率很高，而且</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TailwindCSS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做响应式布局也很方便。数据存储这块，关系型数据库我们用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PostgreSQL</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，因为它支持</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JSONB</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类型，可以灵活存储一些非结构化的行为数据，缓存用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Redis 7</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，用来提升高并发场景下的性能。整体的选型都是考虑了开发效率、扩展性还有我们项目的实际需求来定的，没有盲目追新技术。</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a:p>
            <a:pPr algn="l">
              <a:lnSpc>
                <a:spcPct val="133000"/>
              </a:lnSpc>
            </a:pPr>
            <a:r>
              <a:rPr sz="1050" b="1">
                <a:solidFill>
                  <a:srgbClr val="475569"/>
                </a:solidFill>
                <a:latin typeface="宋体" panose="02010600030101010101" pitchFamily="2" charset="-122"/>
                <a:ea typeface="宋体" panose="02010600030101010101" pitchFamily="2"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讲每个技术选型的时候，重点说你为什么选这个技术，而不是只说你用了什么，体现你是经过思考的，不是随便选的；</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可以稍微结合一下项目的特点，比如多角色所以选</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Sa-Token</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，要多端适配所以选</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UniApp</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，让评委知道你的选型是合理的。</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2" name="矩形 1"/>
          <p:cNvSpPr/>
          <p:nvPr>
            <p:custDataLst>
              <p:tags r:id="rId65"/>
            </p:custDataLst>
          </p:nvPr>
        </p:nvSpPr>
        <p:spPr>
          <a:xfrm>
            <a:off x="0" y="0"/>
            <a:ext cx="12192000" cy="5715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grpSp>
        <p:nvGrpSpPr>
          <p:cNvPr id="37" name="组合 36"/>
          <p:cNvGrpSpPr/>
          <p:nvPr/>
        </p:nvGrpSpPr>
        <p:grpSpPr>
          <a:xfrm>
            <a:off x="457200" y="4686300"/>
            <a:ext cx="5347970" cy="403860"/>
            <a:chOff x="720" y="7380"/>
            <a:chExt cx="8422" cy="636"/>
          </a:xfrm>
        </p:grpSpPr>
        <p:sp>
          <p:nvSpPr>
            <p:cNvPr id="28" name="任意多边形 27"/>
            <p:cNvSpPr/>
            <p:nvPr>
              <p:custDataLst>
                <p:tags r:id="rId1"/>
              </p:custDataLst>
            </p:nvPr>
          </p:nvSpPr>
          <p:spPr>
            <a:xfrm>
              <a:off x="720" y="7380"/>
              <a:ext cx="8423" cy="637"/>
            </a:xfrm>
            <a:custGeom>
              <a:avLst/>
              <a:gdLst>
                <a:gd name="sw" fmla="*/ 1 w 8423"/>
                <a:gd name="sh" fmla="*/ 1 h 637"/>
                <a:gd name="mins" fmla="min sw sh"/>
                <a:gd name="dsw" fmla="+- 0 sw mins"/>
                <a:gd name="dsh" fmla="+- 0 sh mins"/>
                <a:gd name="p0x0" fmla="*/ 90 w 8423"/>
                <a:gd name="p0y0" fmla="*/ 0 h 637"/>
                <a:gd name="p0x1" fmla="*/ 8333 w 8423"/>
                <a:gd name="p0y1" fmla="*/ 0 h 637"/>
                <a:gd name="p0x2" fmla="*/ 8382 w 8423"/>
                <a:gd name="p0y2" fmla="*/ 0 h 637"/>
                <a:gd name="p0x3" fmla="*/ 8423 w 8423"/>
                <a:gd name="p0y3" fmla="*/ 40 h 637"/>
                <a:gd name="p0x4" fmla="*/ 8423 w 8423"/>
                <a:gd name="p0y4" fmla="*/ 90 h 637"/>
                <a:gd name="p0x5" fmla="*/ 8423 w 8423"/>
                <a:gd name="p0y5" fmla="*/ 547 h 637"/>
                <a:gd name="p0x6" fmla="*/ 8423 w 8423"/>
                <a:gd name="p0y6" fmla="*/ 597 h 637"/>
                <a:gd name="p0x7" fmla="*/ 8382 w 8423"/>
                <a:gd name="p0y7" fmla="*/ 637 h 637"/>
                <a:gd name="p0x8" fmla="*/ 8333 w 8423"/>
                <a:gd name="p0y8" fmla="*/ 637 h 637"/>
                <a:gd name="p0x9" fmla="*/ 90 w 8423"/>
                <a:gd name="p0y9" fmla="*/ 637 h 637"/>
                <a:gd name="p0x10" fmla="*/ 40 w 8423"/>
                <a:gd name="p0y10" fmla="*/ 637 h 637"/>
                <a:gd name="p0x11" fmla="*/ 0 w 8423"/>
                <a:gd name="p0y11" fmla="*/ 597 h 637"/>
                <a:gd name="p0x12" fmla="*/ 0 w 8423"/>
                <a:gd name="p0y12" fmla="*/ 547 h 637"/>
                <a:gd name="p0x13" fmla="*/ 0 w 8423"/>
                <a:gd name="p0y13" fmla="*/ 90 h 637"/>
                <a:gd name="p0x14" fmla="*/ 0 w 8423"/>
                <a:gd name="p0y14" fmla="*/ 40 h 637"/>
                <a:gd name="p0x15" fmla="*/ 40 w 8423"/>
                <a:gd name="p0y15" fmla="*/ 0 h 637"/>
                <a:gd name="p0x16" fmla="*/ 90 w 8423"/>
                <a:gd name="p0y16" fmla="*/ 0 h 63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custDataLst>
                <p:tags r:id="rId2"/>
              </p:custDataLst>
            </p:nvPr>
          </p:nvSpPr>
          <p:spPr>
            <a:xfrm>
              <a:off x="720" y="7380"/>
              <a:ext cx="90" cy="637"/>
            </a:xfrm>
            <a:custGeom>
              <a:avLst/>
              <a:gdLst>
                <a:gd name="sw" fmla="*/ 1 w 90"/>
                <a:gd name="sh" fmla="*/ 1 h 637"/>
                <a:gd name="mins" fmla="min sw sh"/>
                <a:gd name="dsw" fmla="+- 0 sw mins"/>
                <a:gd name="dsh" fmla="+- 0 sh mins"/>
                <a:gd name="p0x0" fmla="*/ 0 w 90"/>
                <a:gd name="p0y0" fmla="*/ 547 h 637"/>
                <a:gd name="p0x1" fmla="*/ 0 w 90"/>
                <a:gd name="p0y1" fmla="*/ 90 h 637"/>
                <a:gd name="p0x2" fmla="*/ 0 w 90"/>
                <a:gd name="p0y2" fmla="*/ 40 h 637"/>
                <a:gd name="p0x3" fmla="*/ 40 w 90"/>
                <a:gd name="p0y3" fmla="*/ 0 h 637"/>
                <a:gd name="p0x4" fmla="*/ 90 w 90"/>
                <a:gd name="p0y4" fmla="*/ 0 h 637"/>
                <a:gd name="p0x5" fmla="*/ 65 w 90"/>
                <a:gd name="p0y5" fmla="*/ 0 h 637"/>
                <a:gd name="p0x6" fmla="*/ 45 w 90"/>
                <a:gd name="p0y6" fmla="*/ 40 h 637"/>
                <a:gd name="p0x7" fmla="*/ 45 w 90"/>
                <a:gd name="p0y7" fmla="*/ 90 h 637"/>
                <a:gd name="p0x8" fmla="*/ 45 w 90"/>
                <a:gd name="p0y8" fmla="*/ 547 h 637"/>
                <a:gd name="p0x9" fmla="*/ 45 w 90"/>
                <a:gd name="p0y9" fmla="*/ 597 h 637"/>
                <a:gd name="p0x10" fmla="*/ 65 w 90"/>
                <a:gd name="p0y10" fmla="*/ 637 h 637"/>
                <a:gd name="p0x11" fmla="*/ 90 w 90"/>
                <a:gd name="p0y11" fmla="*/ 637 h 637"/>
                <a:gd name="p0x12" fmla="*/ 40 w 90"/>
                <a:gd name="p0y12" fmla="*/ 637 h 637"/>
                <a:gd name="p0x13" fmla="*/ 0 w 90"/>
                <a:gd name="p0y13" fmla="*/ 597 h 637"/>
                <a:gd name="p0x14" fmla="*/ 0 w 90"/>
                <a:gd name="p0y14" fmla="*/ 547 h 637"/>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 name="矩形 1"/>
          <p:cNvSpPr/>
          <p:nvPr>
            <p:custDataLst>
              <p:tags r:id="rId3"/>
            </p:custDataLst>
          </p:nvPr>
        </p:nvSpPr>
        <p:spPr>
          <a:xfrm>
            <a:off x="457200" y="323850"/>
            <a:ext cx="47625" cy="2667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4"/>
            </p:custDataLst>
          </p:nvPr>
        </p:nvSpPr>
        <p:spPr>
          <a:xfrm>
            <a:off x="657225" y="213360"/>
            <a:ext cx="11077575" cy="487680"/>
          </a:xfrm>
          <a:prstGeom prst="rect">
            <a:avLst/>
          </a:prstGeom>
          <a:noFill/>
        </p:spPr>
        <p:txBody>
          <a:bodyPr wrap="square" lIns="0" tIns="0" rIns="0" bIns="0" rtlCol="0" anchor="ctr">
            <a:noAutofit/>
          </a:bodyPr>
          <a:p>
            <a:pPr algn="l">
              <a:lnSpc>
                <a:spcPct val="125000"/>
              </a:lnSpc>
            </a:pPr>
            <a:r>
              <a:rPr sz="2400" b="1">
                <a:solidFill>
                  <a:srgbClr val="2D5B99"/>
                </a:solidFill>
                <a:latin typeface="微软雅黑" panose="020B0503020204020204" charset="-122"/>
                <a:ea typeface="微软雅黑" panose="020B0503020204020204" charset="-122"/>
              </a:rPr>
              <a:t>总体架构设计</a:t>
            </a:r>
            <a:endParaRPr sz="2400" b="1">
              <a:solidFill>
                <a:srgbClr val="2D5B99"/>
              </a:solidFill>
              <a:latin typeface="微软雅黑" panose="020B0503020204020204" charset="-122"/>
              <a:ea typeface="微软雅黑" panose="020B0503020204020204" charset="-122"/>
            </a:endParaRPr>
          </a:p>
        </p:txBody>
      </p:sp>
      <p:sp>
        <p:nvSpPr>
          <p:cNvPr id="4" name="任意多边形 3"/>
          <p:cNvSpPr/>
          <p:nvPr>
            <p:custDataLst>
              <p:tags r:id="rId5"/>
            </p:custDataLst>
          </p:nvPr>
        </p:nvSpPr>
        <p:spPr>
          <a:xfrm>
            <a:off x="880745" y="842645"/>
            <a:ext cx="10963275" cy="847725"/>
          </a:xfrm>
          <a:custGeom>
            <a:avLst/>
            <a:gdLst>
              <a:gd name="sw" fmla="*/ 1 w 17265"/>
              <a:gd name="sh" fmla="*/ 1 h 1335"/>
              <a:gd name="mins" fmla="min sw sh"/>
              <a:gd name="dsw" fmla="+- 0 sw mins"/>
              <a:gd name="dsh" fmla="+- 0 sh mins"/>
              <a:gd name="p0x0" fmla="*/ 90 w 17265"/>
              <a:gd name="p0y0" fmla="*/ 0 h 1335"/>
              <a:gd name="p0x1" fmla="*/ 17175 w 17265"/>
              <a:gd name="p0y1" fmla="*/ 0 h 1335"/>
              <a:gd name="p0x2" fmla="*/ 17224 w 17265"/>
              <a:gd name="p0y2" fmla="*/ 0 h 1335"/>
              <a:gd name="p0x3" fmla="*/ 17265 w 17265"/>
              <a:gd name="p0y3" fmla="*/ 40 h 1335"/>
              <a:gd name="p0x4" fmla="*/ 17265 w 17265"/>
              <a:gd name="p0y4" fmla="*/ 90 h 1335"/>
              <a:gd name="p0x5" fmla="*/ 17265 w 17265"/>
              <a:gd name="p0y5" fmla="*/ 1245 h 1335"/>
              <a:gd name="p0x6" fmla="*/ 17265 w 17265"/>
              <a:gd name="p0y6" fmla="*/ 1294 h 1335"/>
              <a:gd name="p0x7" fmla="*/ 17224 w 17265"/>
              <a:gd name="p0y7" fmla="*/ 1335 h 1335"/>
              <a:gd name="p0x8" fmla="*/ 17175 w 17265"/>
              <a:gd name="p0y8" fmla="*/ 1335 h 1335"/>
              <a:gd name="p0x9" fmla="*/ 90 w 17265"/>
              <a:gd name="p0y9" fmla="*/ 1335 h 1335"/>
              <a:gd name="p0x10" fmla="*/ 40 w 17265"/>
              <a:gd name="p0y10" fmla="*/ 1335 h 1335"/>
              <a:gd name="p0x11" fmla="*/ 0 w 17265"/>
              <a:gd name="p0y11" fmla="*/ 1294 h 1335"/>
              <a:gd name="p0x12" fmla="*/ 0 w 17265"/>
              <a:gd name="p0y12" fmla="*/ 1245 h 1335"/>
              <a:gd name="p0x13" fmla="*/ 0 w 17265"/>
              <a:gd name="p0y13" fmla="*/ 90 h 1335"/>
              <a:gd name="p0x14" fmla="*/ 0 w 17265"/>
              <a:gd name="p0y14" fmla="*/ 40 h 1335"/>
              <a:gd name="p0x15" fmla="*/ 40 w 17265"/>
              <a:gd name="p0y15" fmla="*/ 0 h 1335"/>
              <a:gd name="p0x16" fmla="*/ 90 w 17265"/>
              <a:gd name="p0y16" fmla="*/ 0 h 13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6"/>
            </p:custDataLst>
          </p:nvPr>
        </p:nvSpPr>
        <p:spPr>
          <a:xfrm>
            <a:off x="1152525" y="1066800"/>
            <a:ext cx="400050" cy="400050"/>
          </a:xfrm>
          <a:custGeom>
            <a:avLst/>
            <a:gdLst>
              <a:gd name="sw" fmla="*/ 1 w 630"/>
              <a:gd name="sh" fmla="*/ 1 h 630"/>
              <a:gd name="mins" fmla="min sw sh"/>
              <a:gd name="dsw" fmla="+- 0 sw mins"/>
              <a:gd name="dsh" fmla="+- 0 sh mins"/>
              <a:gd name="p0x0" fmla="*/ 120 w 630"/>
              <a:gd name="p0y0" fmla="*/ 0 h 630"/>
              <a:gd name="p0x1" fmla="*/ 510 w 630"/>
              <a:gd name="p0y1" fmla="*/ 0 h 630"/>
              <a:gd name="p0x2" fmla="*/ 576 w 630"/>
              <a:gd name="p0y2" fmla="*/ 0 h 630"/>
              <a:gd name="p0x3" fmla="*/ 630 w 630"/>
              <a:gd name="p0y3" fmla="*/ 53 h 630"/>
              <a:gd name="p0x4" fmla="*/ 630 w 630"/>
              <a:gd name="p0y4" fmla="*/ 120 h 630"/>
              <a:gd name="p0x5" fmla="*/ 630 w 630"/>
              <a:gd name="p0y5" fmla="*/ 510 h 630"/>
              <a:gd name="p0x6" fmla="*/ 630 w 630"/>
              <a:gd name="p0y6" fmla="*/ 576 h 630"/>
              <a:gd name="p0x7" fmla="*/ 576 w 630"/>
              <a:gd name="p0y7" fmla="*/ 630 h 630"/>
              <a:gd name="p0x8" fmla="*/ 510 w 630"/>
              <a:gd name="p0y8" fmla="*/ 630 h 630"/>
              <a:gd name="p0x9" fmla="*/ 120 w 630"/>
              <a:gd name="p0y9" fmla="*/ 630 h 630"/>
              <a:gd name="p0x10" fmla="*/ 53 w 630"/>
              <a:gd name="p0y10" fmla="*/ 630 h 630"/>
              <a:gd name="p0x11" fmla="*/ 0 w 630"/>
              <a:gd name="p0y11" fmla="*/ 576 h 630"/>
              <a:gd name="p0x12" fmla="*/ 0 w 630"/>
              <a:gd name="p0y12" fmla="*/ 510 h 630"/>
              <a:gd name="p0x13" fmla="*/ 0 w 630"/>
              <a:gd name="p0y13" fmla="*/ 120 h 630"/>
              <a:gd name="p0x14" fmla="*/ 0 w 630"/>
              <a:gd name="p0y14" fmla="*/ 53 h 630"/>
              <a:gd name="p0x15" fmla="*/ 53 w 630"/>
              <a:gd name="p0y15" fmla="*/ 0 h 630"/>
              <a:gd name="p0x16" fmla="*/ 120 w 630"/>
              <a:gd name="p0y16" fmla="*/ 0 h 6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rcRect l="-7692" r="-7692"/>
          <a:stretch>
            <a:fillRect/>
          </a:stretch>
        </p:blipFill>
        <p:spPr>
          <a:xfrm>
            <a:off x="1280795" y="1171575"/>
            <a:ext cx="142875" cy="190500"/>
          </a:xfrm>
          <a:prstGeom prst="rect">
            <a:avLst/>
          </a:prstGeom>
        </p:spPr>
      </p:pic>
      <p:sp>
        <p:nvSpPr>
          <p:cNvPr id="7" name="文本框 6"/>
          <p:cNvSpPr txBox="1"/>
          <p:nvPr>
            <p:custDataLst>
              <p:tags r:id="rId10"/>
            </p:custDataLst>
          </p:nvPr>
        </p:nvSpPr>
        <p:spPr>
          <a:xfrm>
            <a:off x="1704975" y="1120140"/>
            <a:ext cx="1047750" cy="280035"/>
          </a:xfrm>
          <a:prstGeom prst="rect">
            <a:avLst/>
          </a:prstGeom>
          <a:noFill/>
        </p:spPr>
        <p:txBody>
          <a:bodyPr wrap="square" lIns="0" tIns="0" rIns="0" bIns="0" rtlCol="0" anchor="t">
            <a:noAutofit/>
          </a:bodyPr>
          <a:p>
            <a:pPr algn="l">
              <a:lnSpc>
                <a:spcPct val="125000"/>
              </a:lnSpc>
            </a:pPr>
            <a:r>
              <a:rPr sz="1350" b="1">
                <a:solidFill>
                  <a:srgbClr val="1E293B"/>
                </a:solidFill>
                <a:latin typeface="微软雅黑" panose="020B0503020204020204" charset="-122"/>
                <a:ea typeface="微软雅黑" panose="020B0503020204020204" charset="-122"/>
              </a:rPr>
              <a:t>表现层</a:t>
            </a:r>
            <a:endParaRPr sz="1350" b="1">
              <a:solidFill>
                <a:srgbClr val="1E293B"/>
              </a:solidFill>
              <a:latin typeface="微软雅黑" panose="020B0503020204020204" charset="-122"/>
              <a:ea typeface="微软雅黑" panose="020B0503020204020204" charset="-122"/>
            </a:endParaRPr>
          </a:p>
        </p:txBody>
      </p:sp>
      <p:sp>
        <p:nvSpPr>
          <p:cNvPr id="8" name="矩形 7"/>
          <p:cNvSpPr/>
          <p:nvPr>
            <p:custDataLst>
              <p:tags r:id="rId11"/>
            </p:custDataLst>
          </p:nvPr>
        </p:nvSpPr>
        <p:spPr>
          <a:xfrm>
            <a:off x="2943225" y="1152525"/>
            <a:ext cx="9525" cy="228600"/>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12"/>
            </p:custDataLst>
          </p:nvPr>
        </p:nvSpPr>
        <p:spPr>
          <a:xfrm>
            <a:off x="3143250" y="1139190"/>
            <a:ext cx="2661047" cy="247650"/>
          </a:xfrm>
          <a:prstGeom prst="rect">
            <a:avLst/>
          </a:prstGeom>
          <a:noFill/>
        </p:spPr>
        <p:txBody>
          <a:bodyPr wrap="square" lIns="0" tIns="0" rIns="0" bIns="0" rtlCol="0" anchor="t">
            <a:noAutofit/>
          </a:bodyPr>
          <a:p>
            <a:pPr algn="l">
              <a:lnSpc>
                <a:spcPct val="133000"/>
              </a:lnSpc>
            </a:pPr>
            <a:r>
              <a:rPr lang="zh-CN" altLang="en-US" sz="1125">
                <a:solidFill>
                  <a:srgbClr val="64748B"/>
                </a:solidFill>
                <a:latin typeface="微软雅黑" panose="020B0503020204020204" charset="-122"/>
                <a:ea typeface="微软雅黑" panose="020B0503020204020204" charset="-122"/>
                <a:cs typeface="微软雅黑" panose="020B0503020204020204" charset="-122"/>
              </a:rPr>
              <a:t>移动端（儿童</a:t>
            </a:r>
            <a:r>
              <a:rPr lang="en-US" altLang="zh-CN" sz="1125">
                <a:solidFill>
                  <a:srgbClr val="64748B"/>
                </a:solidFill>
                <a:latin typeface="微软雅黑" panose="020B0503020204020204" charset="-122"/>
                <a:ea typeface="微软雅黑" panose="020B0503020204020204" charset="-122"/>
                <a:cs typeface="微软雅黑" panose="020B0503020204020204" charset="-122"/>
              </a:rPr>
              <a:t>/</a:t>
            </a:r>
            <a:r>
              <a:rPr lang="zh-CN" altLang="en-US" sz="1125">
                <a:solidFill>
                  <a:srgbClr val="64748B"/>
                </a:solidFill>
                <a:latin typeface="微软雅黑" panose="020B0503020204020204" charset="-122"/>
                <a:ea typeface="微软雅黑" panose="020B0503020204020204" charset="-122"/>
                <a:cs typeface="微软雅黑" panose="020B0503020204020204" charset="-122"/>
              </a:rPr>
              <a:t>家长端）、</a:t>
            </a:r>
            <a:r>
              <a:rPr lang="en-US" altLang="zh-CN" sz="1125">
                <a:solidFill>
                  <a:srgbClr val="64748B"/>
                </a:solidFill>
                <a:latin typeface="微软雅黑" panose="020B0503020204020204" charset="-122"/>
                <a:ea typeface="微软雅黑" panose="020B0503020204020204" charset="-122"/>
                <a:cs typeface="微软雅黑" panose="020B0503020204020204" charset="-122"/>
              </a:rPr>
              <a:t>Web</a:t>
            </a:r>
            <a:r>
              <a:rPr lang="zh-CN" altLang="en-US" sz="1125">
                <a:solidFill>
                  <a:srgbClr val="64748B"/>
                </a:solidFill>
                <a:latin typeface="微软雅黑" panose="020B0503020204020204" charset="-122"/>
                <a:ea typeface="微软雅黑" panose="020B0503020204020204" charset="-122"/>
                <a:cs typeface="微软雅黑" panose="020B0503020204020204" charset="-122"/>
              </a:rPr>
              <a:t>管理后台</a:t>
            </a:r>
            <a:endParaRPr lang="zh-CN" altLang="en-US" sz="1125">
              <a:solidFill>
                <a:srgbClr val="64748B"/>
              </a:solidFill>
              <a:latin typeface="微软雅黑" panose="020B0503020204020204" charset="-122"/>
              <a:ea typeface="微软雅黑" panose="020B0503020204020204" charset="-122"/>
              <a:cs typeface="微软雅黑" panose="020B0503020204020204" charset="-122"/>
            </a:endParaRPr>
          </a:p>
        </p:txBody>
      </p:sp>
      <p:sp>
        <p:nvSpPr>
          <p:cNvPr id="10" name="任意多边形 9"/>
          <p:cNvSpPr/>
          <p:nvPr>
            <p:custDataLst>
              <p:tags r:id="rId13"/>
            </p:custDataLst>
          </p:nvPr>
        </p:nvSpPr>
        <p:spPr>
          <a:xfrm>
            <a:off x="880745" y="1814195"/>
            <a:ext cx="10963275" cy="847725"/>
          </a:xfrm>
          <a:custGeom>
            <a:avLst/>
            <a:gdLst>
              <a:gd name="sw" fmla="*/ 1 w 17265"/>
              <a:gd name="sh" fmla="*/ 1 h 1335"/>
              <a:gd name="mins" fmla="min sw sh"/>
              <a:gd name="dsw" fmla="+- 0 sw mins"/>
              <a:gd name="dsh" fmla="+- 0 sh mins"/>
              <a:gd name="p0x0" fmla="*/ 90 w 17265"/>
              <a:gd name="p0y0" fmla="*/ 0 h 1335"/>
              <a:gd name="p0x1" fmla="*/ 17175 w 17265"/>
              <a:gd name="p0y1" fmla="*/ 0 h 1335"/>
              <a:gd name="p0x2" fmla="*/ 17224 w 17265"/>
              <a:gd name="p0y2" fmla="*/ 0 h 1335"/>
              <a:gd name="p0x3" fmla="*/ 17265 w 17265"/>
              <a:gd name="p0y3" fmla="*/ 40 h 1335"/>
              <a:gd name="p0x4" fmla="*/ 17265 w 17265"/>
              <a:gd name="p0y4" fmla="*/ 90 h 1335"/>
              <a:gd name="p0x5" fmla="*/ 17265 w 17265"/>
              <a:gd name="p0y5" fmla="*/ 1245 h 1335"/>
              <a:gd name="p0x6" fmla="*/ 17265 w 17265"/>
              <a:gd name="p0y6" fmla="*/ 1294 h 1335"/>
              <a:gd name="p0x7" fmla="*/ 17224 w 17265"/>
              <a:gd name="p0y7" fmla="*/ 1335 h 1335"/>
              <a:gd name="p0x8" fmla="*/ 17175 w 17265"/>
              <a:gd name="p0y8" fmla="*/ 1335 h 1335"/>
              <a:gd name="p0x9" fmla="*/ 90 w 17265"/>
              <a:gd name="p0y9" fmla="*/ 1335 h 1335"/>
              <a:gd name="p0x10" fmla="*/ 40 w 17265"/>
              <a:gd name="p0y10" fmla="*/ 1335 h 1335"/>
              <a:gd name="p0x11" fmla="*/ 0 w 17265"/>
              <a:gd name="p0y11" fmla="*/ 1294 h 1335"/>
              <a:gd name="p0x12" fmla="*/ 0 w 17265"/>
              <a:gd name="p0y12" fmla="*/ 1245 h 1335"/>
              <a:gd name="p0x13" fmla="*/ 0 w 17265"/>
              <a:gd name="p0y13" fmla="*/ 90 h 1335"/>
              <a:gd name="p0x14" fmla="*/ 0 w 17265"/>
              <a:gd name="p0y14" fmla="*/ 40 h 1335"/>
              <a:gd name="p0x15" fmla="*/ 40 w 17265"/>
              <a:gd name="p0y15" fmla="*/ 0 h 1335"/>
              <a:gd name="p0x16" fmla="*/ 90 w 17265"/>
              <a:gd name="p0y16" fmla="*/ 0 h 13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p:custDataLst>
              <p:tags r:id="rId14"/>
            </p:custDataLst>
          </p:nvPr>
        </p:nvSpPr>
        <p:spPr>
          <a:xfrm>
            <a:off x="1152525" y="2038350"/>
            <a:ext cx="400050" cy="400050"/>
          </a:xfrm>
          <a:custGeom>
            <a:avLst/>
            <a:gdLst>
              <a:gd name="sw" fmla="*/ 1 w 630"/>
              <a:gd name="sh" fmla="*/ 1 h 630"/>
              <a:gd name="mins" fmla="min sw sh"/>
              <a:gd name="dsw" fmla="+- 0 sw mins"/>
              <a:gd name="dsh" fmla="+- 0 sh mins"/>
              <a:gd name="p0x0" fmla="*/ 120 w 630"/>
              <a:gd name="p0y0" fmla="*/ 0 h 630"/>
              <a:gd name="p0x1" fmla="*/ 510 w 630"/>
              <a:gd name="p0y1" fmla="*/ 0 h 630"/>
              <a:gd name="p0x2" fmla="*/ 576 w 630"/>
              <a:gd name="p0y2" fmla="*/ 0 h 630"/>
              <a:gd name="p0x3" fmla="*/ 630 w 630"/>
              <a:gd name="p0y3" fmla="*/ 53 h 630"/>
              <a:gd name="p0x4" fmla="*/ 630 w 630"/>
              <a:gd name="p0y4" fmla="*/ 120 h 630"/>
              <a:gd name="p0x5" fmla="*/ 630 w 630"/>
              <a:gd name="p0y5" fmla="*/ 510 h 630"/>
              <a:gd name="p0x6" fmla="*/ 630 w 630"/>
              <a:gd name="p0y6" fmla="*/ 576 h 630"/>
              <a:gd name="p0x7" fmla="*/ 576 w 630"/>
              <a:gd name="p0y7" fmla="*/ 630 h 630"/>
              <a:gd name="p0x8" fmla="*/ 510 w 630"/>
              <a:gd name="p0y8" fmla="*/ 630 h 630"/>
              <a:gd name="p0x9" fmla="*/ 120 w 630"/>
              <a:gd name="p0y9" fmla="*/ 630 h 630"/>
              <a:gd name="p0x10" fmla="*/ 53 w 630"/>
              <a:gd name="p0y10" fmla="*/ 630 h 630"/>
              <a:gd name="p0x11" fmla="*/ 0 w 630"/>
              <a:gd name="p0y11" fmla="*/ 576 h 630"/>
              <a:gd name="p0x12" fmla="*/ 0 w 630"/>
              <a:gd name="p0y12" fmla="*/ 510 h 630"/>
              <a:gd name="p0x13" fmla="*/ 0 w 630"/>
              <a:gd name="p0y13" fmla="*/ 120 h 630"/>
              <a:gd name="p0x14" fmla="*/ 0 w 630"/>
              <a:gd name="p0y14" fmla="*/ 53 h 630"/>
              <a:gd name="p0x15" fmla="*/ 53 w 630"/>
              <a:gd name="p0y15" fmla="*/ 0 h 630"/>
              <a:gd name="p0x16" fmla="*/ 120 w 630"/>
              <a:gd name="p0y16" fmla="*/ 0 h 6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l="-2083" t="-2632" r="-2083" b="-2632"/>
          <a:stretch>
            <a:fillRect/>
          </a:stretch>
        </p:blipFill>
        <p:spPr>
          <a:xfrm>
            <a:off x="1233170" y="2143125"/>
            <a:ext cx="238125" cy="190500"/>
          </a:xfrm>
          <a:prstGeom prst="rect">
            <a:avLst/>
          </a:prstGeom>
        </p:spPr>
      </p:pic>
      <p:sp>
        <p:nvSpPr>
          <p:cNvPr id="13" name="文本框 12"/>
          <p:cNvSpPr txBox="1"/>
          <p:nvPr>
            <p:custDataLst>
              <p:tags r:id="rId18"/>
            </p:custDataLst>
          </p:nvPr>
        </p:nvSpPr>
        <p:spPr>
          <a:xfrm>
            <a:off x="1704975" y="2091690"/>
            <a:ext cx="1047750" cy="280035"/>
          </a:xfrm>
          <a:prstGeom prst="rect">
            <a:avLst/>
          </a:prstGeom>
          <a:noFill/>
        </p:spPr>
        <p:txBody>
          <a:bodyPr wrap="square" lIns="0" tIns="0" rIns="0" bIns="0" rtlCol="0" anchor="t">
            <a:noAutofit/>
          </a:bodyPr>
          <a:p>
            <a:pPr algn="l">
              <a:lnSpc>
                <a:spcPct val="125000"/>
              </a:lnSpc>
            </a:pPr>
            <a:r>
              <a:rPr sz="1350" b="1">
                <a:solidFill>
                  <a:srgbClr val="2D5B99"/>
                </a:solidFill>
                <a:latin typeface="微软雅黑" panose="020B0503020204020204" charset="-122"/>
                <a:ea typeface="微软雅黑" panose="020B0503020204020204" charset="-122"/>
              </a:rPr>
              <a:t>业务逻辑层</a:t>
            </a:r>
            <a:endParaRPr sz="1350" b="1">
              <a:solidFill>
                <a:srgbClr val="2D5B99"/>
              </a:solidFill>
              <a:latin typeface="微软雅黑" panose="020B0503020204020204" charset="-122"/>
              <a:ea typeface="微软雅黑" panose="020B0503020204020204" charset="-122"/>
            </a:endParaRPr>
          </a:p>
        </p:txBody>
      </p:sp>
      <p:sp>
        <p:nvSpPr>
          <p:cNvPr id="14" name="矩形 13"/>
          <p:cNvSpPr/>
          <p:nvPr>
            <p:custDataLst>
              <p:tags r:id="rId19"/>
            </p:custDataLst>
          </p:nvPr>
        </p:nvSpPr>
        <p:spPr>
          <a:xfrm>
            <a:off x="2943225" y="2124075"/>
            <a:ext cx="9525" cy="228600"/>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20"/>
            </p:custDataLst>
          </p:nvPr>
        </p:nvSpPr>
        <p:spPr>
          <a:xfrm>
            <a:off x="3143250" y="2110740"/>
            <a:ext cx="3133011" cy="247650"/>
          </a:xfrm>
          <a:prstGeom prst="rect">
            <a:avLst/>
          </a:prstGeom>
          <a:noFill/>
        </p:spPr>
        <p:txBody>
          <a:bodyPr wrap="square" lIns="0" tIns="0" rIns="0" bIns="0" rtlCol="0" anchor="t">
            <a:noAutofit/>
          </a:bodyPr>
          <a:p>
            <a:pPr algn="l">
              <a:lnSpc>
                <a:spcPct val="133000"/>
              </a:lnSpc>
            </a:pPr>
            <a:r>
              <a:rPr sz="1125">
                <a:solidFill>
                  <a:srgbClr val="64748B"/>
                </a:solidFill>
                <a:latin typeface="微软雅黑" panose="020B0503020204020204" charset="-122"/>
                <a:ea typeface="微软雅黑" panose="020B0503020204020204" charset="-122"/>
              </a:rPr>
              <a:t>基于</a:t>
            </a:r>
            <a:r>
              <a:rPr sz="1125" b="1">
                <a:solidFill>
                  <a:srgbClr val="2D5B99"/>
                </a:solidFill>
                <a:latin typeface="微软雅黑" panose="020B0503020204020204" charset="-122"/>
                <a:ea typeface="微软雅黑" panose="020B0503020204020204" charset="-122"/>
              </a:rPr>
              <a:t>Spring Boot 3</a:t>
            </a:r>
            <a:r>
              <a:rPr sz="1125">
                <a:solidFill>
                  <a:srgbClr val="64748B"/>
                </a:solidFill>
                <a:latin typeface="微软雅黑" panose="020B0503020204020204" charset="-122"/>
                <a:ea typeface="微软雅黑" panose="020B0503020204020204" charset="-122"/>
              </a:rPr>
              <a:t>实现，封装核心业务规则</a:t>
            </a:r>
            <a:endParaRPr sz="1125">
              <a:solidFill>
                <a:srgbClr val="64748B"/>
              </a:solidFill>
              <a:latin typeface="微软雅黑" panose="020B0503020204020204" charset="-122"/>
              <a:ea typeface="微软雅黑" panose="020B0503020204020204" charset="-122"/>
            </a:endParaRPr>
          </a:p>
        </p:txBody>
      </p:sp>
      <p:sp>
        <p:nvSpPr>
          <p:cNvPr id="16" name="任意多边形 15"/>
          <p:cNvSpPr/>
          <p:nvPr>
            <p:custDataLst>
              <p:tags r:id="rId21"/>
            </p:custDataLst>
          </p:nvPr>
        </p:nvSpPr>
        <p:spPr>
          <a:xfrm>
            <a:off x="880745" y="2785745"/>
            <a:ext cx="10963275" cy="847725"/>
          </a:xfrm>
          <a:custGeom>
            <a:avLst/>
            <a:gdLst>
              <a:gd name="sw" fmla="*/ 1 w 17265"/>
              <a:gd name="sh" fmla="*/ 1 h 1335"/>
              <a:gd name="mins" fmla="min sw sh"/>
              <a:gd name="dsw" fmla="+- 0 sw mins"/>
              <a:gd name="dsh" fmla="+- 0 sh mins"/>
              <a:gd name="p0x0" fmla="*/ 90 w 17265"/>
              <a:gd name="p0y0" fmla="*/ 0 h 1335"/>
              <a:gd name="p0x1" fmla="*/ 17175 w 17265"/>
              <a:gd name="p0y1" fmla="*/ 0 h 1335"/>
              <a:gd name="p0x2" fmla="*/ 17224 w 17265"/>
              <a:gd name="p0y2" fmla="*/ 0 h 1335"/>
              <a:gd name="p0x3" fmla="*/ 17265 w 17265"/>
              <a:gd name="p0y3" fmla="*/ 40 h 1335"/>
              <a:gd name="p0x4" fmla="*/ 17265 w 17265"/>
              <a:gd name="p0y4" fmla="*/ 90 h 1335"/>
              <a:gd name="p0x5" fmla="*/ 17265 w 17265"/>
              <a:gd name="p0y5" fmla="*/ 1245 h 1335"/>
              <a:gd name="p0x6" fmla="*/ 17265 w 17265"/>
              <a:gd name="p0y6" fmla="*/ 1294 h 1335"/>
              <a:gd name="p0x7" fmla="*/ 17224 w 17265"/>
              <a:gd name="p0y7" fmla="*/ 1335 h 1335"/>
              <a:gd name="p0x8" fmla="*/ 17175 w 17265"/>
              <a:gd name="p0y8" fmla="*/ 1335 h 1335"/>
              <a:gd name="p0x9" fmla="*/ 90 w 17265"/>
              <a:gd name="p0y9" fmla="*/ 1335 h 1335"/>
              <a:gd name="p0x10" fmla="*/ 40 w 17265"/>
              <a:gd name="p0y10" fmla="*/ 1335 h 1335"/>
              <a:gd name="p0x11" fmla="*/ 0 w 17265"/>
              <a:gd name="p0y11" fmla="*/ 1294 h 1335"/>
              <a:gd name="p0x12" fmla="*/ 0 w 17265"/>
              <a:gd name="p0y12" fmla="*/ 1245 h 1335"/>
              <a:gd name="p0x13" fmla="*/ 0 w 17265"/>
              <a:gd name="p0y13" fmla="*/ 90 h 1335"/>
              <a:gd name="p0x14" fmla="*/ 0 w 17265"/>
              <a:gd name="p0y14" fmla="*/ 40 h 1335"/>
              <a:gd name="p0x15" fmla="*/ 40 w 17265"/>
              <a:gd name="p0y15" fmla="*/ 0 h 1335"/>
              <a:gd name="p0x16" fmla="*/ 90 w 17265"/>
              <a:gd name="p0y16" fmla="*/ 0 h 13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22"/>
            </p:custDataLst>
          </p:nvPr>
        </p:nvSpPr>
        <p:spPr>
          <a:xfrm>
            <a:off x="1152525" y="3009900"/>
            <a:ext cx="400050" cy="400050"/>
          </a:xfrm>
          <a:custGeom>
            <a:avLst/>
            <a:gdLst>
              <a:gd name="sw" fmla="*/ 1 w 630"/>
              <a:gd name="sh" fmla="*/ 1 h 630"/>
              <a:gd name="mins" fmla="min sw sh"/>
              <a:gd name="dsw" fmla="+- 0 sw mins"/>
              <a:gd name="dsh" fmla="+- 0 sh mins"/>
              <a:gd name="p0x0" fmla="*/ 120 w 630"/>
              <a:gd name="p0y0" fmla="*/ 0 h 630"/>
              <a:gd name="p0x1" fmla="*/ 510 w 630"/>
              <a:gd name="p0y1" fmla="*/ 0 h 630"/>
              <a:gd name="p0x2" fmla="*/ 576 w 630"/>
              <a:gd name="p0y2" fmla="*/ 0 h 630"/>
              <a:gd name="p0x3" fmla="*/ 630 w 630"/>
              <a:gd name="p0y3" fmla="*/ 53 h 630"/>
              <a:gd name="p0x4" fmla="*/ 630 w 630"/>
              <a:gd name="p0y4" fmla="*/ 120 h 630"/>
              <a:gd name="p0x5" fmla="*/ 630 w 630"/>
              <a:gd name="p0y5" fmla="*/ 510 h 630"/>
              <a:gd name="p0x6" fmla="*/ 630 w 630"/>
              <a:gd name="p0y6" fmla="*/ 576 h 630"/>
              <a:gd name="p0x7" fmla="*/ 576 w 630"/>
              <a:gd name="p0y7" fmla="*/ 630 h 630"/>
              <a:gd name="p0x8" fmla="*/ 510 w 630"/>
              <a:gd name="p0y8" fmla="*/ 630 h 630"/>
              <a:gd name="p0x9" fmla="*/ 120 w 630"/>
              <a:gd name="p0y9" fmla="*/ 630 h 630"/>
              <a:gd name="p0x10" fmla="*/ 53 w 630"/>
              <a:gd name="p0y10" fmla="*/ 630 h 630"/>
              <a:gd name="p0x11" fmla="*/ 0 w 630"/>
              <a:gd name="p0y11" fmla="*/ 576 h 630"/>
              <a:gd name="p0x12" fmla="*/ 0 w 630"/>
              <a:gd name="p0y12" fmla="*/ 510 h 630"/>
              <a:gd name="p0x13" fmla="*/ 0 w 630"/>
              <a:gd name="p0y13" fmla="*/ 120 h 630"/>
              <a:gd name="p0x14" fmla="*/ 0 w 630"/>
              <a:gd name="p0y14" fmla="*/ 53 h 630"/>
              <a:gd name="p0x15" fmla="*/ 53 w 630"/>
              <a:gd name="p0y15" fmla="*/ 0 h 630"/>
              <a:gd name="p0x16" fmla="*/ 120 w 630"/>
              <a:gd name="p0y16" fmla="*/ 0 h 6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rcRect l="-1569" r="-1569"/>
          <a:stretch>
            <a:fillRect/>
          </a:stretch>
        </p:blipFill>
        <p:spPr>
          <a:xfrm>
            <a:off x="1268730" y="3114675"/>
            <a:ext cx="167005" cy="190500"/>
          </a:xfrm>
          <a:prstGeom prst="rect">
            <a:avLst/>
          </a:prstGeom>
        </p:spPr>
      </p:pic>
      <p:sp>
        <p:nvSpPr>
          <p:cNvPr id="19" name="文本框 18"/>
          <p:cNvSpPr txBox="1"/>
          <p:nvPr>
            <p:custDataLst>
              <p:tags r:id="rId26"/>
            </p:custDataLst>
          </p:nvPr>
        </p:nvSpPr>
        <p:spPr>
          <a:xfrm>
            <a:off x="1704975" y="3063240"/>
            <a:ext cx="1047750" cy="280035"/>
          </a:xfrm>
          <a:prstGeom prst="rect">
            <a:avLst/>
          </a:prstGeom>
          <a:noFill/>
        </p:spPr>
        <p:txBody>
          <a:bodyPr wrap="square" lIns="0" tIns="0" rIns="0" bIns="0" rtlCol="0" anchor="t">
            <a:noAutofit/>
          </a:bodyPr>
          <a:p>
            <a:pPr algn="l">
              <a:lnSpc>
                <a:spcPct val="125000"/>
              </a:lnSpc>
            </a:pPr>
            <a:r>
              <a:rPr sz="1350" b="1">
                <a:solidFill>
                  <a:srgbClr val="1E293B"/>
                </a:solidFill>
                <a:latin typeface="微软雅黑" panose="020B0503020204020204" charset="-122"/>
                <a:ea typeface="微软雅黑" panose="020B0503020204020204" charset="-122"/>
              </a:rPr>
              <a:t>数据访问层</a:t>
            </a:r>
            <a:endParaRPr sz="1350" b="1">
              <a:solidFill>
                <a:srgbClr val="1E293B"/>
              </a:solidFill>
              <a:latin typeface="微软雅黑" panose="020B0503020204020204" charset="-122"/>
              <a:ea typeface="微软雅黑" panose="020B0503020204020204" charset="-122"/>
            </a:endParaRPr>
          </a:p>
        </p:txBody>
      </p:sp>
      <p:sp>
        <p:nvSpPr>
          <p:cNvPr id="20" name="矩形 19"/>
          <p:cNvSpPr/>
          <p:nvPr>
            <p:custDataLst>
              <p:tags r:id="rId27"/>
            </p:custDataLst>
          </p:nvPr>
        </p:nvSpPr>
        <p:spPr>
          <a:xfrm>
            <a:off x="2943225" y="3095625"/>
            <a:ext cx="9525" cy="228600"/>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custDataLst>
              <p:tags r:id="rId28"/>
            </p:custDataLst>
          </p:nvPr>
        </p:nvSpPr>
        <p:spPr>
          <a:xfrm>
            <a:off x="3143250" y="3082290"/>
            <a:ext cx="2514486" cy="247650"/>
          </a:xfrm>
          <a:prstGeom prst="rect">
            <a:avLst/>
          </a:prstGeom>
          <a:noFill/>
        </p:spPr>
        <p:txBody>
          <a:bodyPr wrap="square" lIns="0" tIns="0" rIns="0" bIns="0" rtlCol="0" anchor="t">
            <a:noAutofit/>
          </a:bodyPr>
          <a:p>
            <a:pPr algn="l">
              <a:lnSpc>
                <a:spcPct val="133000"/>
              </a:lnSpc>
            </a:pPr>
            <a:r>
              <a:rPr sz="1125" b="1">
                <a:solidFill>
                  <a:srgbClr val="2D5B99"/>
                </a:solidFill>
                <a:latin typeface="微软雅黑" panose="020B0503020204020204" charset="-122"/>
                <a:ea typeface="微软雅黑" panose="020B0503020204020204" charset="-122"/>
              </a:rPr>
              <a:t>MyBatis-Plus</a:t>
            </a:r>
            <a:r>
              <a:rPr sz="1125">
                <a:solidFill>
                  <a:srgbClr val="64748B"/>
                </a:solidFill>
                <a:latin typeface="微软雅黑" panose="020B0503020204020204" charset="-122"/>
                <a:ea typeface="微软雅黑" panose="020B0503020204020204" charset="-122"/>
              </a:rPr>
              <a:t>实现数据持久化操作</a:t>
            </a:r>
            <a:endParaRPr sz="1125">
              <a:solidFill>
                <a:srgbClr val="64748B"/>
              </a:solidFill>
              <a:latin typeface="微软雅黑" panose="020B0503020204020204" charset="-122"/>
              <a:ea typeface="微软雅黑" panose="020B0503020204020204" charset="-122"/>
            </a:endParaRPr>
          </a:p>
        </p:txBody>
      </p:sp>
      <p:sp>
        <p:nvSpPr>
          <p:cNvPr id="22" name="任意多边形 21"/>
          <p:cNvSpPr/>
          <p:nvPr>
            <p:custDataLst>
              <p:tags r:id="rId29"/>
            </p:custDataLst>
          </p:nvPr>
        </p:nvSpPr>
        <p:spPr>
          <a:xfrm>
            <a:off x="880745" y="3757295"/>
            <a:ext cx="10963275" cy="847725"/>
          </a:xfrm>
          <a:custGeom>
            <a:avLst/>
            <a:gdLst>
              <a:gd name="sw" fmla="*/ 1 w 17265"/>
              <a:gd name="sh" fmla="*/ 1 h 1335"/>
              <a:gd name="mins" fmla="min sw sh"/>
              <a:gd name="dsw" fmla="+- 0 sw mins"/>
              <a:gd name="dsh" fmla="+- 0 sh mins"/>
              <a:gd name="p0x0" fmla="*/ 90 w 17265"/>
              <a:gd name="p0y0" fmla="*/ 0 h 1335"/>
              <a:gd name="p0x1" fmla="*/ 17175 w 17265"/>
              <a:gd name="p0y1" fmla="*/ 0 h 1335"/>
              <a:gd name="p0x2" fmla="*/ 17224 w 17265"/>
              <a:gd name="p0y2" fmla="*/ 0 h 1335"/>
              <a:gd name="p0x3" fmla="*/ 17265 w 17265"/>
              <a:gd name="p0y3" fmla="*/ 40 h 1335"/>
              <a:gd name="p0x4" fmla="*/ 17265 w 17265"/>
              <a:gd name="p0y4" fmla="*/ 90 h 1335"/>
              <a:gd name="p0x5" fmla="*/ 17265 w 17265"/>
              <a:gd name="p0y5" fmla="*/ 1245 h 1335"/>
              <a:gd name="p0x6" fmla="*/ 17265 w 17265"/>
              <a:gd name="p0y6" fmla="*/ 1294 h 1335"/>
              <a:gd name="p0x7" fmla="*/ 17224 w 17265"/>
              <a:gd name="p0y7" fmla="*/ 1335 h 1335"/>
              <a:gd name="p0x8" fmla="*/ 17175 w 17265"/>
              <a:gd name="p0y8" fmla="*/ 1335 h 1335"/>
              <a:gd name="p0x9" fmla="*/ 90 w 17265"/>
              <a:gd name="p0y9" fmla="*/ 1335 h 1335"/>
              <a:gd name="p0x10" fmla="*/ 40 w 17265"/>
              <a:gd name="p0y10" fmla="*/ 1335 h 1335"/>
              <a:gd name="p0x11" fmla="*/ 0 w 17265"/>
              <a:gd name="p0y11" fmla="*/ 1294 h 1335"/>
              <a:gd name="p0x12" fmla="*/ 0 w 17265"/>
              <a:gd name="p0y12" fmla="*/ 1245 h 1335"/>
              <a:gd name="p0x13" fmla="*/ 0 w 17265"/>
              <a:gd name="p0y13" fmla="*/ 90 h 1335"/>
              <a:gd name="p0x14" fmla="*/ 0 w 17265"/>
              <a:gd name="p0y14" fmla="*/ 40 h 1335"/>
              <a:gd name="p0x15" fmla="*/ 40 w 17265"/>
              <a:gd name="p0y15" fmla="*/ 0 h 1335"/>
              <a:gd name="p0x16" fmla="*/ 90 w 17265"/>
              <a:gd name="p0y16" fmla="*/ 0 h 13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任意多边形 22"/>
          <p:cNvSpPr/>
          <p:nvPr>
            <p:custDataLst>
              <p:tags r:id="rId30"/>
            </p:custDataLst>
          </p:nvPr>
        </p:nvSpPr>
        <p:spPr>
          <a:xfrm>
            <a:off x="1152525" y="3981450"/>
            <a:ext cx="400050" cy="400050"/>
          </a:xfrm>
          <a:custGeom>
            <a:avLst/>
            <a:gdLst>
              <a:gd name="sw" fmla="*/ 1 w 630"/>
              <a:gd name="sh" fmla="*/ 1 h 630"/>
              <a:gd name="mins" fmla="min sw sh"/>
              <a:gd name="dsw" fmla="+- 0 sw mins"/>
              <a:gd name="dsh" fmla="+- 0 sh mins"/>
              <a:gd name="p0x0" fmla="*/ 120 w 630"/>
              <a:gd name="p0y0" fmla="*/ 0 h 630"/>
              <a:gd name="p0x1" fmla="*/ 510 w 630"/>
              <a:gd name="p0y1" fmla="*/ 0 h 630"/>
              <a:gd name="p0x2" fmla="*/ 576 w 630"/>
              <a:gd name="p0y2" fmla="*/ 0 h 630"/>
              <a:gd name="p0x3" fmla="*/ 630 w 630"/>
              <a:gd name="p0y3" fmla="*/ 53 h 630"/>
              <a:gd name="p0x4" fmla="*/ 630 w 630"/>
              <a:gd name="p0y4" fmla="*/ 120 h 630"/>
              <a:gd name="p0x5" fmla="*/ 630 w 630"/>
              <a:gd name="p0y5" fmla="*/ 510 h 630"/>
              <a:gd name="p0x6" fmla="*/ 630 w 630"/>
              <a:gd name="p0y6" fmla="*/ 576 h 630"/>
              <a:gd name="p0x7" fmla="*/ 576 w 630"/>
              <a:gd name="p0y7" fmla="*/ 630 h 630"/>
              <a:gd name="p0x8" fmla="*/ 510 w 630"/>
              <a:gd name="p0y8" fmla="*/ 630 h 630"/>
              <a:gd name="p0x9" fmla="*/ 120 w 630"/>
              <a:gd name="p0y9" fmla="*/ 630 h 630"/>
              <a:gd name="p0x10" fmla="*/ 53 w 630"/>
              <a:gd name="p0y10" fmla="*/ 630 h 630"/>
              <a:gd name="p0x11" fmla="*/ 0 w 630"/>
              <a:gd name="p0y11" fmla="*/ 576 h 630"/>
              <a:gd name="p0x12" fmla="*/ 0 w 630"/>
              <a:gd name="p0y12" fmla="*/ 510 h 630"/>
              <a:gd name="p0x13" fmla="*/ 0 w 630"/>
              <a:gd name="p0y13" fmla="*/ 120 h 630"/>
              <a:gd name="p0x14" fmla="*/ 0 w 630"/>
              <a:gd name="p0y14" fmla="*/ 53 h 630"/>
              <a:gd name="p0x15" fmla="*/ 53 w 630"/>
              <a:gd name="p0y15" fmla="*/ 0 h 630"/>
              <a:gd name="p0x16" fmla="*/ 120 w 630"/>
              <a:gd name="p0y16" fmla="*/ 0 h 6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t="-8824" b="-8824"/>
          <a:stretch>
            <a:fillRect/>
          </a:stretch>
        </p:blipFill>
        <p:spPr>
          <a:xfrm>
            <a:off x="1257300" y="4086225"/>
            <a:ext cx="190500" cy="190500"/>
          </a:xfrm>
          <a:prstGeom prst="rect">
            <a:avLst/>
          </a:prstGeom>
        </p:spPr>
      </p:pic>
      <p:sp>
        <p:nvSpPr>
          <p:cNvPr id="25" name="文本框 24"/>
          <p:cNvSpPr txBox="1"/>
          <p:nvPr>
            <p:custDataLst>
              <p:tags r:id="rId34"/>
            </p:custDataLst>
          </p:nvPr>
        </p:nvSpPr>
        <p:spPr>
          <a:xfrm>
            <a:off x="1704975" y="4034790"/>
            <a:ext cx="1047750" cy="280035"/>
          </a:xfrm>
          <a:prstGeom prst="rect">
            <a:avLst/>
          </a:prstGeom>
          <a:noFill/>
        </p:spPr>
        <p:txBody>
          <a:bodyPr wrap="square" lIns="0" tIns="0" rIns="0" bIns="0" rtlCol="0" anchor="t">
            <a:noAutofit/>
          </a:bodyPr>
          <a:p>
            <a:pPr algn="l">
              <a:lnSpc>
                <a:spcPct val="125000"/>
              </a:lnSpc>
            </a:pPr>
            <a:r>
              <a:rPr sz="1350" b="1">
                <a:solidFill>
                  <a:srgbClr val="1E293B"/>
                </a:solidFill>
                <a:latin typeface="微软雅黑" panose="020B0503020204020204" charset="-122"/>
                <a:ea typeface="微软雅黑" panose="020B0503020204020204" charset="-122"/>
              </a:rPr>
              <a:t>基础层</a:t>
            </a:r>
            <a:endParaRPr sz="1350" b="1">
              <a:solidFill>
                <a:srgbClr val="1E293B"/>
              </a:solidFill>
              <a:latin typeface="微软雅黑" panose="020B0503020204020204" charset="-122"/>
              <a:ea typeface="微软雅黑" panose="020B0503020204020204" charset="-122"/>
            </a:endParaRPr>
          </a:p>
        </p:txBody>
      </p:sp>
      <p:sp>
        <p:nvSpPr>
          <p:cNvPr id="26" name="矩形 25"/>
          <p:cNvSpPr/>
          <p:nvPr>
            <p:custDataLst>
              <p:tags r:id="rId35"/>
            </p:custDataLst>
          </p:nvPr>
        </p:nvSpPr>
        <p:spPr>
          <a:xfrm>
            <a:off x="2943225" y="4067175"/>
            <a:ext cx="9525" cy="228600"/>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custDataLst>
              <p:tags r:id="rId36"/>
            </p:custDataLst>
          </p:nvPr>
        </p:nvSpPr>
        <p:spPr>
          <a:xfrm>
            <a:off x="3143250" y="4053840"/>
            <a:ext cx="3448288" cy="247650"/>
          </a:xfrm>
          <a:prstGeom prst="rect">
            <a:avLst/>
          </a:prstGeom>
          <a:noFill/>
        </p:spPr>
        <p:txBody>
          <a:bodyPr wrap="square" lIns="0" tIns="0" rIns="0" bIns="0" rtlCol="0" anchor="t">
            <a:noAutofit/>
          </a:bodyPr>
          <a:p>
            <a:pPr algn="l">
              <a:lnSpc>
                <a:spcPct val="133000"/>
              </a:lnSpc>
            </a:pPr>
            <a:r>
              <a:rPr sz="1125" b="1">
                <a:solidFill>
                  <a:srgbClr val="2D5B99"/>
                </a:solidFill>
                <a:latin typeface="微软雅黑" panose="020B0503020204020204" charset="-122"/>
                <a:ea typeface="微软雅黑" panose="020B0503020204020204" charset="-122"/>
              </a:rPr>
              <a:t>PostgreSQL</a:t>
            </a:r>
            <a:r>
              <a:rPr sz="1125">
                <a:solidFill>
                  <a:srgbClr val="64748B"/>
                </a:solidFill>
                <a:latin typeface="微软雅黑" panose="020B0503020204020204" charset="-122"/>
                <a:ea typeface="微软雅黑" panose="020B0503020204020204" charset="-122"/>
              </a:rPr>
              <a:t>数据库、</a:t>
            </a:r>
            <a:r>
              <a:rPr sz="1125" b="1">
                <a:solidFill>
                  <a:srgbClr val="2D5B99"/>
                </a:solidFill>
                <a:latin typeface="微软雅黑" panose="020B0503020204020204" charset="-122"/>
                <a:ea typeface="微软雅黑" panose="020B0503020204020204" charset="-122"/>
              </a:rPr>
              <a:t>Redis</a:t>
            </a:r>
            <a:r>
              <a:rPr lang="zh-CN" sz="1125">
                <a:solidFill>
                  <a:srgbClr val="64748B"/>
                </a:solidFill>
                <a:latin typeface="微软雅黑" panose="020B0503020204020204" charset="-122"/>
                <a:ea typeface="微软雅黑" panose="020B0503020204020204" charset="-122"/>
                <a:cs typeface="微软雅黑" panose="020B0503020204020204" charset="-122"/>
              </a:rPr>
              <a:t>缓存、大模型</a:t>
            </a:r>
            <a:r>
              <a:rPr lang="en-US" altLang="zh-CN" sz="1125">
                <a:solidFill>
                  <a:srgbClr val="64748B"/>
                </a:solidFill>
                <a:latin typeface="微软雅黑" panose="020B0503020204020204" charset="-122"/>
                <a:ea typeface="微软雅黑" panose="020B0503020204020204" charset="-122"/>
                <a:cs typeface="微软雅黑" panose="020B0503020204020204" charset="-122"/>
              </a:rPr>
              <a:t>API</a:t>
            </a:r>
            <a:r>
              <a:rPr lang="zh-CN" altLang="en-US" sz="1125">
                <a:solidFill>
                  <a:srgbClr val="64748B"/>
                </a:solidFill>
                <a:latin typeface="微软雅黑" panose="020B0503020204020204" charset="-122"/>
                <a:ea typeface="微软雅黑" panose="020B0503020204020204" charset="-122"/>
                <a:cs typeface="微软雅黑" panose="020B0503020204020204" charset="-122"/>
              </a:rPr>
              <a:t>代理</a:t>
            </a:r>
            <a:endParaRPr lang="zh-CN" altLang="en-US" sz="1125">
              <a:solidFill>
                <a:srgbClr val="64748B"/>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custDataLst>
              <p:tags r:id="rId37"/>
            </p:custDataLst>
          </p:nvPr>
        </p:nvPicPr>
        <p:blipFill>
          <a:blip r:embed="rId38">
            <a:extLst>
              <a:ext uri="{96DAC541-7B7A-43D3-8B79-37D633B846F1}">
                <asvg:svgBlip xmlns:asvg="http://schemas.microsoft.com/office/drawing/2016/SVG/main" r:embed="rId39"/>
              </a:ext>
            </a:extLst>
          </a:blip>
          <a:srcRect t="-2500" b="-2500"/>
          <a:stretch>
            <a:fillRect/>
          </a:stretch>
        </p:blipFill>
        <p:spPr>
          <a:xfrm>
            <a:off x="676275" y="4804410"/>
            <a:ext cx="190500" cy="160020"/>
          </a:xfrm>
          <a:prstGeom prst="rect">
            <a:avLst/>
          </a:prstGeom>
        </p:spPr>
      </p:pic>
      <p:sp>
        <p:nvSpPr>
          <p:cNvPr id="32" name="文本框 31"/>
          <p:cNvSpPr txBox="1"/>
          <p:nvPr>
            <p:custDataLst>
              <p:tags r:id="rId40"/>
            </p:custDataLst>
          </p:nvPr>
        </p:nvSpPr>
        <p:spPr>
          <a:xfrm>
            <a:off x="981075" y="4767739"/>
            <a:ext cx="4920139" cy="233363"/>
          </a:xfrm>
          <a:prstGeom prst="rect">
            <a:avLst/>
          </a:prstGeom>
          <a:noFill/>
        </p:spPr>
        <p:txBody>
          <a:bodyPr wrap="square" lIns="0" tIns="0" rIns="0" bIns="0" rtlCol="0" anchor="t">
            <a:noAutofit/>
          </a:bodyPr>
          <a:p>
            <a:pPr algn="l">
              <a:lnSpc>
                <a:spcPct val="125000"/>
              </a:lnSpc>
            </a:pPr>
            <a:r>
              <a:rPr sz="1125">
                <a:solidFill>
                  <a:srgbClr val="1E293B"/>
                </a:solidFill>
                <a:latin typeface="微软雅黑" panose="020B0503020204020204" charset="-122"/>
                <a:ea typeface="微软雅黑" panose="020B0503020204020204" charset="-122"/>
              </a:rPr>
              <a:t>架构特点：</a:t>
            </a:r>
            <a:r>
              <a:rPr sz="1125" b="1">
                <a:solidFill>
                  <a:srgbClr val="2D5B99"/>
                </a:solidFill>
                <a:latin typeface="微软雅黑" panose="020B0503020204020204" charset="-122"/>
                <a:ea typeface="微软雅黑" panose="020B0503020204020204" charset="-122"/>
              </a:rPr>
              <a:t>前后端分离</a:t>
            </a:r>
            <a:r>
              <a:rPr lang="zh-CN" sz="1125">
                <a:solidFill>
                  <a:srgbClr val="1E293B"/>
                </a:solidFill>
                <a:latin typeface="微软雅黑" panose="020B0503020204020204" charset="-122"/>
                <a:ea typeface="微软雅黑" panose="020B0503020204020204" charset="-122"/>
                <a:cs typeface="微软雅黑" panose="020B0503020204020204" charset="-122"/>
              </a:rPr>
              <a:t>，通过</a:t>
            </a:r>
            <a:r>
              <a:rPr lang="en-US" altLang="zh-CN" sz="1125">
                <a:solidFill>
                  <a:srgbClr val="1E293B"/>
                </a:solidFill>
                <a:latin typeface="微软雅黑" panose="020B0503020204020204" charset="-122"/>
                <a:ea typeface="微软雅黑" panose="020B0503020204020204" charset="-122"/>
                <a:cs typeface="微软雅黑" panose="020B0503020204020204" charset="-122"/>
              </a:rPr>
              <a:t>RESTful API</a:t>
            </a:r>
            <a:r>
              <a:rPr lang="zh-CN" altLang="en-US" sz="1125">
                <a:solidFill>
                  <a:srgbClr val="1E293B"/>
                </a:solidFill>
                <a:latin typeface="微软雅黑" panose="020B0503020204020204" charset="-122"/>
                <a:ea typeface="微软雅黑" panose="020B0503020204020204" charset="-122"/>
                <a:cs typeface="微软雅黑" panose="020B0503020204020204" charset="-122"/>
              </a:rPr>
              <a:t>通信，各层职责解耦，扩展性强</a:t>
            </a:r>
            <a:endParaRPr lang="zh-CN" altLang="en-US" sz="1125">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33" name="矩形 32"/>
          <p:cNvSpPr/>
          <p:nvPr>
            <p:custDataLst>
              <p:tags r:id="rId41"/>
            </p:custDataLst>
          </p:nvPr>
        </p:nvSpPr>
        <p:spPr>
          <a:xfrm>
            <a:off x="4445" y="5106035"/>
            <a:ext cx="12182475" cy="1746885"/>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custDataLst>
              <p:tags r:id="rId42"/>
            </p:custDataLst>
          </p:nvPr>
        </p:nvSpPr>
        <p:spPr>
          <a:xfrm>
            <a:off x="161925" y="5252085"/>
            <a:ext cx="11868150" cy="236220"/>
          </a:xfrm>
          <a:prstGeom prst="rect">
            <a:avLst/>
          </a:prstGeom>
          <a:noFill/>
        </p:spPr>
        <p:txBody>
          <a:bodyPr wrap="square" lIns="0" tIns="0" rIns="0" bIns="0" rtlCol="0" anchor="t">
            <a:noAutofit/>
          </a:bodyPr>
          <a:p>
            <a:pPr algn="l">
              <a:lnSpc>
                <a:spcPct val="133000"/>
              </a:lnSpc>
            </a:pPr>
            <a:r>
              <a:rPr sz="1050" b="1">
                <a:solidFill>
                  <a:srgbClr val="334155"/>
                </a:solidFill>
                <a:latin typeface="微软雅黑" panose="020B0503020204020204" charset="-122"/>
                <a:ea typeface="微软雅黑" panose="020B0503020204020204" charset="-122"/>
              </a:rPr>
              <a:t>【答辩备注】</a:t>
            </a:r>
            <a:endParaRPr sz="1050" b="1">
              <a:solidFill>
                <a:srgbClr val="334155"/>
              </a:solidFill>
              <a:latin typeface="微软雅黑" panose="020B0503020204020204" charset="-122"/>
              <a:ea typeface="微软雅黑" panose="020B0503020204020204" charset="-122"/>
            </a:endParaRPr>
          </a:p>
        </p:txBody>
      </p:sp>
      <p:sp>
        <p:nvSpPr>
          <p:cNvPr id="35" name="文本框 34"/>
          <p:cNvSpPr txBox="1"/>
          <p:nvPr>
            <p:custDataLst>
              <p:tags r:id="rId43"/>
            </p:custDataLst>
          </p:nvPr>
        </p:nvSpPr>
        <p:spPr>
          <a:xfrm>
            <a:off x="161925" y="5541645"/>
            <a:ext cx="11868150" cy="876300"/>
          </a:xfrm>
          <a:prstGeom prst="rect">
            <a:avLst/>
          </a:prstGeom>
          <a:noFill/>
        </p:spPr>
        <p:txBody>
          <a:bodyPr wrap="square" lIns="0" tIns="0" rIns="0" bIns="0" rtlCol="0" anchor="t">
            <a:noAutofit/>
          </a:bodyPr>
          <a:p>
            <a:pPr algn="l">
              <a:lnSpc>
                <a:spcPct val="133000"/>
              </a:lnSpc>
            </a:pPr>
            <a:r>
              <a:rPr sz="1050" b="1">
                <a:solidFill>
                  <a:srgbClr val="475569"/>
                </a:solidFill>
                <a:latin typeface="微软雅黑" panose="020B0503020204020204" charset="-122"/>
                <a:ea typeface="微软雅黑" panose="020B0503020204020204" charset="-122"/>
              </a:rPr>
              <a:t>讲解话术：</a:t>
            </a:r>
            <a:r>
              <a:rPr lang="en-US" sz="1050">
                <a:solidFill>
                  <a:srgbClr val="475569"/>
                </a:solidFill>
                <a:latin typeface="微软雅黑" panose="020B0503020204020204" charset="-122"/>
                <a:ea typeface="微软雅黑" panose="020B0503020204020204" charset="-122"/>
                <a:cs typeface="微软雅黑" panose="020B0503020204020204" charset="-122"/>
              </a:rPr>
              <a:t>"</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我们的系统采用的是经典的分层架构，从上到下分为四层：最上层是表现层，包括儿童端、家长端的移动端，还有</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Web</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管理后台，负责和用户交互；第二层是业务逻辑层，基于</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Spring Boot 3</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实现，所有的核心业务规则都封装在这一层，比如任务的流转、积分的计算这些逻辑都在这里；第三层是数据访问层，用</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MyBatis-Plus</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来实现数据库的持久化操作，和底层数据库打交道；最下层是基础层，包括</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PostgreSQL</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数据库、</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Redis</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缓存，还有大模型的</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API</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代理，提供最基础的服务。我们这个架构是前后端分离的，通过</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RESTful API</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来通信，各层的职责是解耦的，后续如果要扩展功能或者替换某个技术组件都很方便，扩展性很强。</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a:t>
            </a:r>
            <a:endParaRPr lang="en-US" altLang="zh-CN" sz="1050">
              <a:solidFill>
                <a:srgbClr val="475569"/>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custDataLst>
              <p:tags r:id="rId44"/>
            </p:custDataLst>
          </p:nvPr>
        </p:nvSpPr>
        <p:spPr>
          <a:xfrm>
            <a:off x="161925" y="6471285"/>
            <a:ext cx="11901012" cy="236220"/>
          </a:xfrm>
          <a:prstGeom prst="rect">
            <a:avLst/>
          </a:prstGeom>
          <a:noFill/>
        </p:spPr>
        <p:txBody>
          <a:bodyPr wrap="square" lIns="0" tIns="0" rIns="0" bIns="0" rtlCol="0" anchor="t">
            <a:noAutofit/>
          </a:bodyPr>
          <a:p>
            <a:pPr algn="l">
              <a:lnSpc>
                <a:spcPct val="133000"/>
              </a:lnSpc>
            </a:pPr>
            <a:r>
              <a:rPr sz="1050" b="1">
                <a:solidFill>
                  <a:srgbClr val="475569"/>
                </a:solidFill>
                <a:latin typeface="微软雅黑" panose="020B0503020204020204" charset="-122"/>
                <a:ea typeface="微软雅黑" panose="020B0503020204020204" charset="-122"/>
              </a:rPr>
              <a:t>要点提示：</a:t>
            </a:r>
            <a:r>
              <a:rPr lang="en-US" sz="1050">
                <a:solidFill>
                  <a:srgbClr val="475569"/>
                </a:solidFill>
                <a:latin typeface="微软雅黑" panose="020B0503020204020204" charset="-122"/>
                <a:ea typeface="微软雅黑" panose="020B0503020204020204" charset="-122"/>
                <a:cs typeface="微软雅黑" panose="020B0503020204020204" charset="-122"/>
              </a:rPr>
              <a:t>1. </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讲架构的时候可以按照从上到下的顺序，让逻辑清晰，重点说明每层的职责是什么，为什么要这么分层；</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2. </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最后提一下架构的特点，比如解耦、扩展性强，体现你在架构设计上的考虑。</a:t>
            </a:r>
            <a:endParaRPr lang="zh-CN" altLang="en-US" sz="1050">
              <a:solidFill>
                <a:srgbClr val="47556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p:nvPr>
            <p:custDataLst>
              <p:tags r:id="rId1"/>
            </p:custDataLst>
          </p:nvPr>
        </p:nvSpPr>
        <p:spPr>
          <a:xfrm>
            <a:off x="457200" y="407670"/>
            <a:ext cx="38100" cy="2667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2"/>
            </p:custDataLst>
          </p:nvPr>
        </p:nvSpPr>
        <p:spPr>
          <a:xfrm>
            <a:off x="609600" y="403860"/>
            <a:ext cx="2400300" cy="266700"/>
          </a:xfrm>
          <a:prstGeom prst="rect">
            <a:avLst/>
          </a:prstGeom>
          <a:noFill/>
        </p:spPr>
        <p:txBody>
          <a:bodyPr wrap="square" lIns="0" tIns="0" rIns="0" bIns="0" rtlCol="0" anchor="t">
            <a:noAutofit/>
          </a:bodyPr>
          <a:p>
            <a:pPr algn="l">
              <a:lnSpc>
                <a:spcPct val="100000"/>
              </a:lnSpc>
            </a:pPr>
            <a:r>
              <a:rPr sz="2100" b="1">
                <a:solidFill>
                  <a:srgbClr val="1E293B"/>
                </a:solidFill>
                <a:latin typeface="黑体" panose="02010609060101010101" charset="-122"/>
                <a:ea typeface="黑体" panose="02010609060101010101" charset="-122"/>
              </a:rPr>
              <a:t>核心业务模块设计</a:t>
            </a:r>
            <a:endParaRPr sz="2100" b="1">
              <a:solidFill>
                <a:srgbClr val="1E293B"/>
              </a:solidFill>
              <a:latin typeface="黑体" panose="02010609060101010101" charset="-122"/>
              <a:ea typeface="黑体" panose="02010609060101010101" charset="-122"/>
            </a:endParaRPr>
          </a:p>
        </p:txBody>
      </p:sp>
      <p:grpSp>
        <p:nvGrpSpPr>
          <p:cNvPr id="50" name="组合 49"/>
          <p:cNvGrpSpPr/>
          <p:nvPr/>
        </p:nvGrpSpPr>
        <p:grpSpPr>
          <a:xfrm>
            <a:off x="457200" y="929640"/>
            <a:ext cx="2705100" cy="3238500"/>
            <a:chOff x="720" y="1464"/>
            <a:chExt cx="4260" cy="5100"/>
          </a:xfrm>
        </p:grpSpPr>
        <p:sp>
          <p:nvSpPr>
            <p:cNvPr id="4" name="任意多边形 3"/>
            <p:cNvSpPr/>
            <p:nvPr>
              <p:custDataLst>
                <p:tags r:id="rId3"/>
              </p:custDataLst>
            </p:nvPr>
          </p:nvSpPr>
          <p:spPr>
            <a:xfrm>
              <a:off x="720" y="1464"/>
              <a:ext cx="4260" cy="5100"/>
            </a:xfrm>
            <a:custGeom>
              <a:avLst/>
              <a:gdLst>
                <a:gd name="sw" fmla="*/ 1 w 4260"/>
                <a:gd name="sh" fmla="*/ 1 h 5100"/>
                <a:gd name="mins" fmla="min sw sh"/>
                <a:gd name="dsw" fmla="+- 0 sw mins"/>
                <a:gd name="dsh" fmla="+- 0 sh mins"/>
                <a:gd name="p0x0" fmla="*/ 60 w 4260"/>
                <a:gd name="p0y0" fmla="*/ 0 h 5100"/>
                <a:gd name="p0x1" fmla="*/ 4200 w 4260"/>
                <a:gd name="p0y1" fmla="*/ 0 h 5100"/>
                <a:gd name="p0x2" fmla="*/ 4233 w 4260"/>
                <a:gd name="p0y2" fmla="*/ 0 h 5100"/>
                <a:gd name="p0x3" fmla="*/ 4260 w 4260"/>
                <a:gd name="p0y3" fmla="*/ 26 h 5100"/>
                <a:gd name="p0x4" fmla="*/ 4260 w 4260"/>
                <a:gd name="p0y4" fmla="*/ 60 h 5100"/>
                <a:gd name="p0x5" fmla="*/ 4260 w 4260"/>
                <a:gd name="p0y5" fmla="*/ 5040 h 5100"/>
                <a:gd name="p0x6" fmla="*/ 4260 w 4260"/>
                <a:gd name="p0y6" fmla="*/ 5073 h 5100"/>
                <a:gd name="p0x7" fmla="*/ 4233 w 4260"/>
                <a:gd name="p0y7" fmla="*/ 5100 h 5100"/>
                <a:gd name="p0x8" fmla="*/ 4200 w 4260"/>
                <a:gd name="p0y8" fmla="*/ 5100 h 5100"/>
                <a:gd name="p0x9" fmla="*/ 60 w 4260"/>
                <a:gd name="p0y9" fmla="*/ 5100 h 5100"/>
                <a:gd name="p0x10" fmla="*/ 26 w 4260"/>
                <a:gd name="p0y10" fmla="*/ 5100 h 5100"/>
                <a:gd name="p0x11" fmla="*/ 0 w 4260"/>
                <a:gd name="p0y11" fmla="*/ 5073 h 5100"/>
                <a:gd name="p0x12" fmla="*/ 0 w 4260"/>
                <a:gd name="p0y12" fmla="*/ 5040 h 5100"/>
                <a:gd name="p0x13" fmla="*/ 0 w 4260"/>
                <a:gd name="p0y13" fmla="*/ 60 h 5100"/>
                <a:gd name="p0x14" fmla="*/ 0 w 4260"/>
                <a:gd name="p0y14" fmla="*/ 26 h 5100"/>
                <a:gd name="p0x15" fmla="*/ 26 w 4260"/>
                <a:gd name="p0y15" fmla="*/ 0 h 5100"/>
                <a:gd name="p0x16" fmla="*/ 60 w 4260"/>
                <a:gd name="p0y16" fmla="*/ 0 h 51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4"/>
              </p:custDataLst>
            </p:nvPr>
          </p:nvSpPr>
          <p:spPr>
            <a:xfrm>
              <a:off x="761" y="1464"/>
              <a:ext cx="4201" cy="28"/>
            </a:xfrm>
            <a:custGeom>
              <a:avLst/>
              <a:gdLst>
                <a:gd name="sw" fmla="*/ 1 w 4200"/>
                <a:gd name="sh" fmla="*/ 1 h 28"/>
                <a:gd name="mins" fmla="min sw sh"/>
                <a:gd name="dsw" fmla="+- 0 sw mins"/>
                <a:gd name="dsh" fmla="+- 0 sh mins"/>
                <a:gd name="p0x0" fmla="*/ 18 w 4200"/>
                <a:gd name="p0y0" fmla="*/ 0 h 28"/>
                <a:gd name="p0x1" fmla="*/ 4158 w 4200"/>
                <a:gd name="p0y1" fmla="*/ 0 h 28"/>
                <a:gd name="p0x2" fmla="*/ 4175 w 4200"/>
                <a:gd name="p0y2" fmla="*/ 0 h 28"/>
                <a:gd name="p0x3" fmla="*/ 4190 w 4200"/>
                <a:gd name="p0y3" fmla="*/ 6 h 28"/>
                <a:gd name="p0x4" fmla="*/ 4200 w 4200"/>
                <a:gd name="p0y4" fmla="*/ 17 h 28"/>
                <a:gd name="p0x5" fmla="*/ 4190 w 4200"/>
                <a:gd name="p0y5" fmla="*/ 28 h 28"/>
                <a:gd name="p0x6" fmla="*/ 4182 w 4200"/>
                <a:gd name="p0y6" fmla="*/ 20 h 28"/>
                <a:gd name="p0x7" fmla="*/ 4170 w 4200"/>
                <a:gd name="p0y7" fmla="*/ 15 h 28"/>
                <a:gd name="p0x8" fmla="*/ 4158 w 4200"/>
                <a:gd name="p0y8" fmla="*/ 15 h 28"/>
                <a:gd name="p0x9" fmla="*/ 18 w 4200"/>
                <a:gd name="p0y9" fmla="*/ 15 h 28"/>
                <a:gd name="p0x10" fmla="*/ 0 w 4200"/>
                <a:gd name="p0y10" fmla="*/ 2 h 28"/>
                <a:gd name="p0x11" fmla="*/ 0 w 4200"/>
                <a:gd name="p0y11" fmla="*/ 2 h 28"/>
                <a:gd name="p0x12" fmla="*/ 5 w 4200"/>
                <a:gd name="p0y12" fmla="*/ 1 h 28"/>
                <a:gd name="p0x13" fmla="*/ 12 w 4200"/>
                <a:gd name="p0y13" fmla="*/ 0 h 28"/>
                <a:gd name="p0x14" fmla="*/ 18 w 420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5"/>
              </p:custDataLst>
            </p:nvPr>
          </p:nvSpPr>
          <p:spPr>
            <a:xfrm>
              <a:off x="4951" y="1481"/>
              <a:ext cx="29" cy="5065"/>
            </a:xfrm>
            <a:custGeom>
              <a:avLst/>
              <a:gdLst>
                <a:gd name="sw" fmla="*/ 1 w 28"/>
                <a:gd name="sh" fmla="*/ 1 h 5064"/>
                <a:gd name="mins" fmla="min sw sh"/>
                <a:gd name="dsw" fmla="+- 0 sw mins"/>
                <a:gd name="dsh" fmla="+- 0 sh mins"/>
                <a:gd name="p0x0" fmla="*/ 28 w 28"/>
                <a:gd name="p0y0" fmla="*/ 42 h 5064"/>
                <a:gd name="p0x1" fmla="*/ 28 w 28"/>
                <a:gd name="p0y1" fmla="*/ 5022 h 5064"/>
                <a:gd name="p0x2" fmla="*/ 28 w 28"/>
                <a:gd name="p0y2" fmla="*/ 5038 h 5064"/>
                <a:gd name="p0x3" fmla="*/ 21 w 28"/>
                <a:gd name="p0y3" fmla="*/ 5053 h 5064"/>
                <a:gd name="p0x4" fmla="*/ 10 w 28"/>
                <a:gd name="p0y4" fmla="*/ 5064 h 5064"/>
                <a:gd name="p0x5" fmla="*/ 0 w 28"/>
                <a:gd name="p0y5" fmla="*/ 5054 h 5064"/>
                <a:gd name="p0x6" fmla="*/ 8 w 28"/>
                <a:gd name="p0y6" fmla="*/ 5046 h 5064"/>
                <a:gd name="p0x7" fmla="*/ 13 w 28"/>
                <a:gd name="p0y7" fmla="*/ 5034 h 5064"/>
                <a:gd name="p0x8" fmla="*/ 13 w 28"/>
                <a:gd name="p0y8" fmla="*/ 5022 h 5064"/>
                <a:gd name="p0x9" fmla="*/ 13 w 28"/>
                <a:gd name="p0y9" fmla="*/ 42 h 5064"/>
                <a:gd name="p0x10" fmla="*/ 13 w 28"/>
                <a:gd name="p0y10" fmla="*/ 30 h 5064"/>
                <a:gd name="p0x11" fmla="*/ 8 w 28"/>
                <a:gd name="p0y11" fmla="*/ 18 h 5064"/>
                <a:gd name="p0x12" fmla="*/ 0 w 28"/>
                <a:gd name="p0y12" fmla="*/ 10 h 5064"/>
                <a:gd name="p0x13" fmla="*/ 10 w 28"/>
                <a:gd name="p0y13" fmla="*/ 0 h 5064"/>
                <a:gd name="p0x14" fmla="*/ 21 w 28"/>
                <a:gd name="p0y14" fmla="*/ 10 h 5064"/>
                <a:gd name="p0x15" fmla="*/ 28 w 28"/>
                <a:gd name="p0y15" fmla="*/ 25 h 5064"/>
                <a:gd name="p0x16" fmla="*/ 28 w 28"/>
                <a:gd name="p0y16" fmla="*/ 42 h 506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6"/>
              </p:custDataLst>
            </p:nvPr>
          </p:nvSpPr>
          <p:spPr>
            <a:xfrm>
              <a:off x="761" y="6535"/>
              <a:ext cx="4201" cy="28"/>
            </a:xfrm>
            <a:custGeom>
              <a:avLst/>
              <a:gdLst>
                <a:gd name="sw" fmla="*/ 1 w 4200"/>
                <a:gd name="sh" fmla="*/ 1 h 28"/>
                <a:gd name="mins" fmla="min sw sh"/>
                <a:gd name="dsw" fmla="+- 0 sw mins"/>
                <a:gd name="dsh" fmla="+- 0 sh mins"/>
                <a:gd name="p0x0" fmla="*/ 4158 w 4200"/>
                <a:gd name="p0y0" fmla="*/ 28 h 28"/>
                <a:gd name="p0x1" fmla="*/ 18 w 4200"/>
                <a:gd name="p0y1" fmla="*/ 28 h 28"/>
                <a:gd name="p0x2" fmla="*/ 12 w 4200"/>
                <a:gd name="p0y2" fmla="*/ 28 h 28"/>
                <a:gd name="p0x3" fmla="*/ 5 w 4200"/>
                <a:gd name="p0y3" fmla="*/ 27 h 28"/>
                <a:gd name="p0x4" fmla="*/ 0 w 4200"/>
                <a:gd name="p0y4" fmla="*/ 25 h 28"/>
                <a:gd name="p0x5" fmla="*/ 18 w 4200"/>
                <a:gd name="p0y5" fmla="*/ 13 h 28"/>
                <a:gd name="p0x6" fmla="*/ 4158 w 4200"/>
                <a:gd name="p0y6" fmla="*/ 13 h 28"/>
                <a:gd name="p0x7" fmla="*/ 4170 w 4200"/>
                <a:gd name="p0y7" fmla="*/ 13 h 28"/>
                <a:gd name="p0x8" fmla="*/ 4182 w 4200"/>
                <a:gd name="p0y8" fmla="*/ 8 h 28"/>
                <a:gd name="p0x9" fmla="*/ 4190 w 4200"/>
                <a:gd name="p0y9" fmla="*/ 0 h 28"/>
                <a:gd name="p0x10" fmla="*/ 4200 w 4200"/>
                <a:gd name="p0y10" fmla="*/ 10 h 28"/>
                <a:gd name="p0x11" fmla="*/ 4190 w 4200"/>
                <a:gd name="p0y11" fmla="*/ 21 h 28"/>
                <a:gd name="p0x12" fmla="*/ 4175 w 4200"/>
                <a:gd name="p0y12" fmla="*/ 28 h 28"/>
                <a:gd name="p0x13" fmla="*/ 4158 w 420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7"/>
              </p:custDataLst>
            </p:nvPr>
          </p:nvSpPr>
          <p:spPr>
            <a:xfrm>
              <a:off x="720" y="1466"/>
              <a:ext cx="60" cy="5095"/>
            </a:xfrm>
            <a:custGeom>
              <a:avLst/>
              <a:gdLst>
                <a:gd name="sw" fmla="*/ 1 w 60"/>
                <a:gd name="sh" fmla="*/ 1 h 5094"/>
                <a:gd name="mins" fmla="min sw sh"/>
                <a:gd name="dsw" fmla="+- 0 sw mins"/>
                <a:gd name="dsh" fmla="+- 0 sh mins"/>
                <a:gd name="p0x0" fmla="*/ 0 w 60"/>
                <a:gd name="p0y0" fmla="*/ 5037 h 5094"/>
                <a:gd name="p0x1" fmla="*/ 0 w 60"/>
                <a:gd name="p0y1" fmla="*/ 57 h 5094"/>
                <a:gd name="p0x2" fmla="*/ 0 w 60"/>
                <a:gd name="p0y2" fmla="*/ 30 h 5094"/>
                <a:gd name="p0x3" fmla="*/ 17 w 60"/>
                <a:gd name="p0y3" fmla="*/ 7 h 5094"/>
                <a:gd name="p0x4" fmla="*/ 41 w 60"/>
                <a:gd name="p0y4" fmla="*/ 0 h 5094"/>
                <a:gd name="p0x5" fmla="*/ 60 w 60"/>
                <a:gd name="p0y5" fmla="*/ 12 h 5094"/>
                <a:gd name="p0x6" fmla="*/ 60 w 60"/>
                <a:gd name="p0y6" fmla="*/ 5037 h 5094"/>
                <a:gd name="p0x7" fmla="*/ 41 w 60"/>
                <a:gd name="p0y7" fmla="*/ 5094 h 5094"/>
                <a:gd name="p0x8" fmla="*/ 41 w 60"/>
                <a:gd name="p0y8" fmla="*/ 5094 h 5094"/>
                <a:gd name="p0x9" fmla="*/ 17 w 60"/>
                <a:gd name="p0y9" fmla="*/ 5086 h 5094"/>
                <a:gd name="p0x10" fmla="*/ 0 w 60"/>
                <a:gd name="p0y10" fmla="*/ 5063 h 5094"/>
                <a:gd name="p0x11" fmla="*/ 0 w 60"/>
                <a:gd name="p0y11" fmla="*/ 5037 h 509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任意多边形 9"/>
          <p:cNvSpPr/>
          <p:nvPr>
            <p:custDataLst>
              <p:tags r:id="rId8"/>
            </p:custDataLst>
          </p:nvPr>
        </p:nvSpPr>
        <p:spPr>
          <a:xfrm>
            <a:off x="647700" y="1129665"/>
            <a:ext cx="381000" cy="381000"/>
          </a:xfrm>
          <a:custGeom>
            <a:avLst/>
            <a:gdLst>
              <a:gd name="sw" fmla="*/ 1 w 600"/>
              <a:gd name="sh" fmla="*/ 1 h 600"/>
              <a:gd name="mins" fmla="min sw sh"/>
              <a:gd name="dsw" fmla="+- 0 sw mins"/>
              <a:gd name="dsh" fmla="+- 0 sh mins"/>
              <a:gd name="p0x0" fmla="*/ 60 w 600"/>
              <a:gd name="p0y0" fmla="*/ 0 h 600"/>
              <a:gd name="p0x1" fmla="*/ 540 w 600"/>
              <a:gd name="p0y1" fmla="*/ 0 h 600"/>
              <a:gd name="p0x2" fmla="*/ 573 w 600"/>
              <a:gd name="p0y2" fmla="*/ 0 h 600"/>
              <a:gd name="p0x3" fmla="*/ 600 w 600"/>
              <a:gd name="p0y3" fmla="*/ 26 h 600"/>
              <a:gd name="p0x4" fmla="*/ 600 w 600"/>
              <a:gd name="p0y4" fmla="*/ 60 h 600"/>
              <a:gd name="p0x5" fmla="*/ 600 w 600"/>
              <a:gd name="p0y5" fmla="*/ 540 h 600"/>
              <a:gd name="p0x6" fmla="*/ 600 w 600"/>
              <a:gd name="p0y6" fmla="*/ 573 h 600"/>
              <a:gd name="p0x7" fmla="*/ 573 w 600"/>
              <a:gd name="p0y7" fmla="*/ 600 h 600"/>
              <a:gd name="p0x8" fmla="*/ 540 w 600"/>
              <a:gd name="p0y8" fmla="*/ 600 h 600"/>
              <a:gd name="p0x9" fmla="*/ 60 w 600"/>
              <a:gd name="p0y9" fmla="*/ 600 h 600"/>
              <a:gd name="p0x10" fmla="*/ 26 w 600"/>
              <a:gd name="p0y10" fmla="*/ 600 h 600"/>
              <a:gd name="p0x11" fmla="*/ 0 w 600"/>
              <a:gd name="p0y11" fmla="*/ 573 h 600"/>
              <a:gd name="p0x12" fmla="*/ 0 w 600"/>
              <a:gd name="p0y12" fmla="*/ 540 h 600"/>
              <a:gd name="p0x13" fmla="*/ 0 w 600"/>
              <a:gd name="p0y13" fmla="*/ 60 h 600"/>
              <a:gd name="p0x14" fmla="*/ 0 w 600"/>
              <a:gd name="p0y14" fmla="*/ 26 h 600"/>
              <a:gd name="p0x15" fmla="*/ 26 w 600"/>
              <a:gd name="p0y15" fmla="*/ 0 h 600"/>
              <a:gd name="p0x16" fmla="*/ 60 w 600"/>
              <a:gd name="p0y16" fmla="*/ 0 h 6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l="-5556" t="-2632" r="-5556" b="-2632"/>
          <a:stretch>
            <a:fillRect/>
          </a:stretch>
        </p:blipFill>
        <p:spPr>
          <a:xfrm>
            <a:off x="742950" y="1224915"/>
            <a:ext cx="190500" cy="190500"/>
          </a:xfrm>
          <a:prstGeom prst="rect">
            <a:avLst/>
          </a:prstGeom>
        </p:spPr>
      </p:pic>
      <p:sp>
        <p:nvSpPr>
          <p:cNvPr id="12" name="文本框 11"/>
          <p:cNvSpPr txBox="1"/>
          <p:nvPr>
            <p:custDataLst>
              <p:tags r:id="rId12"/>
            </p:custDataLst>
          </p:nvPr>
        </p:nvSpPr>
        <p:spPr>
          <a:xfrm>
            <a:off x="647700" y="1640205"/>
            <a:ext cx="1524000" cy="182880"/>
          </a:xfrm>
          <a:prstGeom prst="rect">
            <a:avLst/>
          </a:prstGeom>
          <a:noFill/>
        </p:spPr>
        <p:txBody>
          <a:bodyPr wrap="square" lIns="0" tIns="0" rIns="0" bIns="0" rtlCol="0" anchor="t">
            <a:noAutofit/>
          </a:bodyPr>
          <a:p>
            <a:pPr algn="l">
              <a:lnSpc>
                <a:spcPct val="117000"/>
              </a:lnSpc>
            </a:pPr>
            <a:r>
              <a:rPr sz="1200" b="1">
                <a:solidFill>
                  <a:srgbClr val="1E293B"/>
                </a:solidFill>
                <a:latin typeface="黑体" panose="02010609060101010101" charset="-122"/>
                <a:ea typeface="黑体" panose="02010609060101010101" charset="-122"/>
              </a:rPr>
              <a:t>用户认证与鉴权模块</a:t>
            </a:r>
            <a:endParaRPr sz="1200" b="1">
              <a:solidFill>
                <a:srgbClr val="1E293B"/>
              </a:solidFill>
              <a:latin typeface="黑体" panose="02010609060101010101" charset="-122"/>
              <a:ea typeface="黑体" panose="02010609060101010101" charset="-122"/>
            </a:endParaRPr>
          </a:p>
        </p:txBody>
      </p:sp>
      <p:sp>
        <p:nvSpPr>
          <p:cNvPr id="13" name="文本框 12"/>
          <p:cNvSpPr txBox="1"/>
          <p:nvPr>
            <p:custDataLst>
              <p:tags r:id="rId13"/>
            </p:custDataLst>
          </p:nvPr>
        </p:nvSpPr>
        <p:spPr>
          <a:xfrm>
            <a:off x="647700" y="1965008"/>
            <a:ext cx="2352675" cy="649605"/>
          </a:xfrm>
          <a:prstGeom prst="rect">
            <a:avLst/>
          </a:prstGeom>
          <a:noFill/>
        </p:spPr>
        <p:txBody>
          <a:bodyPr wrap="square" lIns="0" tIns="0" rIns="0" bIns="0" rtlCol="0" anchor="t">
            <a:noAutofit/>
          </a:bodyPr>
          <a:p>
            <a:pPr algn="l">
              <a:lnSpc>
                <a:spcPct val="142000"/>
              </a:lnSpc>
            </a:pPr>
            <a:r>
              <a:rPr sz="1050">
                <a:solidFill>
                  <a:srgbClr val="64748B"/>
                </a:solidFill>
                <a:latin typeface="宋体" panose="02010600030101010101" pitchFamily="2" charset="-122"/>
                <a:ea typeface="宋体" panose="02010600030101010101" pitchFamily="2" charset="-122"/>
              </a:rPr>
              <a:t>基于</a:t>
            </a:r>
            <a:r>
              <a:rPr sz="1050" b="1">
                <a:solidFill>
                  <a:srgbClr val="2D5B99"/>
                </a:solidFill>
                <a:latin typeface="宋体" panose="02010600030101010101" pitchFamily="2" charset="-122"/>
                <a:ea typeface="宋体" panose="02010600030101010101" pitchFamily="2" charset="-122"/>
              </a:rPr>
              <a:t>Sa-Token</a:t>
            </a:r>
            <a:r>
              <a:rPr lang="zh-CN" sz="1050">
                <a:solidFill>
                  <a:srgbClr val="64748B"/>
                </a:solidFill>
                <a:latin typeface="宋体" panose="02010600030101010101" pitchFamily="2" charset="-122"/>
                <a:ea typeface="宋体" panose="02010600030101010101" pitchFamily="2" charset="-122"/>
                <a:cs typeface="宋体" panose="02010600030101010101" pitchFamily="2" charset="-122"/>
              </a:rPr>
              <a:t>实现多角色权限隔离，管理员</a:t>
            </a:r>
            <a:r>
              <a:rPr lang="en-US" altLang="zh-CN" sz="1050">
                <a:solidFill>
                  <a:srgbClr val="64748B"/>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64748B"/>
                </a:solidFill>
                <a:latin typeface="宋体" panose="02010600030101010101" pitchFamily="2" charset="-122"/>
                <a:ea typeface="宋体" panose="02010600030101010101" pitchFamily="2" charset="-122"/>
                <a:cs typeface="宋体" panose="02010600030101010101" pitchFamily="2" charset="-122"/>
              </a:rPr>
              <a:t>家长</a:t>
            </a:r>
            <a:r>
              <a:rPr lang="en-US" altLang="zh-CN" sz="1050">
                <a:solidFill>
                  <a:srgbClr val="64748B"/>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64748B"/>
                </a:solidFill>
                <a:latin typeface="宋体" panose="02010600030101010101" pitchFamily="2" charset="-122"/>
                <a:ea typeface="宋体" panose="02010600030101010101" pitchFamily="2" charset="-122"/>
                <a:cs typeface="宋体" panose="02010600030101010101" pitchFamily="2" charset="-122"/>
              </a:rPr>
              <a:t>儿童角色权限严格互斥，支持双域会话隔离</a:t>
            </a:r>
            <a:endParaRPr lang="zh-CN" altLang="en-US" sz="1050">
              <a:solidFill>
                <a:srgbClr val="64748B"/>
              </a:solidFill>
              <a:latin typeface="宋体" panose="02010600030101010101" pitchFamily="2" charset="-122"/>
              <a:ea typeface="宋体" panose="02010600030101010101" pitchFamily="2" charset="-122"/>
              <a:cs typeface="宋体" panose="02010600030101010101" pitchFamily="2" charset="-122"/>
            </a:endParaRPr>
          </a:p>
        </p:txBody>
      </p:sp>
      <p:grpSp>
        <p:nvGrpSpPr>
          <p:cNvPr id="51" name="组合 50"/>
          <p:cNvGrpSpPr/>
          <p:nvPr/>
        </p:nvGrpSpPr>
        <p:grpSpPr>
          <a:xfrm>
            <a:off x="3314700" y="929640"/>
            <a:ext cx="2705100" cy="3238500"/>
            <a:chOff x="5220" y="1464"/>
            <a:chExt cx="4260" cy="5100"/>
          </a:xfrm>
        </p:grpSpPr>
        <p:sp>
          <p:nvSpPr>
            <p:cNvPr id="14" name="任意多边形 13"/>
            <p:cNvSpPr/>
            <p:nvPr>
              <p:custDataLst>
                <p:tags r:id="rId14"/>
              </p:custDataLst>
            </p:nvPr>
          </p:nvSpPr>
          <p:spPr>
            <a:xfrm>
              <a:off x="5220" y="1464"/>
              <a:ext cx="4260" cy="5100"/>
            </a:xfrm>
            <a:custGeom>
              <a:avLst/>
              <a:gdLst>
                <a:gd name="sw" fmla="*/ 1 w 4260"/>
                <a:gd name="sh" fmla="*/ 1 h 5100"/>
                <a:gd name="mins" fmla="min sw sh"/>
                <a:gd name="dsw" fmla="+- 0 sw mins"/>
                <a:gd name="dsh" fmla="+- 0 sh mins"/>
                <a:gd name="p0x0" fmla="*/ 60 w 4260"/>
                <a:gd name="p0y0" fmla="*/ 0 h 5100"/>
                <a:gd name="p0x1" fmla="*/ 4200 w 4260"/>
                <a:gd name="p0y1" fmla="*/ 0 h 5100"/>
                <a:gd name="p0x2" fmla="*/ 4233 w 4260"/>
                <a:gd name="p0y2" fmla="*/ 0 h 5100"/>
                <a:gd name="p0x3" fmla="*/ 4260 w 4260"/>
                <a:gd name="p0y3" fmla="*/ 26 h 5100"/>
                <a:gd name="p0x4" fmla="*/ 4260 w 4260"/>
                <a:gd name="p0y4" fmla="*/ 60 h 5100"/>
                <a:gd name="p0x5" fmla="*/ 4260 w 4260"/>
                <a:gd name="p0y5" fmla="*/ 5040 h 5100"/>
                <a:gd name="p0x6" fmla="*/ 4260 w 4260"/>
                <a:gd name="p0y6" fmla="*/ 5073 h 5100"/>
                <a:gd name="p0x7" fmla="*/ 4233 w 4260"/>
                <a:gd name="p0y7" fmla="*/ 5100 h 5100"/>
                <a:gd name="p0x8" fmla="*/ 4200 w 4260"/>
                <a:gd name="p0y8" fmla="*/ 5100 h 5100"/>
                <a:gd name="p0x9" fmla="*/ 60 w 4260"/>
                <a:gd name="p0y9" fmla="*/ 5100 h 5100"/>
                <a:gd name="p0x10" fmla="*/ 26 w 4260"/>
                <a:gd name="p0y10" fmla="*/ 5100 h 5100"/>
                <a:gd name="p0x11" fmla="*/ 0 w 4260"/>
                <a:gd name="p0y11" fmla="*/ 5073 h 5100"/>
                <a:gd name="p0x12" fmla="*/ 0 w 4260"/>
                <a:gd name="p0y12" fmla="*/ 5040 h 5100"/>
                <a:gd name="p0x13" fmla="*/ 0 w 4260"/>
                <a:gd name="p0y13" fmla="*/ 60 h 5100"/>
                <a:gd name="p0x14" fmla="*/ 0 w 4260"/>
                <a:gd name="p0y14" fmla="*/ 26 h 5100"/>
                <a:gd name="p0x15" fmla="*/ 26 w 4260"/>
                <a:gd name="p0y15" fmla="*/ 0 h 5100"/>
                <a:gd name="p0x16" fmla="*/ 60 w 4260"/>
                <a:gd name="p0y16" fmla="*/ 0 h 51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任意多边形 14"/>
            <p:cNvSpPr/>
            <p:nvPr>
              <p:custDataLst>
                <p:tags r:id="rId15"/>
              </p:custDataLst>
            </p:nvPr>
          </p:nvSpPr>
          <p:spPr>
            <a:xfrm>
              <a:off x="5261" y="1464"/>
              <a:ext cx="4201" cy="28"/>
            </a:xfrm>
            <a:custGeom>
              <a:avLst/>
              <a:gdLst>
                <a:gd name="sw" fmla="*/ 1 w 4200"/>
                <a:gd name="sh" fmla="*/ 1 h 28"/>
                <a:gd name="mins" fmla="min sw sh"/>
                <a:gd name="dsw" fmla="+- 0 sw mins"/>
                <a:gd name="dsh" fmla="+- 0 sh mins"/>
                <a:gd name="p0x0" fmla="*/ 18 w 4200"/>
                <a:gd name="p0y0" fmla="*/ 0 h 28"/>
                <a:gd name="p0x1" fmla="*/ 4158 w 4200"/>
                <a:gd name="p0y1" fmla="*/ 0 h 28"/>
                <a:gd name="p0x2" fmla="*/ 4175 w 4200"/>
                <a:gd name="p0y2" fmla="*/ 0 h 28"/>
                <a:gd name="p0x3" fmla="*/ 4190 w 4200"/>
                <a:gd name="p0y3" fmla="*/ 6 h 28"/>
                <a:gd name="p0x4" fmla="*/ 4200 w 4200"/>
                <a:gd name="p0y4" fmla="*/ 17 h 28"/>
                <a:gd name="p0x5" fmla="*/ 4190 w 4200"/>
                <a:gd name="p0y5" fmla="*/ 28 h 28"/>
                <a:gd name="p0x6" fmla="*/ 4182 w 4200"/>
                <a:gd name="p0y6" fmla="*/ 20 h 28"/>
                <a:gd name="p0x7" fmla="*/ 4170 w 4200"/>
                <a:gd name="p0y7" fmla="*/ 15 h 28"/>
                <a:gd name="p0x8" fmla="*/ 4158 w 4200"/>
                <a:gd name="p0y8" fmla="*/ 15 h 28"/>
                <a:gd name="p0x9" fmla="*/ 18 w 4200"/>
                <a:gd name="p0y9" fmla="*/ 15 h 28"/>
                <a:gd name="p0x10" fmla="*/ 0 w 4200"/>
                <a:gd name="p0y10" fmla="*/ 2 h 28"/>
                <a:gd name="p0x11" fmla="*/ 0 w 4200"/>
                <a:gd name="p0y11" fmla="*/ 2 h 28"/>
                <a:gd name="p0x12" fmla="*/ 5 w 4200"/>
                <a:gd name="p0y12" fmla="*/ 1 h 28"/>
                <a:gd name="p0x13" fmla="*/ 12 w 4200"/>
                <a:gd name="p0y13" fmla="*/ 0 h 28"/>
                <a:gd name="p0x14" fmla="*/ 18 w 420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任意多边形 15"/>
            <p:cNvSpPr/>
            <p:nvPr>
              <p:custDataLst>
                <p:tags r:id="rId16"/>
              </p:custDataLst>
            </p:nvPr>
          </p:nvSpPr>
          <p:spPr>
            <a:xfrm>
              <a:off x="9451" y="1481"/>
              <a:ext cx="29" cy="5065"/>
            </a:xfrm>
            <a:custGeom>
              <a:avLst/>
              <a:gdLst>
                <a:gd name="sw" fmla="*/ 1 w 28"/>
                <a:gd name="sh" fmla="*/ 1 h 5064"/>
                <a:gd name="mins" fmla="min sw sh"/>
                <a:gd name="dsw" fmla="+- 0 sw mins"/>
                <a:gd name="dsh" fmla="+- 0 sh mins"/>
                <a:gd name="p0x0" fmla="*/ 28 w 28"/>
                <a:gd name="p0y0" fmla="*/ 42 h 5064"/>
                <a:gd name="p0x1" fmla="*/ 28 w 28"/>
                <a:gd name="p0y1" fmla="*/ 5022 h 5064"/>
                <a:gd name="p0x2" fmla="*/ 28 w 28"/>
                <a:gd name="p0y2" fmla="*/ 5038 h 5064"/>
                <a:gd name="p0x3" fmla="*/ 21 w 28"/>
                <a:gd name="p0y3" fmla="*/ 5053 h 5064"/>
                <a:gd name="p0x4" fmla="*/ 10 w 28"/>
                <a:gd name="p0y4" fmla="*/ 5064 h 5064"/>
                <a:gd name="p0x5" fmla="*/ 0 w 28"/>
                <a:gd name="p0y5" fmla="*/ 5054 h 5064"/>
                <a:gd name="p0x6" fmla="*/ 8 w 28"/>
                <a:gd name="p0y6" fmla="*/ 5046 h 5064"/>
                <a:gd name="p0x7" fmla="*/ 13 w 28"/>
                <a:gd name="p0y7" fmla="*/ 5034 h 5064"/>
                <a:gd name="p0x8" fmla="*/ 13 w 28"/>
                <a:gd name="p0y8" fmla="*/ 5022 h 5064"/>
                <a:gd name="p0x9" fmla="*/ 13 w 28"/>
                <a:gd name="p0y9" fmla="*/ 42 h 5064"/>
                <a:gd name="p0x10" fmla="*/ 13 w 28"/>
                <a:gd name="p0y10" fmla="*/ 30 h 5064"/>
                <a:gd name="p0x11" fmla="*/ 8 w 28"/>
                <a:gd name="p0y11" fmla="*/ 18 h 5064"/>
                <a:gd name="p0x12" fmla="*/ 0 w 28"/>
                <a:gd name="p0y12" fmla="*/ 10 h 5064"/>
                <a:gd name="p0x13" fmla="*/ 10 w 28"/>
                <a:gd name="p0y13" fmla="*/ 0 h 5064"/>
                <a:gd name="p0x14" fmla="*/ 21 w 28"/>
                <a:gd name="p0y14" fmla="*/ 10 h 5064"/>
                <a:gd name="p0x15" fmla="*/ 28 w 28"/>
                <a:gd name="p0y15" fmla="*/ 25 h 5064"/>
                <a:gd name="p0x16" fmla="*/ 28 w 28"/>
                <a:gd name="p0y16" fmla="*/ 42 h 506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17"/>
              </p:custDataLst>
            </p:nvPr>
          </p:nvSpPr>
          <p:spPr>
            <a:xfrm>
              <a:off x="5261" y="6535"/>
              <a:ext cx="4201" cy="28"/>
            </a:xfrm>
            <a:custGeom>
              <a:avLst/>
              <a:gdLst>
                <a:gd name="sw" fmla="*/ 1 w 4200"/>
                <a:gd name="sh" fmla="*/ 1 h 28"/>
                <a:gd name="mins" fmla="min sw sh"/>
                <a:gd name="dsw" fmla="+- 0 sw mins"/>
                <a:gd name="dsh" fmla="+- 0 sh mins"/>
                <a:gd name="p0x0" fmla="*/ 4158 w 4200"/>
                <a:gd name="p0y0" fmla="*/ 28 h 28"/>
                <a:gd name="p0x1" fmla="*/ 18 w 4200"/>
                <a:gd name="p0y1" fmla="*/ 28 h 28"/>
                <a:gd name="p0x2" fmla="*/ 12 w 4200"/>
                <a:gd name="p0y2" fmla="*/ 28 h 28"/>
                <a:gd name="p0x3" fmla="*/ 5 w 4200"/>
                <a:gd name="p0y3" fmla="*/ 27 h 28"/>
                <a:gd name="p0x4" fmla="*/ 0 w 4200"/>
                <a:gd name="p0y4" fmla="*/ 25 h 28"/>
                <a:gd name="p0x5" fmla="*/ 18 w 4200"/>
                <a:gd name="p0y5" fmla="*/ 13 h 28"/>
                <a:gd name="p0x6" fmla="*/ 4158 w 4200"/>
                <a:gd name="p0y6" fmla="*/ 13 h 28"/>
                <a:gd name="p0x7" fmla="*/ 4170 w 4200"/>
                <a:gd name="p0y7" fmla="*/ 13 h 28"/>
                <a:gd name="p0x8" fmla="*/ 4182 w 4200"/>
                <a:gd name="p0y8" fmla="*/ 8 h 28"/>
                <a:gd name="p0x9" fmla="*/ 4190 w 4200"/>
                <a:gd name="p0y9" fmla="*/ 0 h 28"/>
                <a:gd name="p0x10" fmla="*/ 4200 w 4200"/>
                <a:gd name="p0y10" fmla="*/ 10 h 28"/>
                <a:gd name="p0x11" fmla="*/ 4190 w 4200"/>
                <a:gd name="p0y11" fmla="*/ 21 h 28"/>
                <a:gd name="p0x12" fmla="*/ 4175 w 4200"/>
                <a:gd name="p0y12" fmla="*/ 28 h 28"/>
                <a:gd name="p0x13" fmla="*/ 4158 w 420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18"/>
              </p:custDataLst>
            </p:nvPr>
          </p:nvSpPr>
          <p:spPr>
            <a:xfrm>
              <a:off x="5220" y="1466"/>
              <a:ext cx="60" cy="5095"/>
            </a:xfrm>
            <a:custGeom>
              <a:avLst/>
              <a:gdLst>
                <a:gd name="sw" fmla="*/ 1 w 60"/>
                <a:gd name="sh" fmla="*/ 1 h 5094"/>
                <a:gd name="mins" fmla="min sw sh"/>
                <a:gd name="dsw" fmla="+- 0 sw mins"/>
                <a:gd name="dsh" fmla="+- 0 sh mins"/>
                <a:gd name="p0x0" fmla="*/ 0 w 60"/>
                <a:gd name="p0y0" fmla="*/ 5037 h 5094"/>
                <a:gd name="p0x1" fmla="*/ 0 w 60"/>
                <a:gd name="p0y1" fmla="*/ 57 h 5094"/>
                <a:gd name="p0x2" fmla="*/ 0 w 60"/>
                <a:gd name="p0y2" fmla="*/ 30 h 5094"/>
                <a:gd name="p0x3" fmla="*/ 17 w 60"/>
                <a:gd name="p0y3" fmla="*/ 7 h 5094"/>
                <a:gd name="p0x4" fmla="*/ 41 w 60"/>
                <a:gd name="p0y4" fmla="*/ 0 h 5094"/>
                <a:gd name="p0x5" fmla="*/ 60 w 60"/>
                <a:gd name="p0y5" fmla="*/ 12 h 5094"/>
                <a:gd name="p0x6" fmla="*/ 60 w 60"/>
                <a:gd name="p0y6" fmla="*/ 5037 h 5094"/>
                <a:gd name="p0x7" fmla="*/ 41 w 60"/>
                <a:gd name="p0y7" fmla="*/ 5094 h 5094"/>
                <a:gd name="p0x8" fmla="*/ 41 w 60"/>
                <a:gd name="p0y8" fmla="*/ 5094 h 5094"/>
                <a:gd name="p0x9" fmla="*/ 17 w 60"/>
                <a:gd name="p0y9" fmla="*/ 5086 h 5094"/>
                <a:gd name="p0x10" fmla="*/ 0 w 60"/>
                <a:gd name="p0y10" fmla="*/ 5063 h 5094"/>
                <a:gd name="p0x11" fmla="*/ 0 w 60"/>
                <a:gd name="p0y11" fmla="*/ 5037 h 509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0" name="任意多边形 19"/>
          <p:cNvSpPr/>
          <p:nvPr>
            <p:custDataLst>
              <p:tags r:id="rId19"/>
            </p:custDataLst>
          </p:nvPr>
        </p:nvSpPr>
        <p:spPr>
          <a:xfrm>
            <a:off x="3505200" y="1129665"/>
            <a:ext cx="381000" cy="381000"/>
          </a:xfrm>
          <a:custGeom>
            <a:avLst/>
            <a:gdLst>
              <a:gd name="sw" fmla="*/ 1 w 600"/>
              <a:gd name="sh" fmla="*/ 1 h 600"/>
              <a:gd name="mins" fmla="min sw sh"/>
              <a:gd name="dsw" fmla="+- 0 sw mins"/>
              <a:gd name="dsh" fmla="+- 0 sh mins"/>
              <a:gd name="p0x0" fmla="*/ 60 w 600"/>
              <a:gd name="p0y0" fmla="*/ 0 h 600"/>
              <a:gd name="p0x1" fmla="*/ 540 w 600"/>
              <a:gd name="p0y1" fmla="*/ 0 h 600"/>
              <a:gd name="p0x2" fmla="*/ 573 w 600"/>
              <a:gd name="p0y2" fmla="*/ 0 h 600"/>
              <a:gd name="p0x3" fmla="*/ 600 w 600"/>
              <a:gd name="p0y3" fmla="*/ 26 h 600"/>
              <a:gd name="p0x4" fmla="*/ 600 w 600"/>
              <a:gd name="p0y4" fmla="*/ 60 h 600"/>
              <a:gd name="p0x5" fmla="*/ 600 w 600"/>
              <a:gd name="p0y5" fmla="*/ 540 h 600"/>
              <a:gd name="p0x6" fmla="*/ 600 w 600"/>
              <a:gd name="p0y6" fmla="*/ 573 h 600"/>
              <a:gd name="p0x7" fmla="*/ 573 w 600"/>
              <a:gd name="p0y7" fmla="*/ 600 h 600"/>
              <a:gd name="p0x8" fmla="*/ 540 w 600"/>
              <a:gd name="p0y8" fmla="*/ 600 h 600"/>
              <a:gd name="p0x9" fmla="*/ 60 w 600"/>
              <a:gd name="p0y9" fmla="*/ 600 h 600"/>
              <a:gd name="p0x10" fmla="*/ 26 w 600"/>
              <a:gd name="p0y10" fmla="*/ 600 h 600"/>
              <a:gd name="p0x11" fmla="*/ 0 w 600"/>
              <a:gd name="p0y11" fmla="*/ 573 h 600"/>
              <a:gd name="p0x12" fmla="*/ 0 w 600"/>
              <a:gd name="p0y12" fmla="*/ 540 h 600"/>
              <a:gd name="p0x13" fmla="*/ 0 w 600"/>
              <a:gd name="p0y13" fmla="*/ 60 h 600"/>
              <a:gd name="p0x14" fmla="*/ 0 w 600"/>
              <a:gd name="p0y14" fmla="*/ 26 h 600"/>
              <a:gd name="p0x15" fmla="*/ 26 w 600"/>
              <a:gd name="p0y15" fmla="*/ 0 h 600"/>
              <a:gd name="p0x16" fmla="*/ 60 w 600"/>
              <a:gd name="p0y16" fmla="*/ 0 h 6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1" name="图片 20"/>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t="-12500" b="-12500"/>
          <a:stretch>
            <a:fillRect/>
          </a:stretch>
        </p:blipFill>
        <p:spPr>
          <a:xfrm>
            <a:off x="3600450" y="1224915"/>
            <a:ext cx="190500" cy="190500"/>
          </a:xfrm>
          <a:prstGeom prst="rect">
            <a:avLst/>
          </a:prstGeom>
        </p:spPr>
      </p:pic>
      <p:sp>
        <p:nvSpPr>
          <p:cNvPr id="22" name="文本框 21"/>
          <p:cNvSpPr txBox="1"/>
          <p:nvPr>
            <p:custDataLst>
              <p:tags r:id="rId23"/>
            </p:custDataLst>
          </p:nvPr>
        </p:nvSpPr>
        <p:spPr>
          <a:xfrm>
            <a:off x="3505200" y="1640205"/>
            <a:ext cx="1524000" cy="182880"/>
          </a:xfrm>
          <a:prstGeom prst="rect">
            <a:avLst/>
          </a:prstGeom>
          <a:noFill/>
        </p:spPr>
        <p:txBody>
          <a:bodyPr wrap="square" lIns="0" tIns="0" rIns="0" bIns="0" rtlCol="0" anchor="t">
            <a:noAutofit/>
          </a:bodyPr>
          <a:p>
            <a:pPr algn="l">
              <a:lnSpc>
                <a:spcPct val="117000"/>
              </a:lnSpc>
            </a:pPr>
            <a:r>
              <a:rPr sz="1200" b="1">
                <a:solidFill>
                  <a:srgbClr val="1E293B"/>
                </a:solidFill>
                <a:latin typeface="黑体" panose="02010609060101010101" charset="-122"/>
                <a:ea typeface="黑体" panose="02010609060101010101" charset="-122"/>
              </a:rPr>
              <a:t>任务管理与流程设计</a:t>
            </a:r>
            <a:endParaRPr sz="1200" b="1">
              <a:solidFill>
                <a:srgbClr val="1E293B"/>
              </a:solidFill>
              <a:latin typeface="黑体" panose="02010609060101010101" charset="-122"/>
              <a:ea typeface="黑体" panose="02010609060101010101" charset="-122"/>
            </a:endParaRPr>
          </a:p>
        </p:txBody>
      </p:sp>
      <p:sp>
        <p:nvSpPr>
          <p:cNvPr id="23" name="文本框 22"/>
          <p:cNvSpPr txBox="1"/>
          <p:nvPr>
            <p:custDataLst>
              <p:tags r:id="rId24"/>
            </p:custDataLst>
          </p:nvPr>
        </p:nvSpPr>
        <p:spPr>
          <a:xfrm>
            <a:off x="3505200" y="1965008"/>
            <a:ext cx="2352675" cy="649605"/>
          </a:xfrm>
          <a:prstGeom prst="rect">
            <a:avLst/>
          </a:prstGeom>
          <a:noFill/>
        </p:spPr>
        <p:txBody>
          <a:bodyPr wrap="square" lIns="0" tIns="0" rIns="0" bIns="0" rtlCol="0" anchor="t">
            <a:noAutofit/>
          </a:bodyPr>
          <a:p>
            <a:pPr algn="l">
              <a:lnSpc>
                <a:spcPct val="142000"/>
              </a:lnSpc>
            </a:pPr>
            <a:r>
              <a:rPr sz="1050">
                <a:solidFill>
                  <a:srgbClr val="64748B"/>
                </a:solidFill>
                <a:latin typeface="宋体" panose="02010600030101010101" pitchFamily="2" charset="-122"/>
                <a:ea typeface="宋体" panose="02010600030101010101" pitchFamily="2" charset="-122"/>
              </a:rPr>
              <a:t>支持大任务拆解为微步骤，任务状态机覆盖</a:t>
            </a:r>
            <a:r>
              <a:rPr lang="zh-CN" sz="1050" b="1">
                <a:solidFill>
                  <a:srgbClr val="2D5B99"/>
                </a:solidFill>
                <a:latin typeface="宋体" panose="02010600030101010101" pitchFamily="2" charset="-122"/>
                <a:ea typeface="宋体" panose="02010600030101010101" pitchFamily="2" charset="-122"/>
                <a:cs typeface="宋体" panose="02010600030101010101" pitchFamily="2" charset="-122"/>
              </a:rPr>
              <a:t>未开始</a:t>
            </a:r>
            <a:r>
              <a:rPr lang="en-US" altLang="zh-CN" sz="1050" b="1">
                <a:solidFill>
                  <a:srgbClr val="2D5B99"/>
                </a:solidFill>
                <a:latin typeface="宋体" panose="02010600030101010101" pitchFamily="2" charset="-122"/>
                <a:ea typeface="宋体" panose="02010600030101010101" pitchFamily="2" charset="-122"/>
                <a:cs typeface="宋体" panose="02010600030101010101" pitchFamily="2" charset="-122"/>
              </a:rPr>
              <a:t>-</a:t>
            </a:r>
            <a:r>
              <a:rPr lang="zh-CN" altLang="en-US" sz="1050" b="1">
                <a:solidFill>
                  <a:srgbClr val="2D5B99"/>
                </a:solidFill>
                <a:latin typeface="宋体" panose="02010600030101010101" pitchFamily="2" charset="-122"/>
                <a:ea typeface="宋体" panose="02010600030101010101" pitchFamily="2" charset="-122"/>
                <a:cs typeface="宋体" panose="02010600030101010101" pitchFamily="2" charset="-122"/>
              </a:rPr>
              <a:t>执行中</a:t>
            </a:r>
            <a:r>
              <a:rPr lang="en-US" altLang="zh-CN" sz="1050" b="1">
                <a:solidFill>
                  <a:srgbClr val="2D5B99"/>
                </a:solidFill>
                <a:latin typeface="宋体" panose="02010600030101010101" pitchFamily="2" charset="-122"/>
                <a:ea typeface="宋体" panose="02010600030101010101" pitchFamily="2" charset="-122"/>
                <a:cs typeface="宋体" panose="02010600030101010101" pitchFamily="2" charset="-122"/>
              </a:rPr>
              <a:t>-</a:t>
            </a:r>
            <a:r>
              <a:rPr lang="zh-CN" altLang="en-US" sz="1050" b="1">
                <a:solidFill>
                  <a:srgbClr val="2D5B99"/>
                </a:solidFill>
                <a:latin typeface="宋体" panose="02010600030101010101" pitchFamily="2" charset="-122"/>
                <a:ea typeface="宋体" panose="02010600030101010101" pitchFamily="2" charset="-122"/>
                <a:cs typeface="宋体" panose="02010600030101010101" pitchFamily="2" charset="-122"/>
              </a:rPr>
              <a:t>已完成</a:t>
            </a:r>
            <a:r>
              <a:rPr lang="en-US" altLang="zh-CN" sz="1050" b="1">
                <a:solidFill>
                  <a:srgbClr val="2D5B99"/>
                </a:solidFill>
                <a:latin typeface="宋体" panose="02010600030101010101" pitchFamily="2" charset="-122"/>
                <a:ea typeface="宋体" panose="02010600030101010101" pitchFamily="2" charset="-122"/>
                <a:cs typeface="宋体" panose="02010600030101010101" pitchFamily="2" charset="-122"/>
              </a:rPr>
              <a:t>-</a:t>
            </a:r>
            <a:r>
              <a:rPr lang="zh-CN" altLang="en-US" sz="1050" b="1">
                <a:solidFill>
                  <a:srgbClr val="2D5B99"/>
                </a:solidFill>
                <a:latin typeface="宋体" panose="02010600030101010101" pitchFamily="2" charset="-122"/>
                <a:ea typeface="宋体" panose="02010600030101010101" pitchFamily="2" charset="-122"/>
                <a:cs typeface="宋体" panose="02010600030101010101" pitchFamily="2" charset="-122"/>
              </a:rPr>
              <a:t>已废弃</a:t>
            </a:r>
            <a:r>
              <a:rPr sz="1050">
                <a:solidFill>
                  <a:srgbClr val="64748B"/>
                </a:solidFill>
                <a:latin typeface="宋体" panose="02010600030101010101" pitchFamily="2" charset="-122"/>
                <a:ea typeface="宋体" panose="02010600030101010101" pitchFamily="2" charset="-122"/>
              </a:rPr>
              <a:t>全生命周期</a:t>
            </a:r>
            <a:endParaRPr sz="1050">
              <a:solidFill>
                <a:srgbClr val="64748B"/>
              </a:solidFill>
              <a:latin typeface="宋体" panose="02010600030101010101" pitchFamily="2" charset="-122"/>
              <a:ea typeface="宋体" panose="02010600030101010101" pitchFamily="2" charset="-122"/>
            </a:endParaRPr>
          </a:p>
        </p:txBody>
      </p:sp>
      <p:grpSp>
        <p:nvGrpSpPr>
          <p:cNvPr id="52" name="组合 51"/>
          <p:cNvGrpSpPr/>
          <p:nvPr/>
        </p:nvGrpSpPr>
        <p:grpSpPr>
          <a:xfrm>
            <a:off x="6172200" y="929640"/>
            <a:ext cx="2705100" cy="3238500"/>
            <a:chOff x="9720" y="1464"/>
            <a:chExt cx="4260" cy="5100"/>
          </a:xfrm>
        </p:grpSpPr>
        <p:sp>
          <p:nvSpPr>
            <p:cNvPr id="24" name="任意多边形 23"/>
            <p:cNvSpPr/>
            <p:nvPr>
              <p:custDataLst>
                <p:tags r:id="rId25"/>
              </p:custDataLst>
            </p:nvPr>
          </p:nvSpPr>
          <p:spPr>
            <a:xfrm>
              <a:off x="9720" y="1464"/>
              <a:ext cx="4260" cy="5100"/>
            </a:xfrm>
            <a:custGeom>
              <a:avLst/>
              <a:gdLst>
                <a:gd name="sw" fmla="*/ 1 w 4260"/>
                <a:gd name="sh" fmla="*/ 1 h 5100"/>
                <a:gd name="mins" fmla="min sw sh"/>
                <a:gd name="dsw" fmla="+- 0 sw mins"/>
                <a:gd name="dsh" fmla="+- 0 sh mins"/>
                <a:gd name="p0x0" fmla="*/ 60 w 4260"/>
                <a:gd name="p0y0" fmla="*/ 0 h 5100"/>
                <a:gd name="p0x1" fmla="*/ 4200 w 4260"/>
                <a:gd name="p0y1" fmla="*/ 0 h 5100"/>
                <a:gd name="p0x2" fmla="*/ 4233 w 4260"/>
                <a:gd name="p0y2" fmla="*/ 0 h 5100"/>
                <a:gd name="p0x3" fmla="*/ 4260 w 4260"/>
                <a:gd name="p0y3" fmla="*/ 26 h 5100"/>
                <a:gd name="p0x4" fmla="*/ 4260 w 4260"/>
                <a:gd name="p0y4" fmla="*/ 60 h 5100"/>
                <a:gd name="p0x5" fmla="*/ 4260 w 4260"/>
                <a:gd name="p0y5" fmla="*/ 5040 h 5100"/>
                <a:gd name="p0x6" fmla="*/ 4260 w 4260"/>
                <a:gd name="p0y6" fmla="*/ 5073 h 5100"/>
                <a:gd name="p0x7" fmla="*/ 4233 w 4260"/>
                <a:gd name="p0y7" fmla="*/ 5100 h 5100"/>
                <a:gd name="p0x8" fmla="*/ 4200 w 4260"/>
                <a:gd name="p0y8" fmla="*/ 5100 h 5100"/>
                <a:gd name="p0x9" fmla="*/ 60 w 4260"/>
                <a:gd name="p0y9" fmla="*/ 5100 h 5100"/>
                <a:gd name="p0x10" fmla="*/ 26 w 4260"/>
                <a:gd name="p0y10" fmla="*/ 5100 h 5100"/>
                <a:gd name="p0x11" fmla="*/ 0 w 4260"/>
                <a:gd name="p0y11" fmla="*/ 5073 h 5100"/>
                <a:gd name="p0x12" fmla="*/ 0 w 4260"/>
                <a:gd name="p0y12" fmla="*/ 5040 h 5100"/>
                <a:gd name="p0x13" fmla="*/ 0 w 4260"/>
                <a:gd name="p0y13" fmla="*/ 60 h 5100"/>
                <a:gd name="p0x14" fmla="*/ 0 w 4260"/>
                <a:gd name="p0y14" fmla="*/ 26 h 5100"/>
                <a:gd name="p0x15" fmla="*/ 26 w 4260"/>
                <a:gd name="p0y15" fmla="*/ 0 h 5100"/>
                <a:gd name="p0x16" fmla="*/ 60 w 4260"/>
                <a:gd name="p0y16" fmla="*/ 0 h 51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custDataLst>
                <p:tags r:id="rId26"/>
              </p:custDataLst>
            </p:nvPr>
          </p:nvSpPr>
          <p:spPr>
            <a:xfrm>
              <a:off x="9761" y="1464"/>
              <a:ext cx="4201" cy="28"/>
            </a:xfrm>
            <a:custGeom>
              <a:avLst/>
              <a:gdLst>
                <a:gd name="sw" fmla="*/ 1 w 4200"/>
                <a:gd name="sh" fmla="*/ 1 h 28"/>
                <a:gd name="mins" fmla="min sw sh"/>
                <a:gd name="dsw" fmla="+- 0 sw mins"/>
                <a:gd name="dsh" fmla="+- 0 sh mins"/>
                <a:gd name="p0x0" fmla="*/ 18 w 4200"/>
                <a:gd name="p0y0" fmla="*/ 0 h 28"/>
                <a:gd name="p0x1" fmla="*/ 4158 w 4200"/>
                <a:gd name="p0y1" fmla="*/ 0 h 28"/>
                <a:gd name="p0x2" fmla="*/ 4175 w 4200"/>
                <a:gd name="p0y2" fmla="*/ 0 h 28"/>
                <a:gd name="p0x3" fmla="*/ 4190 w 4200"/>
                <a:gd name="p0y3" fmla="*/ 6 h 28"/>
                <a:gd name="p0x4" fmla="*/ 4200 w 4200"/>
                <a:gd name="p0y4" fmla="*/ 17 h 28"/>
                <a:gd name="p0x5" fmla="*/ 4190 w 4200"/>
                <a:gd name="p0y5" fmla="*/ 28 h 28"/>
                <a:gd name="p0x6" fmla="*/ 4182 w 4200"/>
                <a:gd name="p0y6" fmla="*/ 20 h 28"/>
                <a:gd name="p0x7" fmla="*/ 4170 w 4200"/>
                <a:gd name="p0y7" fmla="*/ 15 h 28"/>
                <a:gd name="p0x8" fmla="*/ 4158 w 4200"/>
                <a:gd name="p0y8" fmla="*/ 15 h 28"/>
                <a:gd name="p0x9" fmla="*/ 18 w 4200"/>
                <a:gd name="p0y9" fmla="*/ 15 h 28"/>
                <a:gd name="p0x10" fmla="*/ 0 w 4200"/>
                <a:gd name="p0y10" fmla="*/ 2 h 28"/>
                <a:gd name="p0x11" fmla="*/ 0 w 4200"/>
                <a:gd name="p0y11" fmla="*/ 2 h 28"/>
                <a:gd name="p0x12" fmla="*/ 5 w 4200"/>
                <a:gd name="p0y12" fmla="*/ 1 h 28"/>
                <a:gd name="p0x13" fmla="*/ 12 w 4200"/>
                <a:gd name="p0y13" fmla="*/ 0 h 28"/>
                <a:gd name="p0x14" fmla="*/ 18 w 420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custDataLst>
                <p:tags r:id="rId27"/>
              </p:custDataLst>
            </p:nvPr>
          </p:nvSpPr>
          <p:spPr>
            <a:xfrm>
              <a:off x="13951" y="1481"/>
              <a:ext cx="29" cy="5065"/>
            </a:xfrm>
            <a:custGeom>
              <a:avLst/>
              <a:gdLst>
                <a:gd name="sw" fmla="*/ 1 w 28"/>
                <a:gd name="sh" fmla="*/ 1 h 5064"/>
                <a:gd name="mins" fmla="min sw sh"/>
                <a:gd name="dsw" fmla="+- 0 sw mins"/>
                <a:gd name="dsh" fmla="+- 0 sh mins"/>
                <a:gd name="p0x0" fmla="*/ 28 w 28"/>
                <a:gd name="p0y0" fmla="*/ 42 h 5064"/>
                <a:gd name="p0x1" fmla="*/ 28 w 28"/>
                <a:gd name="p0y1" fmla="*/ 5022 h 5064"/>
                <a:gd name="p0x2" fmla="*/ 28 w 28"/>
                <a:gd name="p0y2" fmla="*/ 5038 h 5064"/>
                <a:gd name="p0x3" fmla="*/ 21 w 28"/>
                <a:gd name="p0y3" fmla="*/ 5053 h 5064"/>
                <a:gd name="p0x4" fmla="*/ 10 w 28"/>
                <a:gd name="p0y4" fmla="*/ 5064 h 5064"/>
                <a:gd name="p0x5" fmla="*/ 0 w 28"/>
                <a:gd name="p0y5" fmla="*/ 5054 h 5064"/>
                <a:gd name="p0x6" fmla="*/ 8 w 28"/>
                <a:gd name="p0y6" fmla="*/ 5046 h 5064"/>
                <a:gd name="p0x7" fmla="*/ 13 w 28"/>
                <a:gd name="p0y7" fmla="*/ 5034 h 5064"/>
                <a:gd name="p0x8" fmla="*/ 13 w 28"/>
                <a:gd name="p0y8" fmla="*/ 5022 h 5064"/>
                <a:gd name="p0x9" fmla="*/ 13 w 28"/>
                <a:gd name="p0y9" fmla="*/ 42 h 5064"/>
                <a:gd name="p0x10" fmla="*/ 13 w 28"/>
                <a:gd name="p0y10" fmla="*/ 30 h 5064"/>
                <a:gd name="p0x11" fmla="*/ 8 w 28"/>
                <a:gd name="p0y11" fmla="*/ 18 h 5064"/>
                <a:gd name="p0x12" fmla="*/ 0 w 28"/>
                <a:gd name="p0y12" fmla="*/ 10 h 5064"/>
                <a:gd name="p0x13" fmla="*/ 10 w 28"/>
                <a:gd name="p0y13" fmla="*/ 0 h 5064"/>
                <a:gd name="p0x14" fmla="*/ 21 w 28"/>
                <a:gd name="p0y14" fmla="*/ 10 h 5064"/>
                <a:gd name="p0x15" fmla="*/ 28 w 28"/>
                <a:gd name="p0y15" fmla="*/ 25 h 5064"/>
                <a:gd name="p0x16" fmla="*/ 28 w 28"/>
                <a:gd name="p0y16" fmla="*/ 42 h 506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任意多边形 26"/>
            <p:cNvSpPr/>
            <p:nvPr>
              <p:custDataLst>
                <p:tags r:id="rId28"/>
              </p:custDataLst>
            </p:nvPr>
          </p:nvSpPr>
          <p:spPr>
            <a:xfrm>
              <a:off x="9761" y="6535"/>
              <a:ext cx="4201" cy="28"/>
            </a:xfrm>
            <a:custGeom>
              <a:avLst/>
              <a:gdLst>
                <a:gd name="sw" fmla="*/ 1 w 4200"/>
                <a:gd name="sh" fmla="*/ 1 h 28"/>
                <a:gd name="mins" fmla="min sw sh"/>
                <a:gd name="dsw" fmla="+- 0 sw mins"/>
                <a:gd name="dsh" fmla="+- 0 sh mins"/>
                <a:gd name="p0x0" fmla="*/ 4158 w 4200"/>
                <a:gd name="p0y0" fmla="*/ 28 h 28"/>
                <a:gd name="p0x1" fmla="*/ 18 w 4200"/>
                <a:gd name="p0y1" fmla="*/ 28 h 28"/>
                <a:gd name="p0x2" fmla="*/ 12 w 4200"/>
                <a:gd name="p0y2" fmla="*/ 28 h 28"/>
                <a:gd name="p0x3" fmla="*/ 5 w 4200"/>
                <a:gd name="p0y3" fmla="*/ 27 h 28"/>
                <a:gd name="p0x4" fmla="*/ 0 w 4200"/>
                <a:gd name="p0y4" fmla="*/ 25 h 28"/>
                <a:gd name="p0x5" fmla="*/ 18 w 4200"/>
                <a:gd name="p0y5" fmla="*/ 13 h 28"/>
                <a:gd name="p0x6" fmla="*/ 4158 w 4200"/>
                <a:gd name="p0y6" fmla="*/ 13 h 28"/>
                <a:gd name="p0x7" fmla="*/ 4170 w 4200"/>
                <a:gd name="p0y7" fmla="*/ 13 h 28"/>
                <a:gd name="p0x8" fmla="*/ 4182 w 4200"/>
                <a:gd name="p0y8" fmla="*/ 8 h 28"/>
                <a:gd name="p0x9" fmla="*/ 4190 w 4200"/>
                <a:gd name="p0y9" fmla="*/ 0 h 28"/>
                <a:gd name="p0x10" fmla="*/ 4200 w 4200"/>
                <a:gd name="p0y10" fmla="*/ 10 h 28"/>
                <a:gd name="p0x11" fmla="*/ 4190 w 4200"/>
                <a:gd name="p0y11" fmla="*/ 21 h 28"/>
                <a:gd name="p0x12" fmla="*/ 4175 w 4200"/>
                <a:gd name="p0y12" fmla="*/ 28 h 28"/>
                <a:gd name="p0x13" fmla="*/ 4158 w 420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custDataLst>
                <p:tags r:id="rId29"/>
              </p:custDataLst>
            </p:nvPr>
          </p:nvSpPr>
          <p:spPr>
            <a:xfrm>
              <a:off x="9720" y="1466"/>
              <a:ext cx="60" cy="5095"/>
            </a:xfrm>
            <a:custGeom>
              <a:avLst/>
              <a:gdLst>
                <a:gd name="sw" fmla="*/ 1 w 60"/>
                <a:gd name="sh" fmla="*/ 1 h 5094"/>
                <a:gd name="mins" fmla="min sw sh"/>
                <a:gd name="dsw" fmla="+- 0 sw mins"/>
                <a:gd name="dsh" fmla="+- 0 sh mins"/>
                <a:gd name="p0x0" fmla="*/ 0 w 60"/>
                <a:gd name="p0y0" fmla="*/ 5037 h 5094"/>
                <a:gd name="p0x1" fmla="*/ 0 w 60"/>
                <a:gd name="p0y1" fmla="*/ 57 h 5094"/>
                <a:gd name="p0x2" fmla="*/ 0 w 60"/>
                <a:gd name="p0y2" fmla="*/ 30 h 5094"/>
                <a:gd name="p0x3" fmla="*/ 17 w 60"/>
                <a:gd name="p0y3" fmla="*/ 7 h 5094"/>
                <a:gd name="p0x4" fmla="*/ 41 w 60"/>
                <a:gd name="p0y4" fmla="*/ 0 h 5094"/>
                <a:gd name="p0x5" fmla="*/ 60 w 60"/>
                <a:gd name="p0y5" fmla="*/ 12 h 5094"/>
                <a:gd name="p0x6" fmla="*/ 60 w 60"/>
                <a:gd name="p0y6" fmla="*/ 5037 h 5094"/>
                <a:gd name="p0x7" fmla="*/ 41 w 60"/>
                <a:gd name="p0y7" fmla="*/ 5094 h 5094"/>
                <a:gd name="p0x8" fmla="*/ 41 w 60"/>
                <a:gd name="p0y8" fmla="*/ 5094 h 5094"/>
                <a:gd name="p0x9" fmla="*/ 17 w 60"/>
                <a:gd name="p0y9" fmla="*/ 5086 h 5094"/>
                <a:gd name="p0x10" fmla="*/ 0 w 60"/>
                <a:gd name="p0y10" fmla="*/ 5063 h 5094"/>
                <a:gd name="p0x11" fmla="*/ 0 w 60"/>
                <a:gd name="p0y11" fmla="*/ 5037 h 509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0" name="任意多边形 29"/>
          <p:cNvSpPr/>
          <p:nvPr>
            <p:custDataLst>
              <p:tags r:id="rId30"/>
            </p:custDataLst>
          </p:nvPr>
        </p:nvSpPr>
        <p:spPr>
          <a:xfrm>
            <a:off x="6362700" y="1129665"/>
            <a:ext cx="381000" cy="381000"/>
          </a:xfrm>
          <a:custGeom>
            <a:avLst/>
            <a:gdLst>
              <a:gd name="sw" fmla="*/ 1 w 600"/>
              <a:gd name="sh" fmla="*/ 1 h 600"/>
              <a:gd name="mins" fmla="min sw sh"/>
              <a:gd name="dsw" fmla="+- 0 sw mins"/>
              <a:gd name="dsh" fmla="+- 0 sh mins"/>
              <a:gd name="p0x0" fmla="*/ 60 w 600"/>
              <a:gd name="p0y0" fmla="*/ 0 h 600"/>
              <a:gd name="p0x1" fmla="*/ 540 w 600"/>
              <a:gd name="p0y1" fmla="*/ 0 h 600"/>
              <a:gd name="p0x2" fmla="*/ 573 w 600"/>
              <a:gd name="p0y2" fmla="*/ 0 h 600"/>
              <a:gd name="p0x3" fmla="*/ 600 w 600"/>
              <a:gd name="p0y3" fmla="*/ 26 h 600"/>
              <a:gd name="p0x4" fmla="*/ 600 w 600"/>
              <a:gd name="p0y4" fmla="*/ 60 h 600"/>
              <a:gd name="p0x5" fmla="*/ 600 w 600"/>
              <a:gd name="p0y5" fmla="*/ 540 h 600"/>
              <a:gd name="p0x6" fmla="*/ 600 w 600"/>
              <a:gd name="p0y6" fmla="*/ 573 h 600"/>
              <a:gd name="p0x7" fmla="*/ 573 w 600"/>
              <a:gd name="p0y7" fmla="*/ 600 h 600"/>
              <a:gd name="p0x8" fmla="*/ 540 w 600"/>
              <a:gd name="p0y8" fmla="*/ 600 h 600"/>
              <a:gd name="p0x9" fmla="*/ 60 w 600"/>
              <a:gd name="p0y9" fmla="*/ 600 h 600"/>
              <a:gd name="p0x10" fmla="*/ 26 w 600"/>
              <a:gd name="p0y10" fmla="*/ 600 h 600"/>
              <a:gd name="p0x11" fmla="*/ 0 w 600"/>
              <a:gd name="p0y11" fmla="*/ 573 h 600"/>
              <a:gd name="p0x12" fmla="*/ 0 w 600"/>
              <a:gd name="p0y12" fmla="*/ 540 h 600"/>
              <a:gd name="p0x13" fmla="*/ 0 w 600"/>
              <a:gd name="p0y13" fmla="*/ 60 h 600"/>
              <a:gd name="p0x14" fmla="*/ 0 w 600"/>
              <a:gd name="p0y14" fmla="*/ 26 h 600"/>
              <a:gd name="p0x15" fmla="*/ 26 w 600"/>
              <a:gd name="p0y15" fmla="*/ 0 h 600"/>
              <a:gd name="p0x16" fmla="*/ 60 w 600"/>
              <a:gd name="p0y16" fmla="*/ 0 h 6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a:stretch>
            <a:fillRect/>
          </a:stretch>
        </p:blipFill>
        <p:spPr>
          <a:xfrm>
            <a:off x="6457950" y="1224915"/>
            <a:ext cx="190500" cy="190500"/>
          </a:xfrm>
          <a:prstGeom prst="rect">
            <a:avLst/>
          </a:prstGeom>
        </p:spPr>
      </p:pic>
      <p:sp>
        <p:nvSpPr>
          <p:cNvPr id="32" name="文本框 31"/>
          <p:cNvSpPr txBox="1"/>
          <p:nvPr>
            <p:custDataLst>
              <p:tags r:id="rId34"/>
            </p:custDataLst>
          </p:nvPr>
        </p:nvSpPr>
        <p:spPr>
          <a:xfrm>
            <a:off x="6362700" y="1640205"/>
            <a:ext cx="1524000" cy="182880"/>
          </a:xfrm>
          <a:prstGeom prst="rect">
            <a:avLst/>
          </a:prstGeom>
          <a:noFill/>
        </p:spPr>
        <p:txBody>
          <a:bodyPr wrap="square" lIns="0" tIns="0" rIns="0" bIns="0" rtlCol="0" anchor="t">
            <a:noAutofit/>
          </a:bodyPr>
          <a:p>
            <a:pPr algn="l">
              <a:lnSpc>
                <a:spcPct val="117000"/>
              </a:lnSpc>
            </a:pPr>
            <a:r>
              <a:rPr sz="1200" b="1">
                <a:solidFill>
                  <a:srgbClr val="1E293B"/>
                </a:solidFill>
                <a:latin typeface="黑体" panose="02010609060101010101" charset="-122"/>
                <a:ea typeface="黑体" panose="02010609060101010101" charset="-122"/>
              </a:rPr>
              <a:t>专注模式与时间管理</a:t>
            </a:r>
            <a:endParaRPr sz="1200" b="1">
              <a:solidFill>
                <a:srgbClr val="1E293B"/>
              </a:solidFill>
              <a:latin typeface="黑体" panose="02010609060101010101" charset="-122"/>
              <a:ea typeface="黑体" panose="02010609060101010101" charset="-122"/>
            </a:endParaRPr>
          </a:p>
        </p:txBody>
      </p:sp>
      <p:sp>
        <p:nvSpPr>
          <p:cNvPr id="33" name="文本框 32"/>
          <p:cNvSpPr txBox="1"/>
          <p:nvPr>
            <p:custDataLst>
              <p:tags r:id="rId35"/>
            </p:custDataLst>
          </p:nvPr>
        </p:nvSpPr>
        <p:spPr>
          <a:xfrm>
            <a:off x="6362700" y="1965008"/>
            <a:ext cx="2352675" cy="649605"/>
          </a:xfrm>
          <a:prstGeom prst="rect">
            <a:avLst/>
          </a:prstGeom>
          <a:noFill/>
        </p:spPr>
        <p:txBody>
          <a:bodyPr wrap="square" lIns="0" tIns="0" rIns="0" bIns="0" rtlCol="0" anchor="t">
            <a:noAutofit/>
          </a:bodyPr>
          <a:p>
            <a:pPr algn="l">
              <a:lnSpc>
                <a:spcPct val="142000"/>
              </a:lnSpc>
            </a:pPr>
            <a:r>
              <a:rPr sz="1050">
                <a:solidFill>
                  <a:srgbClr val="64748B"/>
                </a:solidFill>
                <a:latin typeface="宋体" panose="02010600030101010101" pitchFamily="2" charset="-122"/>
                <a:ea typeface="宋体" panose="02010600030101010101" pitchFamily="2" charset="-122"/>
              </a:rPr>
              <a:t>全屏沉浸专注计时，防误触拦截，支持中途退出时长归档，适配</a:t>
            </a:r>
            <a:r>
              <a:rPr lang="en-US" sz="1050" b="1">
                <a:solidFill>
                  <a:srgbClr val="2D5B99"/>
                </a:solidFill>
                <a:latin typeface="宋体" panose="02010600030101010101" pitchFamily="2" charset="-122"/>
                <a:ea typeface="宋体" panose="02010600030101010101" pitchFamily="2" charset="-122"/>
                <a:cs typeface="宋体" panose="02010600030101010101" pitchFamily="2" charset="-122"/>
              </a:rPr>
              <a:t>ADHD</a:t>
            </a:r>
            <a:r>
              <a:rPr lang="zh-CN" altLang="en-US" sz="1050" b="1">
                <a:solidFill>
                  <a:srgbClr val="2D5B99"/>
                </a:solidFill>
                <a:latin typeface="宋体" panose="02010600030101010101" pitchFamily="2" charset="-122"/>
                <a:ea typeface="宋体" panose="02010600030101010101" pitchFamily="2" charset="-122"/>
                <a:cs typeface="宋体" panose="02010600030101010101" pitchFamily="2" charset="-122"/>
              </a:rPr>
              <a:t>儿童</a:t>
            </a:r>
            <a:r>
              <a:rPr sz="1050">
                <a:solidFill>
                  <a:srgbClr val="64748B"/>
                </a:solidFill>
                <a:latin typeface="宋体" panose="02010600030101010101" pitchFamily="2" charset="-122"/>
                <a:ea typeface="宋体" panose="02010600030101010101" pitchFamily="2" charset="-122"/>
              </a:rPr>
              <a:t>注意力特点</a:t>
            </a:r>
            <a:endParaRPr sz="1050">
              <a:solidFill>
                <a:srgbClr val="64748B"/>
              </a:solidFill>
              <a:latin typeface="宋体" panose="02010600030101010101" pitchFamily="2" charset="-122"/>
              <a:ea typeface="宋体" panose="02010600030101010101" pitchFamily="2" charset="-122"/>
            </a:endParaRPr>
          </a:p>
        </p:txBody>
      </p:sp>
      <p:grpSp>
        <p:nvGrpSpPr>
          <p:cNvPr id="53" name="组合 52"/>
          <p:cNvGrpSpPr/>
          <p:nvPr/>
        </p:nvGrpSpPr>
        <p:grpSpPr>
          <a:xfrm>
            <a:off x="9029700" y="929640"/>
            <a:ext cx="2705100" cy="3238500"/>
            <a:chOff x="14220" y="1464"/>
            <a:chExt cx="4260" cy="5100"/>
          </a:xfrm>
        </p:grpSpPr>
        <p:sp>
          <p:nvSpPr>
            <p:cNvPr id="34" name="任意多边形 33"/>
            <p:cNvSpPr/>
            <p:nvPr>
              <p:custDataLst>
                <p:tags r:id="rId36"/>
              </p:custDataLst>
            </p:nvPr>
          </p:nvSpPr>
          <p:spPr>
            <a:xfrm>
              <a:off x="14220" y="1464"/>
              <a:ext cx="4260" cy="5100"/>
            </a:xfrm>
            <a:custGeom>
              <a:avLst/>
              <a:gdLst>
                <a:gd name="sw" fmla="*/ 1 w 4260"/>
                <a:gd name="sh" fmla="*/ 1 h 5100"/>
                <a:gd name="mins" fmla="min sw sh"/>
                <a:gd name="dsw" fmla="+- 0 sw mins"/>
                <a:gd name="dsh" fmla="+- 0 sh mins"/>
                <a:gd name="p0x0" fmla="*/ 60 w 4260"/>
                <a:gd name="p0y0" fmla="*/ 0 h 5100"/>
                <a:gd name="p0x1" fmla="*/ 4200 w 4260"/>
                <a:gd name="p0y1" fmla="*/ 0 h 5100"/>
                <a:gd name="p0x2" fmla="*/ 4233 w 4260"/>
                <a:gd name="p0y2" fmla="*/ 0 h 5100"/>
                <a:gd name="p0x3" fmla="*/ 4260 w 4260"/>
                <a:gd name="p0y3" fmla="*/ 26 h 5100"/>
                <a:gd name="p0x4" fmla="*/ 4260 w 4260"/>
                <a:gd name="p0y4" fmla="*/ 60 h 5100"/>
                <a:gd name="p0x5" fmla="*/ 4260 w 4260"/>
                <a:gd name="p0y5" fmla="*/ 5040 h 5100"/>
                <a:gd name="p0x6" fmla="*/ 4260 w 4260"/>
                <a:gd name="p0y6" fmla="*/ 5073 h 5100"/>
                <a:gd name="p0x7" fmla="*/ 4233 w 4260"/>
                <a:gd name="p0y7" fmla="*/ 5100 h 5100"/>
                <a:gd name="p0x8" fmla="*/ 4200 w 4260"/>
                <a:gd name="p0y8" fmla="*/ 5100 h 5100"/>
                <a:gd name="p0x9" fmla="*/ 60 w 4260"/>
                <a:gd name="p0y9" fmla="*/ 5100 h 5100"/>
                <a:gd name="p0x10" fmla="*/ 26 w 4260"/>
                <a:gd name="p0y10" fmla="*/ 5100 h 5100"/>
                <a:gd name="p0x11" fmla="*/ 0 w 4260"/>
                <a:gd name="p0y11" fmla="*/ 5073 h 5100"/>
                <a:gd name="p0x12" fmla="*/ 0 w 4260"/>
                <a:gd name="p0y12" fmla="*/ 5040 h 5100"/>
                <a:gd name="p0x13" fmla="*/ 0 w 4260"/>
                <a:gd name="p0y13" fmla="*/ 60 h 5100"/>
                <a:gd name="p0x14" fmla="*/ 0 w 4260"/>
                <a:gd name="p0y14" fmla="*/ 26 h 5100"/>
                <a:gd name="p0x15" fmla="*/ 26 w 4260"/>
                <a:gd name="p0y15" fmla="*/ 0 h 5100"/>
                <a:gd name="p0x16" fmla="*/ 60 w 4260"/>
                <a:gd name="p0y16" fmla="*/ 0 h 51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任意多边形 34"/>
            <p:cNvSpPr/>
            <p:nvPr>
              <p:custDataLst>
                <p:tags r:id="rId37"/>
              </p:custDataLst>
            </p:nvPr>
          </p:nvSpPr>
          <p:spPr>
            <a:xfrm>
              <a:off x="14261" y="1464"/>
              <a:ext cx="4201" cy="28"/>
            </a:xfrm>
            <a:custGeom>
              <a:avLst/>
              <a:gdLst>
                <a:gd name="sw" fmla="*/ 1 w 4200"/>
                <a:gd name="sh" fmla="*/ 1 h 28"/>
                <a:gd name="mins" fmla="min sw sh"/>
                <a:gd name="dsw" fmla="+- 0 sw mins"/>
                <a:gd name="dsh" fmla="+- 0 sh mins"/>
                <a:gd name="p0x0" fmla="*/ 18 w 4200"/>
                <a:gd name="p0y0" fmla="*/ 0 h 28"/>
                <a:gd name="p0x1" fmla="*/ 4158 w 4200"/>
                <a:gd name="p0y1" fmla="*/ 0 h 28"/>
                <a:gd name="p0x2" fmla="*/ 4175 w 4200"/>
                <a:gd name="p0y2" fmla="*/ 0 h 28"/>
                <a:gd name="p0x3" fmla="*/ 4190 w 4200"/>
                <a:gd name="p0y3" fmla="*/ 6 h 28"/>
                <a:gd name="p0x4" fmla="*/ 4200 w 4200"/>
                <a:gd name="p0y4" fmla="*/ 17 h 28"/>
                <a:gd name="p0x5" fmla="*/ 4190 w 4200"/>
                <a:gd name="p0y5" fmla="*/ 28 h 28"/>
                <a:gd name="p0x6" fmla="*/ 4182 w 4200"/>
                <a:gd name="p0y6" fmla="*/ 20 h 28"/>
                <a:gd name="p0x7" fmla="*/ 4170 w 4200"/>
                <a:gd name="p0y7" fmla="*/ 15 h 28"/>
                <a:gd name="p0x8" fmla="*/ 4158 w 4200"/>
                <a:gd name="p0y8" fmla="*/ 15 h 28"/>
                <a:gd name="p0x9" fmla="*/ 18 w 4200"/>
                <a:gd name="p0y9" fmla="*/ 15 h 28"/>
                <a:gd name="p0x10" fmla="*/ 0 w 4200"/>
                <a:gd name="p0y10" fmla="*/ 2 h 28"/>
                <a:gd name="p0x11" fmla="*/ 0 w 4200"/>
                <a:gd name="p0y11" fmla="*/ 2 h 28"/>
                <a:gd name="p0x12" fmla="*/ 5 w 4200"/>
                <a:gd name="p0y12" fmla="*/ 1 h 28"/>
                <a:gd name="p0x13" fmla="*/ 12 w 4200"/>
                <a:gd name="p0y13" fmla="*/ 0 h 28"/>
                <a:gd name="p0x14" fmla="*/ 18 w 420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任意多边形 35"/>
            <p:cNvSpPr/>
            <p:nvPr>
              <p:custDataLst>
                <p:tags r:id="rId38"/>
              </p:custDataLst>
            </p:nvPr>
          </p:nvSpPr>
          <p:spPr>
            <a:xfrm>
              <a:off x="18451" y="1481"/>
              <a:ext cx="29" cy="5065"/>
            </a:xfrm>
            <a:custGeom>
              <a:avLst/>
              <a:gdLst>
                <a:gd name="sw" fmla="*/ 1 w 28"/>
                <a:gd name="sh" fmla="*/ 1 h 5064"/>
                <a:gd name="mins" fmla="min sw sh"/>
                <a:gd name="dsw" fmla="+- 0 sw mins"/>
                <a:gd name="dsh" fmla="+- 0 sh mins"/>
                <a:gd name="p0x0" fmla="*/ 28 w 28"/>
                <a:gd name="p0y0" fmla="*/ 42 h 5064"/>
                <a:gd name="p0x1" fmla="*/ 28 w 28"/>
                <a:gd name="p0y1" fmla="*/ 5022 h 5064"/>
                <a:gd name="p0x2" fmla="*/ 28 w 28"/>
                <a:gd name="p0y2" fmla="*/ 5038 h 5064"/>
                <a:gd name="p0x3" fmla="*/ 21 w 28"/>
                <a:gd name="p0y3" fmla="*/ 5053 h 5064"/>
                <a:gd name="p0x4" fmla="*/ 10 w 28"/>
                <a:gd name="p0y4" fmla="*/ 5064 h 5064"/>
                <a:gd name="p0x5" fmla="*/ 0 w 28"/>
                <a:gd name="p0y5" fmla="*/ 5054 h 5064"/>
                <a:gd name="p0x6" fmla="*/ 8 w 28"/>
                <a:gd name="p0y6" fmla="*/ 5046 h 5064"/>
                <a:gd name="p0x7" fmla="*/ 13 w 28"/>
                <a:gd name="p0y7" fmla="*/ 5034 h 5064"/>
                <a:gd name="p0x8" fmla="*/ 13 w 28"/>
                <a:gd name="p0y8" fmla="*/ 5022 h 5064"/>
                <a:gd name="p0x9" fmla="*/ 13 w 28"/>
                <a:gd name="p0y9" fmla="*/ 42 h 5064"/>
                <a:gd name="p0x10" fmla="*/ 13 w 28"/>
                <a:gd name="p0y10" fmla="*/ 30 h 5064"/>
                <a:gd name="p0x11" fmla="*/ 8 w 28"/>
                <a:gd name="p0y11" fmla="*/ 18 h 5064"/>
                <a:gd name="p0x12" fmla="*/ 0 w 28"/>
                <a:gd name="p0y12" fmla="*/ 10 h 5064"/>
                <a:gd name="p0x13" fmla="*/ 10 w 28"/>
                <a:gd name="p0y13" fmla="*/ 0 h 5064"/>
                <a:gd name="p0x14" fmla="*/ 21 w 28"/>
                <a:gd name="p0y14" fmla="*/ 10 h 5064"/>
                <a:gd name="p0x15" fmla="*/ 28 w 28"/>
                <a:gd name="p0y15" fmla="*/ 25 h 5064"/>
                <a:gd name="p0x16" fmla="*/ 28 w 28"/>
                <a:gd name="p0y16" fmla="*/ 42 h 506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任意多边形 36"/>
            <p:cNvSpPr/>
            <p:nvPr>
              <p:custDataLst>
                <p:tags r:id="rId39"/>
              </p:custDataLst>
            </p:nvPr>
          </p:nvSpPr>
          <p:spPr>
            <a:xfrm>
              <a:off x="14261" y="6535"/>
              <a:ext cx="4201" cy="28"/>
            </a:xfrm>
            <a:custGeom>
              <a:avLst/>
              <a:gdLst>
                <a:gd name="sw" fmla="*/ 1 w 4200"/>
                <a:gd name="sh" fmla="*/ 1 h 28"/>
                <a:gd name="mins" fmla="min sw sh"/>
                <a:gd name="dsw" fmla="+- 0 sw mins"/>
                <a:gd name="dsh" fmla="+- 0 sh mins"/>
                <a:gd name="p0x0" fmla="*/ 4158 w 4200"/>
                <a:gd name="p0y0" fmla="*/ 28 h 28"/>
                <a:gd name="p0x1" fmla="*/ 18 w 4200"/>
                <a:gd name="p0y1" fmla="*/ 28 h 28"/>
                <a:gd name="p0x2" fmla="*/ 12 w 4200"/>
                <a:gd name="p0y2" fmla="*/ 28 h 28"/>
                <a:gd name="p0x3" fmla="*/ 5 w 4200"/>
                <a:gd name="p0y3" fmla="*/ 27 h 28"/>
                <a:gd name="p0x4" fmla="*/ 0 w 4200"/>
                <a:gd name="p0y4" fmla="*/ 25 h 28"/>
                <a:gd name="p0x5" fmla="*/ 18 w 4200"/>
                <a:gd name="p0y5" fmla="*/ 13 h 28"/>
                <a:gd name="p0x6" fmla="*/ 4158 w 4200"/>
                <a:gd name="p0y6" fmla="*/ 13 h 28"/>
                <a:gd name="p0x7" fmla="*/ 4170 w 4200"/>
                <a:gd name="p0y7" fmla="*/ 13 h 28"/>
                <a:gd name="p0x8" fmla="*/ 4182 w 4200"/>
                <a:gd name="p0y8" fmla="*/ 8 h 28"/>
                <a:gd name="p0x9" fmla="*/ 4190 w 4200"/>
                <a:gd name="p0y9" fmla="*/ 0 h 28"/>
                <a:gd name="p0x10" fmla="*/ 4200 w 4200"/>
                <a:gd name="p0y10" fmla="*/ 10 h 28"/>
                <a:gd name="p0x11" fmla="*/ 4190 w 4200"/>
                <a:gd name="p0y11" fmla="*/ 21 h 28"/>
                <a:gd name="p0x12" fmla="*/ 4175 w 4200"/>
                <a:gd name="p0y12" fmla="*/ 28 h 28"/>
                <a:gd name="p0x13" fmla="*/ 4158 w 420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任意多边形 37"/>
            <p:cNvSpPr/>
            <p:nvPr>
              <p:custDataLst>
                <p:tags r:id="rId40"/>
              </p:custDataLst>
            </p:nvPr>
          </p:nvSpPr>
          <p:spPr>
            <a:xfrm>
              <a:off x="14220" y="1466"/>
              <a:ext cx="60" cy="5095"/>
            </a:xfrm>
            <a:custGeom>
              <a:avLst/>
              <a:gdLst>
                <a:gd name="sw" fmla="*/ 1 w 60"/>
                <a:gd name="sh" fmla="*/ 1 h 5094"/>
                <a:gd name="mins" fmla="min sw sh"/>
                <a:gd name="dsw" fmla="+- 0 sw mins"/>
                <a:gd name="dsh" fmla="+- 0 sh mins"/>
                <a:gd name="p0x0" fmla="*/ 0 w 60"/>
                <a:gd name="p0y0" fmla="*/ 5037 h 5094"/>
                <a:gd name="p0x1" fmla="*/ 0 w 60"/>
                <a:gd name="p0y1" fmla="*/ 57 h 5094"/>
                <a:gd name="p0x2" fmla="*/ 0 w 60"/>
                <a:gd name="p0y2" fmla="*/ 30 h 5094"/>
                <a:gd name="p0x3" fmla="*/ 17 w 60"/>
                <a:gd name="p0y3" fmla="*/ 7 h 5094"/>
                <a:gd name="p0x4" fmla="*/ 41 w 60"/>
                <a:gd name="p0y4" fmla="*/ 0 h 5094"/>
                <a:gd name="p0x5" fmla="*/ 60 w 60"/>
                <a:gd name="p0y5" fmla="*/ 12 h 5094"/>
                <a:gd name="p0x6" fmla="*/ 60 w 60"/>
                <a:gd name="p0y6" fmla="*/ 5037 h 5094"/>
                <a:gd name="p0x7" fmla="*/ 41 w 60"/>
                <a:gd name="p0y7" fmla="*/ 5094 h 5094"/>
                <a:gd name="p0x8" fmla="*/ 41 w 60"/>
                <a:gd name="p0y8" fmla="*/ 5094 h 5094"/>
                <a:gd name="p0x9" fmla="*/ 17 w 60"/>
                <a:gd name="p0y9" fmla="*/ 5086 h 5094"/>
                <a:gd name="p0x10" fmla="*/ 0 w 60"/>
                <a:gd name="p0y10" fmla="*/ 5063 h 5094"/>
                <a:gd name="p0x11" fmla="*/ 0 w 60"/>
                <a:gd name="p0y11" fmla="*/ 5037 h 5094"/>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0" name="任意多边形 39"/>
          <p:cNvSpPr/>
          <p:nvPr>
            <p:custDataLst>
              <p:tags r:id="rId41"/>
            </p:custDataLst>
          </p:nvPr>
        </p:nvSpPr>
        <p:spPr>
          <a:xfrm>
            <a:off x="9220200" y="1129665"/>
            <a:ext cx="381000" cy="381000"/>
          </a:xfrm>
          <a:custGeom>
            <a:avLst/>
            <a:gdLst>
              <a:gd name="sw" fmla="*/ 1 w 600"/>
              <a:gd name="sh" fmla="*/ 1 h 600"/>
              <a:gd name="mins" fmla="min sw sh"/>
              <a:gd name="dsw" fmla="+- 0 sw mins"/>
              <a:gd name="dsh" fmla="+- 0 sh mins"/>
              <a:gd name="p0x0" fmla="*/ 60 w 600"/>
              <a:gd name="p0y0" fmla="*/ 0 h 600"/>
              <a:gd name="p0x1" fmla="*/ 540 w 600"/>
              <a:gd name="p0y1" fmla="*/ 0 h 600"/>
              <a:gd name="p0x2" fmla="*/ 573 w 600"/>
              <a:gd name="p0y2" fmla="*/ 0 h 600"/>
              <a:gd name="p0x3" fmla="*/ 600 w 600"/>
              <a:gd name="p0y3" fmla="*/ 26 h 600"/>
              <a:gd name="p0x4" fmla="*/ 600 w 600"/>
              <a:gd name="p0y4" fmla="*/ 60 h 600"/>
              <a:gd name="p0x5" fmla="*/ 600 w 600"/>
              <a:gd name="p0y5" fmla="*/ 540 h 600"/>
              <a:gd name="p0x6" fmla="*/ 600 w 600"/>
              <a:gd name="p0y6" fmla="*/ 573 h 600"/>
              <a:gd name="p0x7" fmla="*/ 573 w 600"/>
              <a:gd name="p0y7" fmla="*/ 600 h 600"/>
              <a:gd name="p0x8" fmla="*/ 540 w 600"/>
              <a:gd name="p0y8" fmla="*/ 600 h 600"/>
              <a:gd name="p0x9" fmla="*/ 60 w 600"/>
              <a:gd name="p0y9" fmla="*/ 600 h 600"/>
              <a:gd name="p0x10" fmla="*/ 26 w 600"/>
              <a:gd name="p0y10" fmla="*/ 600 h 600"/>
              <a:gd name="p0x11" fmla="*/ 0 w 600"/>
              <a:gd name="p0y11" fmla="*/ 573 h 600"/>
              <a:gd name="p0x12" fmla="*/ 0 w 600"/>
              <a:gd name="p0y12" fmla="*/ 540 h 600"/>
              <a:gd name="p0x13" fmla="*/ 0 w 600"/>
              <a:gd name="p0y13" fmla="*/ 60 h 600"/>
              <a:gd name="p0x14" fmla="*/ 0 w 600"/>
              <a:gd name="p0y14" fmla="*/ 26 h 600"/>
              <a:gd name="p0x15" fmla="*/ 26 w 600"/>
              <a:gd name="p0y15" fmla="*/ 0 h 600"/>
              <a:gd name="p0x16" fmla="*/ 60 w 600"/>
              <a:gd name="p0y16" fmla="*/ 0 h 60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1" name="图片 40"/>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rcRect l="-3492" r="-3492"/>
          <a:stretch>
            <a:fillRect/>
          </a:stretch>
        </p:blipFill>
        <p:spPr>
          <a:xfrm>
            <a:off x="9303385" y="1224915"/>
            <a:ext cx="213995" cy="190500"/>
          </a:xfrm>
          <a:prstGeom prst="rect">
            <a:avLst/>
          </a:prstGeom>
        </p:spPr>
      </p:pic>
      <p:sp>
        <p:nvSpPr>
          <p:cNvPr id="42" name="文本框 41"/>
          <p:cNvSpPr txBox="1"/>
          <p:nvPr>
            <p:custDataLst>
              <p:tags r:id="rId45"/>
            </p:custDataLst>
          </p:nvPr>
        </p:nvSpPr>
        <p:spPr>
          <a:xfrm>
            <a:off x="9220200" y="1640205"/>
            <a:ext cx="1371600" cy="182880"/>
          </a:xfrm>
          <a:prstGeom prst="rect">
            <a:avLst/>
          </a:prstGeom>
          <a:noFill/>
        </p:spPr>
        <p:txBody>
          <a:bodyPr wrap="square" lIns="0" tIns="0" rIns="0" bIns="0" rtlCol="0" anchor="t">
            <a:noAutofit/>
          </a:bodyPr>
          <a:p>
            <a:pPr algn="l">
              <a:lnSpc>
                <a:spcPct val="117000"/>
              </a:lnSpc>
            </a:pPr>
            <a:r>
              <a:rPr sz="1200" b="1">
                <a:solidFill>
                  <a:srgbClr val="1E293B"/>
                </a:solidFill>
                <a:latin typeface="黑体" panose="02010609060101010101" charset="-122"/>
                <a:ea typeface="黑体" panose="02010609060101010101" charset="-122"/>
              </a:rPr>
              <a:t>智能辅助生成模块</a:t>
            </a:r>
            <a:endParaRPr sz="1200" b="1">
              <a:solidFill>
                <a:srgbClr val="1E293B"/>
              </a:solidFill>
              <a:latin typeface="黑体" panose="02010609060101010101" charset="-122"/>
              <a:ea typeface="黑体" panose="02010609060101010101" charset="-122"/>
            </a:endParaRPr>
          </a:p>
        </p:txBody>
      </p:sp>
      <p:sp>
        <p:nvSpPr>
          <p:cNvPr id="43" name="文本框 42"/>
          <p:cNvSpPr txBox="1"/>
          <p:nvPr>
            <p:custDataLst>
              <p:tags r:id="rId46"/>
            </p:custDataLst>
          </p:nvPr>
        </p:nvSpPr>
        <p:spPr>
          <a:xfrm>
            <a:off x="9220200" y="1965008"/>
            <a:ext cx="2352675" cy="649605"/>
          </a:xfrm>
          <a:prstGeom prst="rect">
            <a:avLst/>
          </a:prstGeom>
          <a:noFill/>
        </p:spPr>
        <p:txBody>
          <a:bodyPr wrap="square" lIns="0" tIns="0" rIns="0" bIns="0" rtlCol="0" anchor="t">
            <a:noAutofit/>
          </a:bodyPr>
          <a:p>
            <a:pPr algn="l">
              <a:lnSpc>
                <a:spcPct val="142000"/>
              </a:lnSpc>
            </a:pPr>
            <a:r>
              <a:rPr sz="1050">
                <a:solidFill>
                  <a:srgbClr val="64748B"/>
                </a:solidFill>
                <a:latin typeface="宋体" panose="02010600030101010101" pitchFamily="2" charset="-122"/>
                <a:ea typeface="宋体" panose="02010600030101010101" pitchFamily="2" charset="-122"/>
              </a:rPr>
              <a:t>定时聚合行为数据，异步调用</a:t>
            </a:r>
            <a:r>
              <a:rPr sz="1050" b="1">
                <a:solidFill>
                  <a:srgbClr val="2D5B99"/>
                </a:solidFill>
                <a:latin typeface="宋体" panose="02010600030101010101" pitchFamily="2" charset="-122"/>
                <a:ea typeface="宋体" panose="02010600030101010101" pitchFamily="2" charset="-122"/>
              </a:rPr>
              <a:t>LLM</a:t>
            </a:r>
            <a:r>
              <a:rPr sz="1050">
                <a:solidFill>
                  <a:srgbClr val="64748B"/>
                </a:solidFill>
                <a:latin typeface="宋体" panose="02010600030101010101" pitchFamily="2" charset="-122"/>
                <a:ea typeface="宋体" panose="02010600030101010101" pitchFamily="2" charset="-122"/>
              </a:rPr>
              <a:t>生成个性化安抚建议与干预指导，不阻塞核心业务流程</a:t>
            </a:r>
            <a:endParaRPr sz="1050">
              <a:solidFill>
                <a:srgbClr val="64748B"/>
              </a:solidFill>
              <a:latin typeface="宋体" panose="02010600030101010101" pitchFamily="2" charset="-122"/>
              <a:ea typeface="宋体" panose="02010600030101010101" pitchFamily="2" charset="-122"/>
            </a:endParaRPr>
          </a:p>
        </p:txBody>
      </p:sp>
      <p:grpSp>
        <p:nvGrpSpPr>
          <p:cNvPr id="54" name="组合 53"/>
          <p:cNvGrpSpPr/>
          <p:nvPr/>
        </p:nvGrpSpPr>
        <p:grpSpPr>
          <a:xfrm>
            <a:off x="0" y="5410200"/>
            <a:ext cx="12192000" cy="1447800"/>
            <a:chOff x="0" y="8520"/>
            <a:chExt cx="19200" cy="2280"/>
          </a:xfrm>
        </p:grpSpPr>
        <p:sp>
          <p:nvSpPr>
            <p:cNvPr id="44" name="任意多边形 43"/>
            <p:cNvSpPr/>
            <p:nvPr>
              <p:custDataLst>
                <p:tags r:id="rId47"/>
              </p:custDataLst>
            </p:nvPr>
          </p:nvSpPr>
          <p:spPr>
            <a:xfrm>
              <a:off x="0" y="8520"/>
              <a:ext cx="19200" cy="2280"/>
            </a:xfrm>
            <a:custGeom>
              <a:avLst/>
              <a:gdLst>
                <a:gd name="sw" fmla="*/ 1 w 19200"/>
                <a:gd name="sh" fmla="*/ 1 h 2280"/>
                <a:gd name="mins" fmla="min sw sh"/>
                <a:gd name="dsw" fmla="+- 0 sw mins"/>
                <a:gd name="dsh" fmla="+- 0 sh mins"/>
                <a:gd name="p0x0" fmla="*/ 0 w 19200"/>
                <a:gd name="p0y0" fmla="*/ 0 h 2280"/>
                <a:gd name="p0x1" fmla="*/ 19200 w 19200"/>
                <a:gd name="p0y1" fmla="*/ 0 h 2280"/>
                <a:gd name="p0x2" fmla="*/ 19200 w 19200"/>
                <a:gd name="p0y2" fmla="*/ 2280 h 2280"/>
                <a:gd name="p0x3" fmla="*/ 0 w 19200"/>
                <a:gd name="p0y3" fmla="*/ 2280 h 2280"/>
                <a:gd name="p0x4" fmla="*/ 0 w 19200"/>
                <a:gd name="p0y4" fmla="*/ 0 h 2280"/>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任意多边形 44"/>
            <p:cNvSpPr/>
            <p:nvPr>
              <p:custDataLst>
                <p:tags r:id="rId48"/>
              </p:custDataLst>
            </p:nvPr>
          </p:nvSpPr>
          <p:spPr>
            <a:xfrm>
              <a:off x="0" y="8520"/>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7" name="文本框 46"/>
          <p:cNvSpPr txBox="1"/>
          <p:nvPr>
            <p:custDataLst>
              <p:tags r:id="rId49"/>
            </p:custDataLst>
          </p:nvPr>
        </p:nvSpPr>
        <p:spPr>
          <a:xfrm>
            <a:off x="152400" y="5544503"/>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48" name="文本框 47"/>
          <p:cNvSpPr txBox="1"/>
          <p:nvPr>
            <p:custDataLst>
              <p:tags r:id="rId50"/>
            </p:custDataLst>
          </p:nvPr>
        </p:nvSpPr>
        <p:spPr>
          <a:xfrm>
            <a:off x="152400" y="5796915"/>
            <a:ext cx="11887200" cy="662940"/>
          </a:xfrm>
          <a:prstGeom prst="rect">
            <a:avLst/>
          </a:prstGeom>
          <a:noFill/>
        </p:spPr>
        <p:txBody>
          <a:bodyPr wrap="square" lIns="0" tIns="0" rIns="0" bIns="0" rtlCol="0" anchor="t">
            <a:noAutofit/>
          </a:bodyPr>
          <a:p>
            <a:pPr algn="l">
              <a:lnSpc>
                <a:spcPct val="125000"/>
              </a:lnSpc>
            </a:pPr>
            <a:r>
              <a:rPr sz="900" b="1">
                <a:solidFill>
                  <a:srgbClr val="475569"/>
                </a:solidFill>
                <a:latin typeface="宋体" panose="02010600030101010101" pitchFamily="2" charset="-122"/>
                <a:ea typeface="宋体" panose="02010600030101010101" pitchFamily="2" charset="-122"/>
              </a:rPr>
              <a:t>讲解话术：</a:t>
            </a:r>
            <a:r>
              <a:rPr lang="en-US" sz="90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接下来介绍我们的核心业务模块设计，主要分为四个核心模块。第一个是用户认证与鉴权模块，基于</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Sa-Token</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实现，因为我们有三个角色，所以权限要严格隔离，管理员、家长、儿童的权限是互斥的，而且家长和儿童端的会话是分开的，不会串号。第二个是任务管理与流程设计，我们支持把大任务拆解成很小的微步骤，降低孩子的认知负担，而且用了状态机来管理任务的整个生命周期，从创建到完成的每个状态都有严格的控制。第三个是专注模式与时间管理模块，我们做了全屏的沉浸计时，还有防误触的拦截，孩子专注的时候不小心点到返回也不会退出，而且适配</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儿童的注意力特点，计时时长可以灵活调整。第四个是智能辅助生成模块，我们会定时聚合孩子的行为数据，异步调用大模型生成个性化的建议，这样不会影响核心业务的性能，即使大模型调用失败也有兜底的话术。</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49" name="文本框 48"/>
          <p:cNvSpPr txBox="1"/>
          <p:nvPr>
            <p:custDataLst>
              <p:tags r:id="rId51"/>
            </p:custDataLst>
          </p:nvPr>
        </p:nvSpPr>
        <p:spPr>
          <a:xfrm>
            <a:off x="152400" y="6520815"/>
            <a:ext cx="11887200" cy="320040"/>
          </a:xfrm>
          <a:prstGeom prst="rect">
            <a:avLst/>
          </a:prstGeom>
          <a:noFill/>
        </p:spPr>
        <p:txBody>
          <a:bodyPr wrap="square" lIns="0" tIns="0" rIns="0" bIns="0" rtlCol="0" anchor="t">
            <a:noAutofit/>
          </a:bodyPr>
          <a:p>
            <a:pPr algn="l">
              <a:lnSpc>
                <a:spcPct val="125000"/>
              </a:lnSpc>
            </a:pPr>
            <a:r>
              <a:rPr sz="900" b="1">
                <a:solidFill>
                  <a:srgbClr val="475569"/>
                </a:solidFill>
                <a:latin typeface="宋体" panose="02010600030101010101" pitchFamily="2" charset="-122"/>
                <a:ea typeface="宋体" panose="02010600030101010101" pitchFamily="2" charset="-122"/>
              </a:rPr>
              <a:t>要点提示：</a:t>
            </a:r>
            <a:r>
              <a:rPr lang="en-US" sz="90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这四个模块是系统的核心，每个模块都可以稍微提一下设计的亮点，比如任务拆解、防误触、异步调用</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LLM</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这些，体现你的设计是针对用户需求做的；</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重点突出适配</a:t>
            </a:r>
            <a:r>
              <a:rPr lang="en-US" altLang="zh-CN" sz="90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rPr>
              <a:t>特点的设计，还有大模型的应用，这些是项目的特色。</a:t>
            </a:r>
            <a:endParaRPr lang="zh-CN" altLang="en-US" sz="90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6" name="矩形 5"/>
          <p:cNvSpPr/>
          <p:nvPr>
            <p:custDataLst>
              <p:tags r:id="rId1"/>
            </p:custDataLst>
          </p:nvPr>
        </p:nvSpPr>
        <p:spPr>
          <a:xfrm>
            <a:off x="0" y="571500"/>
            <a:ext cx="12192000" cy="3810000"/>
          </a:xfrm>
          <a:prstGeom prst="rect">
            <a:avLst/>
          </a:prstGeom>
          <a:solidFill>
            <a:srgbClr val="F8FAF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5" name="组合 54"/>
          <p:cNvGrpSpPr/>
          <p:nvPr/>
        </p:nvGrpSpPr>
        <p:grpSpPr>
          <a:xfrm>
            <a:off x="0" y="4457700"/>
            <a:ext cx="12192000" cy="2556510"/>
            <a:chOff x="0" y="7020"/>
            <a:chExt cx="19200" cy="4026"/>
          </a:xfrm>
        </p:grpSpPr>
        <p:sp>
          <p:nvSpPr>
            <p:cNvPr id="44" name="任意多边形 43"/>
            <p:cNvSpPr/>
            <p:nvPr>
              <p:custDataLst>
                <p:tags r:id="rId2"/>
              </p:custDataLst>
            </p:nvPr>
          </p:nvSpPr>
          <p:spPr>
            <a:xfrm>
              <a:off x="0" y="7020"/>
              <a:ext cx="19200" cy="4026"/>
            </a:xfrm>
            <a:custGeom>
              <a:avLst/>
              <a:gdLst>
                <a:gd name="sw" fmla="*/ 1 w 19200"/>
                <a:gd name="sh" fmla="*/ 1 h 4026"/>
                <a:gd name="mins" fmla="min sw sh"/>
                <a:gd name="dsw" fmla="+- 0 sw mins"/>
                <a:gd name="dsh" fmla="+- 0 sh mins"/>
                <a:gd name="p0x0" fmla="*/ 0 w 19200"/>
                <a:gd name="p0y0" fmla="*/ 0 h 4026"/>
                <a:gd name="p0x1" fmla="*/ 19200 w 19200"/>
                <a:gd name="p0y1" fmla="*/ 0 h 4026"/>
                <a:gd name="p0x2" fmla="*/ 19200 w 19200"/>
                <a:gd name="p0y2" fmla="*/ 4026 h 4026"/>
                <a:gd name="p0x3" fmla="*/ 0 w 19200"/>
                <a:gd name="p0y3" fmla="*/ 4026 h 4026"/>
                <a:gd name="p0x4" fmla="*/ 0 w 19200"/>
                <a:gd name="p0y4" fmla="*/ 0 h 4026"/>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任意多边形 44"/>
            <p:cNvSpPr/>
            <p:nvPr>
              <p:custDataLst>
                <p:tags r:id="rId3"/>
              </p:custDataLst>
            </p:nvPr>
          </p:nvSpPr>
          <p:spPr>
            <a:xfrm>
              <a:off x="0" y="7020"/>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53" name="组合 52"/>
          <p:cNvGrpSpPr/>
          <p:nvPr/>
        </p:nvGrpSpPr>
        <p:grpSpPr>
          <a:xfrm>
            <a:off x="571500" y="800100"/>
            <a:ext cx="4762500" cy="228600"/>
            <a:chOff x="900" y="1260"/>
            <a:chExt cx="7500" cy="360"/>
          </a:xfrm>
        </p:grpSpPr>
        <p:sp>
          <p:nvSpPr>
            <p:cNvPr id="7" name="任意多边形 6"/>
            <p:cNvSpPr/>
            <p:nvPr>
              <p:custDataLst>
                <p:tags r:id="rId4"/>
              </p:custDataLst>
            </p:nvPr>
          </p:nvSpPr>
          <p:spPr>
            <a:xfrm>
              <a:off x="900" y="1260"/>
              <a:ext cx="7500" cy="360"/>
            </a:xfrm>
            <a:custGeom>
              <a:avLst/>
              <a:gdLst>
                <a:gd name="sw" fmla="*/ 1 w 7500"/>
                <a:gd name="sh" fmla="*/ 1 h 360"/>
                <a:gd name="mins" fmla="min sw sh"/>
                <a:gd name="dsw" fmla="+- 0 sw mins"/>
                <a:gd name="dsh" fmla="+- 0 sh mins"/>
                <a:gd name="p0x0" fmla="*/ 0 w 7500"/>
                <a:gd name="p0y0" fmla="*/ 0 h 360"/>
                <a:gd name="p0x1" fmla="*/ 7500 w 7500"/>
                <a:gd name="p0y1" fmla="*/ 0 h 360"/>
                <a:gd name="p0x2" fmla="*/ 7500 w 7500"/>
                <a:gd name="p0y2" fmla="*/ 360 h 360"/>
                <a:gd name="p0x3" fmla="*/ 0 w 7500"/>
                <a:gd name="p0y3" fmla="*/ 360 h 360"/>
                <a:gd name="p0x4" fmla="*/ 0 w 7500"/>
                <a:gd name="p0y4" fmla="*/ 0 h 36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5"/>
              </p:custDataLst>
            </p:nvPr>
          </p:nvSpPr>
          <p:spPr>
            <a:xfrm>
              <a:off x="900" y="1260"/>
              <a:ext cx="60" cy="360"/>
            </a:xfrm>
            <a:custGeom>
              <a:avLst/>
              <a:gdLst>
                <a:gd name="sw" fmla="*/ 1 w 60"/>
                <a:gd name="sh" fmla="*/ 1 h 360"/>
                <a:gd name="mins" fmla="min sw sh"/>
                <a:gd name="dsw" fmla="+- 0 sw mins"/>
                <a:gd name="dsh" fmla="+- 0 sh mins"/>
                <a:gd name="p0x0" fmla="*/ 0 w 60"/>
                <a:gd name="p0y0" fmla="*/ 360 h 360"/>
                <a:gd name="p0x1" fmla="*/ 0 w 60"/>
                <a:gd name="p0y1" fmla="*/ 0 h 360"/>
                <a:gd name="p0x2" fmla="*/ 60 w 60"/>
                <a:gd name="p0y2" fmla="*/ 0 h 360"/>
                <a:gd name="p0x3" fmla="*/ 60 w 60"/>
                <a:gd name="p0y3" fmla="*/ 360 h 360"/>
                <a:gd name="p0x4" fmla="*/ 0 w 60"/>
                <a:gd name="p0y4" fmla="*/ 360 h 36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文本框 9"/>
          <p:cNvSpPr txBox="1"/>
          <p:nvPr>
            <p:custDataLst>
              <p:tags r:id="rId6"/>
            </p:custDataLst>
          </p:nvPr>
        </p:nvSpPr>
        <p:spPr>
          <a:xfrm>
            <a:off x="723900" y="815340"/>
            <a:ext cx="4610100" cy="198120"/>
          </a:xfrm>
          <a:prstGeom prst="rect">
            <a:avLst/>
          </a:prstGeom>
          <a:noFill/>
        </p:spPr>
        <p:txBody>
          <a:bodyPr wrap="square" lIns="0" tIns="0" rIns="0" bIns="0" rtlCol="0" anchor="t">
            <a:noAutofit/>
          </a:bodyPr>
          <a:p>
            <a:pPr algn="l">
              <a:lnSpc>
                <a:spcPct val="125000"/>
              </a:lnSpc>
            </a:pPr>
            <a:r>
              <a:rPr sz="1200" b="1">
                <a:solidFill>
                  <a:srgbClr val="2D5B99"/>
                </a:solidFill>
                <a:latin typeface="黑体" panose="02010609060101010101" charset="-122"/>
                <a:ea typeface="黑体" panose="02010609060101010101" charset="-122"/>
              </a:rPr>
              <a:t>四大业务域划分</a:t>
            </a:r>
            <a:endParaRPr sz="1200" b="1">
              <a:solidFill>
                <a:srgbClr val="2D5B99"/>
              </a:solidFill>
              <a:latin typeface="黑体" panose="02010609060101010101" charset="-122"/>
              <a:ea typeface="黑体" panose="02010609060101010101" charset="-122"/>
            </a:endParaRPr>
          </a:p>
        </p:txBody>
      </p:sp>
      <p:sp>
        <p:nvSpPr>
          <p:cNvPr id="11" name="任意多边形 10"/>
          <p:cNvSpPr/>
          <p:nvPr>
            <p:custDataLst>
              <p:tags r:id="rId7"/>
            </p:custDataLst>
          </p:nvPr>
        </p:nvSpPr>
        <p:spPr>
          <a:xfrm>
            <a:off x="571500" y="1200150"/>
            <a:ext cx="228600" cy="228600"/>
          </a:xfrm>
          <a:custGeom>
            <a:avLst/>
            <a:gdLst>
              <a:gd name="sw" fmla="*/ 1 w 360"/>
              <a:gd name="sh" fmla="*/ 1 h 360"/>
              <a:gd name="mins" fmla="min sw sh"/>
              <a:gd name="dsw" fmla="+- 0 sw mins"/>
              <a:gd name="dsh" fmla="+- 0 sh mins"/>
              <a:gd name="p0x0" fmla="*/ 60 w 360"/>
              <a:gd name="p0y0" fmla="*/ 0 h 360"/>
              <a:gd name="p0x1" fmla="*/ 300 w 360"/>
              <a:gd name="p0y1" fmla="*/ 0 h 360"/>
              <a:gd name="p0x2" fmla="*/ 333 w 360"/>
              <a:gd name="p0y2" fmla="*/ 0 h 360"/>
              <a:gd name="p0x3" fmla="*/ 360 w 360"/>
              <a:gd name="p0y3" fmla="*/ 26 h 360"/>
              <a:gd name="p0x4" fmla="*/ 360 w 360"/>
              <a:gd name="p0y4" fmla="*/ 60 h 360"/>
              <a:gd name="p0x5" fmla="*/ 360 w 360"/>
              <a:gd name="p0y5" fmla="*/ 300 h 360"/>
              <a:gd name="p0x6" fmla="*/ 360 w 360"/>
              <a:gd name="p0y6" fmla="*/ 333 h 360"/>
              <a:gd name="p0x7" fmla="*/ 333 w 360"/>
              <a:gd name="p0y7" fmla="*/ 360 h 360"/>
              <a:gd name="p0x8" fmla="*/ 300 w 360"/>
              <a:gd name="p0y8" fmla="*/ 360 h 360"/>
              <a:gd name="p0x9" fmla="*/ 60 w 360"/>
              <a:gd name="p0y9" fmla="*/ 360 h 360"/>
              <a:gd name="p0x10" fmla="*/ 26 w 360"/>
              <a:gd name="p0y10" fmla="*/ 360 h 360"/>
              <a:gd name="p0x11" fmla="*/ 0 w 360"/>
              <a:gd name="p0y11" fmla="*/ 333 h 360"/>
              <a:gd name="p0x12" fmla="*/ 0 w 360"/>
              <a:gd name="p0y12" fmla="*/ 300 h 360"/>
              <a:gd name="p0x13" fmla="*/ 0 w 360"/>
              <a:gd name="p0y13" fmla="*/ 60 h 360"/>
              <a:gd name="p0x14" fmla="*/ 0 w 360"/>
              <a:gd name="p0y14" fmla="*/ 26 h 360"/>
              <a:gd name="p0x15" fmla="*/ 26 w 360"/>
              <a:gd name="p0y15" fmla="*/ 0 h 360"/>
              <a:gd name="p0x16" fmla="*/ 60 w 360"/>
              <a:gd name="p0y16" fmla="*/ 0 h 3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custDataLst>
              <p:tags r:id="rId8"/>
            </p:custDataLst>
          </p:nvPr>
        </p:nvSpPr>
        <p:spPr>
          <a:xfrm>
            <a:off x="654844" y="1233488"/>
            <a:ext cx="185738" cy="159067"/>
          </a:xfrm>
          <a:prstGeom prst="rect">
            <a:avLst/>
          </a:prstGeom>
          <a:noFill/>
        </p:spPr>
        <p:txBody>
          <a:bodyPr wrap="square" lIns="0" tIns="0" rIns="0" bIns="0" rtlCol="0" anchor="ctr">
            <a:noAutofit/>
          </a:bodyPr>
          <a:p>
            <a:pPr algn="l">
              <a:lnSpc>
                <a:spcPct val="125000"/>
              </a:lnSpc>
            </a:pPr>
            <a:r>
              <a:rPr sz="975" b="1">
                <a:solidFill>
                  <a:srgbClr val="FFFFFF"/>
                </a:solidFill>
                <a:latin typeface="黑体" panose="02010609060101010101" charset="-122"/>
                <a:ea typeface="黑体" panose="02010609060101010101" charset="-122"/>
              </a:rPr>
              <a:t>1</a:t>
            </a:r>
            <a:endParaRPr sz="975" b="1">
              <a:solidFill>
                <a:srgbClr val="FFFFFF"/>
              </a:solidFill>
              <a:latin typeface="黑体" panose="02010609060101010101" charset="-122"/>
              <a:ea typeface="黑体" panose="02010609060101010101" charset="-122"/>
            </a:endParaRPr>
          </a:p>
        </p:txBody>
      </p:sp>
      <p:sp>
        <p:nvSpPr>
          <p:cNvPr id="13" name="文本框 12"/>
          <p:cNvSpPr txBox="1"/>
          <p:nvPr>
            <p:custDataLst>
              <p:tags r:id="rId9"/>
            </p:custDataLst>
          </p:nvPr>
        </p:nvSpPr>
        <p:spPr>
          <a:xfrm>
            <a:off x="914400" y="1191577"/>
            <a:ext cx="4419600" cy="169545"/>
          </a:xfrm>
          <a:prstGeom prst="rect">
            <a:avLst/>
          </a:prstGeom>
          <a:noFill/>
        </p:spPr>
        <p:txBody>
          <a:bodyPr wrap="square" lIns="0" tIns="0" rIns="0" bIns="0" rtlCol="0" anchor="t">
            <a:noAutofit/>
          </a:bodyPr>
          <a:p>
            <a:pPr algn="l">
              <a:lnSpc>
                <a:spcPct val="125000"/>
              </a:lnSpc>
            </a:pPr>
            <a:r>
              <a:rPr sz="1050" b="1">
                <a:solidFill>
                  <a:srgbClr val="1E293B"/>
                </a:solidFill>
                <a:latin typeface="黑体" panose="02010609060101010101" charset="-122"/>
                <a:ea typeface="黑体" panose="02010609060101010101" charset="-122"/>
              </a:rPr>
              <a:t>用户与档案域</a:t>
            </a:r>
            <a:endParaRPr sz="1050" b="1">
              <a:solidFill>
                <a:srgbClr val="1E293B"/>
              </a:solidFill>
              <a:latin typeface="黑体" panose="02010609060101010101" charset="-122"/>
              <a:ea typeface="黑体" panose="02010609060101010101" charset="-122"/>
            </a:endParaRPr>
          </a:p>
        </p:txBody>
      </p:sp>
      <p:sp>
        <p:nvSpPr>
          <p:cNvPr id="14" name="文本框 13"/>
          <p:cNvSpPr txBox="1"/>
          <p:nvPr>
            <p:custDataLst>
              <p:tags r:id="rId10"/>
            </p:custDataLst>
          </p:nvPr>
        </p:nvSpPr>
        <p:spPr>
          <a:xfrm>
            <a:off x="914400" y="1410652"/>
            <a:ext cx="4419600" cy="146685"/>
          </a:xfrm>
          <a:prstGeom prst="rect">
            <a:avLst/>
          </a:prstGeom>
          <a:noFill/>
        </p:spPr>
        <p:txBody>
          <a:bodyPr wrap="square" lIns="0" tIns="0" rIns="0" bIns="0" rtlCol="0" anchor="t">
            <a:noAutofit/>
          </a:bodyPr>
          <a:p>
            <a:pPr algn="l">
              <a:lnSpc>
                <a:spcPct val="117000"/>
              </a:lnSpc>
            </a:pPr>
            <a:r>
              <a:rPr sz="975">
                <a:solidFill>
                  <a:srgbClr val="64748B"/>
                </a:solidFill>
                <a:latin typeface="宋体" panose="02010600030101010101" pitchFamily="2" charset="-122"/>
                <a:ea typeface="宋体" panose="02010600030101010101" pitchFamily="2" charset="-122"/>
              </a:rPr>
              <a:t>存储用户账号、儿童档案信息</a:t>
            </a:r>
            <a:endParaRPr sz="975">
              <a:solidFill>
                <a:srgbClr val="64748B"/>
              </a:solidFill>
              <a:latin typeface="宋体" panose="02010600030101010101" pitchFamily="2" charset="-122"/>
              <a:ea typeface="宋体" panose="02010600030101010101" pitchFamily="2" charset="-122"/>
            </a:endParaRPr>
          </a:p>
        </p:txBody>
      </p:sp>
      <p:sp>
        <p:nvSpPr>
          <p:cNvPr id="15" name="任意多边形 14"/>
          <p:cNvSpPr/>
          <p:nvPr>
            <p:custDataLst>
              <p:tags r:id="rId11"/>
            </p:custDataLst>
          </p:nvPr>
        </p:nvSpPr>
        <p:spPr>
          <a:xfrm>
            <a:off x="571500" y="1764030"/>
            <a:ext cx="228600" cy="228600"/>
          </a:xfrm>
          <a:custGeom>
            <a:avLst/>
            <a:gdLst>
              <a:gd name="sw" fmla="*/ 1 w 360"/>
              <a:gd name="sh" fmla="*/ 1 h 360"/>
              <a:gd name="mins" fmla="min sw sh"/>
              <a:gd name="dsw" fmla="+- 0 sw mins"/>
              <a:gd name="dsh" fmla="+- 0 sh mins"/>
              <a:gd name="p0x0" fmla="*/ 60 w 360"/>
              <a:gd name="p0y0" fmla="*/ 0 h 360"/>
              <a:gd name="p0x1" fmla="*/ 300 w 360"/>
              <a:gd name="p0y1" fmla="*/ 0 h 360"/>
              <a:gd name="p0x2" fmla="*/ 333 w 360"/>
              <a:gd name="p0y2" fmla="*/ 0 h 360"/>
              <a:gd name="p0x3" fmla="*/ 360 w 360"/>
              <a:gd name="p0y3" fmla="*/ 26 h 360"/>
              <a:gd name="p0x4" fmla="*/ 360 w 360"/>
              <a:gd name="p0y4" fmla="*/ 60 h 360"/>
              <a:gd name="p0x5" fmla="*/ 360 w 360"/>
              <a:gd name="p0y5" fmla="*/ 300 h 360"/>
              <a:gd name="p0x6" fmla="*/ 360 w 360"/>
              <a:gd name="p0y6" fmla="*/ 333 h 360"/>
              <a:gd name="p0x7" fmla="*/ 333 w 360"/>
              <a:gd name="p0y7" fmla="*/ 360 h 360"/>
              <a:gd name="p0x8" fmla="*/ 300 w 360"/>
              <a:gd name="p0y8" fmla="*/ 360 h 360"/>
              <a:gd name="p0x9" fmla="*/ 60 w 360"/>
              <a:gd name="p0y9" fmla="*/ 360 h 360"/>
              <a:gd name="p0x10" fmla="*/ 26 w 360"/>
              <a:gd name="p0y10" fmla="*/ 360 h 360"/>
              <a:gd name="p0x11" fmla="*/ 0 w 360"/>
              <a:gd name="p0y11" fmla="*/ 333 h 360"/>
              <a:gd name="p0x12" fmla="*/ 0 w 360"/>
              <a:gd name="p0y12" fmla="*/ 300 h 360"/>
              <a:gd name="p0x13" fmla="*/ 0 w 360"/>
              <a:gd name="p0y13" fmla="*/ 60 h 360"/>
              <a:gd name="p0x14" fmla="*/ 0 w 360"/>
              <a:gd name="p0y14" fmla="*/ 26 h 360"/>
              <a:gd name="p0x15" fmla="*/ 26 w 360"/>
              <a:gd name="p0y15" fmla="*/ 0 h 360"/>
              <a:gd name="p0x16" fmla="*/ 60 w 360"/>
              <a:gd name="p0y16" fmla="*/ 0 h 3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custDataLst>
              <p:tags r:id="rId12"/>
            </p:custDataLst>
          </p:nvPr>
        </p:nvSpPr>
        <p:spPr>
          <a:xfrm>
            <a:off x="654844" y="1797367"/>
            <a:ext cx="185738" cy="159067"/>
          </a:xfrm>
          <a:prstGeom prst="rect">
            <a:avLst/>
          </a:prstGeom>
          <a:noFill/>
        </p:spPr>
        <p:txBody>
          <a:bodyPr wrap="square" lIns="0" tIns="0" rIns="0" bIns="0" rtlCol="0" anchor="ctr">
            <a:noAutofit/>
          </a:bodyPr>
          <a:p>
            <a:pPr algn="l">
              <a:lnSpc>
                <a:spcPct val="125000"/>
              </a:lnSpc>
            </a:pPr>
            <a:r>
              <a:rPr sz="975" b="1">
                <a:solidFill>
                  <a:srgbClr val="FFFFFF"/>
                </a:solidFill>
                <a:latin typeface="黑体" panose="02010609060101010101" charset="-122"/>
                <a:ea typeface="黑体" panose="02010609060101010101" charset="-122"/>
              </a:rPr>
              <a:t>2</a:t>
            </a:r>
            <a:endParaRPr sz="975" b="1">
              <a:solidFill>
                <a:srgbClr val="FFFFFF"/>
              </a:solidFill>
              <a:latin typeface="黑体" panose="02010609060101010101" charset="-122"/>
              <a:ea typeface="黑体" panose="02010609060101010101" charset="-122"/>
            </a:endParaRPr>
          </a:p>
        </p:txBody>
      </p:sp>
      <p:sp>
        <p:nvSpPr>
          <p:cNvPr id="17" name="文本框 16"/>
          <p:cNvSpPr txBox="1"/>
          <p:nvPr>
            <p:custDataLst>
              <p:tags r:id="rId13"/>
            </p:custDataLst>
          </p:nvPr>
        </p:nvSpPr>
        <p:spPr>
          <a:xfrm>
            <a:off x="914400" y="1755458"/>
            <a:ext cx="4419600" cy="169545"/>
          </a:xfrm>
          <a:prstGeom prst="rect">
            <a:avLst/>
          </a:prstGeom>
          <a:noFill/>
        </p:spPr>
        <p:txBody>
          <a:bodyPr wrap="square" lIns="0" tIns="0" rIns="0" bIns="0" rtlCol="0" anchor="t">
            <a:noAutofit/>
          </a:bodyPr>
          <a:p>
            <a:pPr algn="l">
              <a:lnSpc>
                <a:spcPct val="125000"/>
              </a:lnSpc>
            </a:pPr>
            <a:r>
              <a:rPr sz="1050" b="1">
                <a:solidFill>
                  <a:srgbClr val="1E293B"/>
                </a:solidFill>
                <a:latin typeface="黑体" panose="02010609060101010101" charset="-122"/>
                <a:ea typeface="黑体" panose="02010609060101010101" charset="-122"/>
              </a:rPr>
              <a:t>任务流转域</a:t>
            </a:r>
            <a:endParaRPr sz="1050" b="1">
              <a:solidFill>
                <a:srgbClr val="1E293B"/>
              </a:solidFill>
              <a:latin typeface="黑体" panose="02010609060101010101" charset="-122"/>
              <a:ea typeface="黑体" panose="02010609060101010101" charset="-122"/>
            </a:endParaRPr>
          </a:p>
        </p:txBody>
      </p:sp>
      <p:sp>
        <p:nvSpPr>
          <p:cNvPr id="18" name="文本框 17"/>
          <p:cNvSpPr txBox="1"/>
          <p:nvPr>
            <p:custDataLst>
              <p:tags r:id="rId14"/>
            </p:custDataLst>
          </p:nvPr>
        </p:nvSpPr>
        <p:spPr>
          <a:xfrm>
            <a:off x="914400" y="1974533"/>
            <a:ext cx="4419600" cy="146685"/>
          </a:xfrm>
          <a:prstGeom prst="rect">
            <a:avLst/>
          </a:prstGeom>
          <a:noFill/>
        </p:spPr>
        <p:txBody>
          <a:bodyPr wrap="square" lIns="0" tIns="0" rIns="0" bIns="0" rtlCol="0" anchor="t">
            <a:noAutofit/>
          </a:bodyPr>
          <a:p>
            <a:pPr algn="l">
              <a:lnSpc>
                <a:spcPct val="117000"/>
              </a:lnSpc>
            </a:pPr>
            <a:r>
              <a:rPr sz="975">
                <a:solidFill>
                  <a:srgbClr val="64748B"/>
                </a:solidFill>
                <a:latin typeface="宋体" panose="02010600030101010101" pitchFamily="2" charset="-122"/>
                <a:ea typeface="宋体" panose="02010600030101010101" pitchFamily="2" charset="-122"/>
              </a:rPr>
              <a:t>存储任务定义、执行记录全链路数据</a:t>
            </a:r>
            <a:endParaRPr sz="975">
              <a:solidFill>
                <a:srgbClr val="64748B"/>
              </a:solidFill>
              <a:latin typeface="宋体" panose="02010600030101010101" pitchFamily="2" charset="-122"/>
              <a:ea typeface="宋体" panose="02010600030101010101" pitchFamily="2" charset="-122"/>
            </a:endParaRPr>
          </a:p>
        </p:txBody>
      </p:sp>
      <p:sp>
        <p:nvSpPr>
          <p:cNvPr id="19" name="任意多边形 18"/>
          <p:cNvSpPr/>
          <p:nvPr>
            <p:custDataLst>
              <p:tags r:id="rId15"/>
            </p:custDataLst>
          </p:nvPr>
        </p:nvSpPr>
        <p:spPr>
          <a:xfrm>
            <a:off x="571500" y="2327910"/>
            <a:ext cx="228600" cy="228600"/>
          </a:xfrm>
          <a:custGeom>
            <a:avLst/>
            <a:gdLst>
              <a:gd name="sw" fmla="*/ 1 w 360"/>
              <a:gd name="sh" fmla="*/ 1 h 360"/>
              <a:gd name="mins" fmla="min sw sh"/>
              <a:gd name="dsw" fmla="+- 0 sw mins"/>
              <a:gd name="dsh" fmla="+- 0 sh mins"/>
              <a:gd name="p0x0" fmla="*/ 60 w 360"/>
              <a:gd name="p0y0" fmla="*/ 0 h 360"/>
              <a:gd name="p0x1" fmla="*/ 300 w 360"/>
              <a:gd name="p0y1" fmla="*/ 0 h 360"/>
              <a:gd name="p0x2" fmla="*/ 333 w 360"/>
              <a:gd name="p0y2" fmla="*/ 0 h 360"/>
              <a:gd name="p0x3" fmla="*/ 360 w 360"/>
              <a:gd name="p0y3" fmla="*/ 26 h 360"/>
              <a:gd name="p0x4" fmla="*/ 360 w 360"/>
              <a:gd name="p0y4" fmla="*/ 60 h 360"/>
              <a:gd name="p0x5" fmla="*/ 360 w 360"/>
              <a:gd name="p0y5" fmla="*/ 300 h 360"/>
              <a:gd name="p0x6" fmla="*/ 360 w 360"/>
              <a:gd name="p0y6" fmla="*/ 333 h 360"/>
              <a:gd name="p0x7" fmla="*/ 333 w 360"/>
              <a:gd name="p0y7" fmla="*/ 360 h 360"/>
              <a:gd name="p0x8" fmla="*/ 300 w 360"/>
              <a:gd name="p0y8" fmla="*/ 360 h 360"/>
              <a:gd name="p0x9" fmla="*/ 60 w 360"/>
              <a:gd name="p0y9" fmla="*/ 360 h 360"/>
              <a:gd name="p0x10" fmla="*/ 26 w 360"/>
              <a:gd name="p0y10" fmla="*/ 360 h 360"/>
              <a:gd name="p0x11" fmla="*/ 0 w 360"/>
              <a:gd name="p0y11" fmla="*/ 333 h 360"/>
              <a:gd name="p0x12" fmla="*/ 0 w 360"/>
              <a:gd name="p0y12" fmla="*/ 300 h 360"/>
              <a:gd name="p0x13" fmla="*/ 0 w 360"/>
              <a:gd name="p0y13" fmla="*/ 60 h 360"/>
              <a:gd name="p0x14" fmla="*/ 0 w 360"/>
              <a:gd name="p0y14" fmla="*/ 26 h 360"/>
              <a:gd name="p0x15" fmla="*/ 26 w 360"/>
              <a:gd name="p0y15" fmla="*/ 0 h 360"/>
              <a:gd name="p0x16" fmla="*/ 60 w 360"/>
              <a:gd name="p0y16" fmla="*/ 0 h 3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custDataLst>
              <p:tags r:id="rId16"/>
            </p:custDataLst>
          </p:nvPr>
        </p:nvSpPr>
        <p:spPr>
          <a:xfrm>
            <a:off x="654844" y="2361248"/>
            <a:ext cx="185738" cy="159067"/>
          </a:xfrm>
          <a:prstGeom prst="rect">
            <a:avLst/>
          </a:prstGeom>
          <a:noFill/>
        </p:spPr>
        <p:txBody>
          <a:bodyPr wrap="square" lIns="0" tIns="0" rIns="0" bIns="0" rtlCol="0" anchor="ctr">
            <a:noAutofit/>
          </a:bodyPr>
          <a:p>
            <a:pPr algn="l">
              <a:lnSpc>
                <a:spcPct val="125000"/>
              </a:lnSpc>
            </a:pPr>
            <a:r>
              <a:rPr sz="975" b="1">
                <a:solidFill>
                  <a:srgbClr val="FFFFFF"/>
                </a:solidFill>
                <a:latin typeface="黑体" panose="02010609060101010101" charset="-122"/>
                <a:ea typeface="黑体" panose="02010609060101010101" charset="-122"/>
              </a:rPr>
              <a:t>3</a:t>
            </a:r>
            <a:endParaRPr sz="975" b="1">
              <a:solidFill>
                <a:srgbClr val="FFFFFF"/>
              </a:solidFill>
              <a:latin typeface="黑体" panose="02010609060101010101" charset="-122"/>
              <a:ea typeface="黑体" panose="02010609060101010101" charset="-122"/>
            </a:endParaRPr>
          </a:p>
        </p:txBody>
      </p:sp>
      <p:sp>
        <p:nvSpPr>
          <p:cNvPr id="21" name="文本框 20"/>
          <p:cNvSpPr txBox="1"/>
          <p:nvPr>
            <p:custDataLst>
              <p:tags r:id="rId17"/>
            </p:custDataLst>
          </p:nvPr>
        </p:nvSpPr>
        <p:spPr>
          <a:xfrm>
            <a:off x="914400" y="2319338"/>
            <a:ext cx="4419600" cy="169545"/>
          </a:xfrm>
          <a:prstGeom prst="rect">
            <a:avLst/>
          </a:prstGeom>
          <a:noFill/>
        </p:spPr>
        <p:txBody>
          <a:bodyPr wrap="square" lIns="0" tIns="0" rIns="0" bIns="0" rtlCol="0" anchor="t">
            <a:noAutofit/>
          </a:bodyPr>
          <a:p>
            <a:pPr algn="l">
              <a:lnSpc>
                <a:spcPct val="125000"/>
              </a:lnSpc>
            </a:pPr>
            <a:r>
              <a:rPr sz="1050" b="1">
                <a:solidFill>
                  <a:srgbClr val="1E293B"/>
                </a:solidFill>
                <a:latin typeface="黑体" panose="02010609060101010101" charset="-122"/>
                <a:ea typeface="黑体" panose="02010609060101010101" charset="-122"/>
              </a:rPr>
              <a:t>激励体系域</a:t>
            </a:r>
            <a:endParaRPr sz="1050" b="1">
              <a:solidFill>
                <a:srgbClr val="1E293B"/>
              </a:solidFill>
              <a:latin typeface="黑体" panose="02010609060101010101" charset="-122"/>
              <a:ea typeface="黑体" panose="02010609060101010101" charset="-122"/>
            </a:endParaRPr>
          </a:p>
        </p:txBody>
      </p:sp>
      <p:sp>
        <p:nvSpPr>
          <p:cNvPr id="22" name="文本框 21"/>
          <p:cNvSpPr txBox="1"/>
          <p:nvPr>
            <p:custDataLst>
              <p:tags r:id="rId18"/>
            </p:custDataLst>
          </p:nvPr>
        </p:nvSpPr>
        <p:spPr>
          <a:xfrm>
            <a:off x="914400" y="2538413"/>
            <a:ext cx="4419600" cy="146685"/>
          </a:xfrm>
          <a:prstGeom prst="rect">
            <a:avLst/>
          </a:prstGeom>
          <a:noFill/>
        </p:spPr>
        <p:txBody>
          <a:bodyPr wrap="square" lIns="0" tIns="0" rIns="0" bIns="0" rtlCol="0" anchor="t">
            <a:noAutofit/>
          </a:bodyPr>
          <a:p>
            <a:pPr algn="l">
              <a:lnSpc>
                <a:spcPct val="117000"/>
              </a:lnSpc>
            </a:pPr>
            <a:r>
              <a:rPr sz="975">
                <a:solidFill>
                  <a:srgbClr val="64748B"/>
                </a:solidFill>
                <a:latin typeface="宋体" panose="02010600030101010101" pitchFamily="2" charset="-122"/>
                <a:ea typeface="宋体" panose="02010600030101010101" pitchFamily="2" charset="-122"/>
              </a:rPr>
              <a:t>存储积分、奖励兑换相关数据</a:t>
            </a:r>
            <a:endParaRPr sz="975">
              <a:solidFill>
                <a:srgbClr val="64748B"/>
              </a:solidFill>
              <a:latin typeface="宋体" panose="02010600030101010101" pitchFamily="2" charset="-122"/>
              <a:ea typeface="宋体" panose="02010600030101010101" pitchFamily="2" charset="-122"/>
            </a:endParaRPr>
          </a:p>
        </p:txBody>
      </p:sp>
      <p:sp>
        <p:nvSpPr>
          <p:cNvPr id="23" name="任意多边形 22"/>
          <p:cNvSpPr/>
          <p:nvPr>
            <p:custDataLst>
              <p:tags r:id="rId19"/>
            </p:custDataLst>
          </p:nvPr>
        </p:nvSpPr>
        <p:spPr>
          <a:xfrm>
            <a:off x="571500" y="2891790"/>
            <a:ext cx="228600" cy="228600"/>
          </a:xfrm>
          <a:custGeom>
            <a:avLst/>
            <a:gdLst>
              <a:gd name="sw" fmla="*/ 1 w 360"/>
              <a:gd name="sh" fmla="*/ 1 h 360"/>
              <a:gd name="mins" fmla="min sw sh"/>
              <a:gd name="dsw" fmla="+- 0 sw mins"/>
              <a:gd name="dsh" fmla="+- 0 sh mins"/>
              <a:gd name="p0x0" fmla="*/ 60 w 360"/>
              <a:gd name="p0y0" fmla="*/ 0 h 360"/>
              <a:gd name="p0x1" fmla="*/ 300 w 360"/>
              <a:gd name="p0y1" fmla="*/ 0 h 360"/>
              <a:gd name="p0x2" fmla="*/ 333 w 360"/>
              <a:gd name="p0y2" fmla="*/ 0 h 360"/>
              <a:gd name="p0x3" fmla="*/ 360 w 360"/>
              <a:gd name="p0y3" fmla="*/ 26 h 360"/>
              <a:gd name="p0x4" fmla="*/ 360 w 360"/>
              <a:gd name="p0y4" fmla="*/ 60 h 360"/>
              <a:gd name="p0x5" fmla="*/ 360 w 360"/>
              <a:gd name="p0y5" fmla="*/ 300 h 360"/>
              <a:gd name="p0x6" fmla="*/ 360 w 360"/>
              <a:gd name="p0y6" fmla="*/ 333 h 360"/>
              <a:gd name="p0x7" fmla="*/ 333 w 360"/>
              <a:gd name="p0y7" fmla="*/ 360 h 360"/>
              <a:gd name="p0x8" fmla="*/ 300 w 360"/>
              <a:gd name="p0y8" fmla="*/ 360 h 360"/>
              <a:gd name="p0x9" fmla="*/ 60 w 360"/>
              <a:gd name="p0y9" fmla="*/ 360 h 360"/>
              <a:gd name="p0x10" fmla="*/ 26 w 360"/>
              <a:gd name="p0y10" fmla="*/ 360 h 360"/>
              <a:gd name="p0x11" fmla="*/ 0 w 360"/>
              <a:gd name="p0y11" fmla="*/ 333 h 360"/>
              <a:gd name="p0x12" fmla="*/ 0 w 360"/>
              <a:gd name="p0y12" fmla="*/ 300 h 360"/>
              <a:gd name="p0x13" fmla="*/ 0 w 360"/>
              <a:gd name="p0y13" fmla="*/ 60 h 360"/>
              <a:gd name="p0x14" fmla="*/ 0 w 360"/>
              <a:gd name="p0y14" fmla="*/ 26 h 360"/>
              <a:gd name="p0x15" fmla="*/ 26 w 360"/>
              <a:gd name="p0y15" fmla="*/ 0 h 360"/>
              <a:gd name="p0x16" fmla="*/ 60 w 360"/>
              <a:gd name="p0y16" fmla="*/ 0 h 3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custDataLst>
              <p:tags r:id="rId20"/>
            </p:custDataLst>
          </p:nvPr>
        </p:nvSpPr>
        <p:spPr>
          <a:xfrm>
            <a:off x="654844" y="2925127"/>
            <a:ext cx="185738" cy="159067"/>
          </a:xfrm>
          <a:prstGeom prst="rect">
            <a:avLst/>
          </a:prstGeom>
          <a:noFill/>
        </p:spPr>
        <p:txBody>
          <a:bodyPr wrap="square" lIns="0" tIns="0" rIns="0" bIns="0" rtlCol="0" anchor="ctr">
            <a:noAutofit/>
          </a:bodyPr>
          <a:p>
            <a:pPr algn="l">
              <a:lnSpc>
                <a:spcPct val="125000"/>
              </a:lnSpc>
            </a:pPr>
            <a:r>
              <a:rPr sz="975" b="1">
                <a:solidFill>
                  <a:srgbClr val="FFFFFF"/>
                </a:solidFill>
                <a:latin typeface="黑体" panose="02010609060101010101" charset="-122"/>
                <a:ea typeface="黑体" panose="02010609060101010101" charset="-122"/>
              </a:rPr>
              <a:t>4</a:t>
            </a:r>
            <a:endParaRPr sz="975" b="1">
              <a:solidFill>
                <a:srgbClr val="FFFFFF"/>
              </a:solidFill>
              <a:latin typeface="黑体" panose="02010609060101010101" charset="-122"/>
              <a:ea typeface="黑体" panose="02010609060101010101" charset="-122"/>
            </a:endParaRPr>
          </a:p>
        </p:txBody>
      </p:sp>
      <p:sp>
        <p:nvSpPr>
          <p:cNvPr id="25" name="文本框 24"/>
          <p:cNvSpPr txBox="1"/>
          <p:nvPr>
            <p:custDataLst>
              <p:tags r:id="rId21"/>
            </p:custDataLst>
          </p:nvPr>
        </p:nvSpPr>
        <p:spPr>
          <a:xfrm>
            <a:off x="914400" y="2883217"/>
            <a:ext cx="4419600" cy="169545"/>
          </a:xfrm>
          <a:prstGeom prst="rect">
            <a:avLst/>
          </a:prstGeom>
          <a:noFill/>
        </p:spPr>
        <p:txBody>
          <a:bodyPr wrap="square" lIns="0" tIns="0" rIns="0" bIns="0" rtlCol="0" anchor="t">
            <a:noAutofit/>
          </a:bodyPr>
          <a:p>
            <a:pPr algn="l">
              <a:lnSpc>
                <a:spcPct val="125000"/>
              </a:lnSpc>
            </a:pPr>
            <a:r>
              <a:rPr sz="1050" b="1">
                <a:solidFill>
                  <a:srgbClr val="1E293B"/>
                </a:solidFill>
                <a:latin typeface="黑体" panose="02010609060101010101" charset="-122"/>
                <a:ea typeface="黑体" panose="02010609060101010101" charset="-122"/>
              </a:rPr>
              <a:t>情绪追踪域</a:t>
            </a:r>
            <a:endParaRPr sz="1050" b="1">
              <a:solidFill>
                <a:srgbClr val="1E293B"/>
              </a:solidFill>
              <a:latin typeface="黑体" panose="02010609060101010101" charset="-122"/>
              <a:ea typeface="黑体" panose="02010609060101010101" charset="-122"/>
            </a:endParaRPr>
          </a:p>
        </p:txBody>
      </p:sp>
      <p:sp>
        <p:nvSpPr>
          <p:cNvPr id="26" name="文本框 25"/>
          <p:cNvSpPr txBox="1"/>
          <p:nvPr>
            <p:custDataLst>
              <p:tags r:id="rId22"/>
            </p:custDataLst>
          </p:nvPr>
        </p:nvSpPr>
        <p:spPr>
          <a:xfrm>
            <a:off x="914400" y="3102292"/>
            <a:ext cx="4419600" cy="146685"/>
          </a:xfrm>
          <a:prstGeom prst="rect">
            <a:avLst/>
          </a:prstGeom>
          <a:noFill/>
        </p:spPr>
        <p:txBody>
          <a:bodyPr wrap="square" lIns="0" tIns="0" rIns="0" bIns="0" rtlCol="0" anchor="t">
            <a:noAutofit/>
          </a:bodyPr>
          <a:p>
            <a:pPr algn="l">
              <a:lnSpc>
                <a:spcPct val="117000"/>
              </a:lnSpc>
            </a:pPr>
            <a:r>
              <a:rPr lang="zh-CN" altLang="en-US" sz="975">
                <a:solidFill>
                  <a:srgbClr val="64748B"/>
                </a:solidFill>
                <a:latin typeface="宋体" panose="02010600030101010101" pitchFamily="2" charset="-122"/>
                <a:ea typeface="宋体" panose="02010600030101010101" pitchFamily="2" charset="-122"/>
                <a:cs typeface="宋体" panose="02010600030101010101" pitchFamily="2" charset="-122"/>
              </a:rPr>
              <a:t>存储儿童情绪记录与</a:t>
            </a:r>
            <a:r>
              <a:rPr lang="en-US" altLang="zh-CN" sz="975">
                <a:solidFill>
                  <a:srgbClr val="64748B"/>
                </a:solidFill>
                <a:latin typeface="宋体" panose="02010600030101010101" pitchFamily="2" charset="-122"/>
                <a:ea typeface="宋体" panose="02010600030101010101" pitchFamily="2" charset="-122"/>
                <a:cs typeface="宋体" panose="02010600030101010101" pitchFamily="2" charset="-122"/>
              </a:rPr>
              <a:t>AI</a:t>
            </a:r>
            <a:r>
              <a:rPr lang="zh-CN" altLang="en-US" sz="975">
                <a:solidFill>
                  <a:srgbClr val="64748B"/>
                </a:solidFill>
                <a:latin typeface="宋体" panose="02010600030101010101" pitchFamily="2" charset="-122"/>
                <a:ea typeface="宋体" panose="02010600030101010101" pitchFamily="2" charset="-122"/>
                <a:cs typeface="宋体" panose="02010600030101010101" pitchFamily="2" charset="-122"/>
              </a:rPr>
              <a:t>反馈数据</a:t>
            </a:r>
            <a:endParaRPr lang="zh-CN" altLang="en-US" sz="975">
              <a:solidFill>
                <a:srgbClr val="64748B"/>
              </a:solidFill>
              <a:latin typeface="宋体" panose="02010600030101010101" pitchFamily="2" charset="-122"/>
              <a:ea typeface="宋体" panose="02010600030101010101" pitchFamily="2" charset="-122"/>
              <a:cs typeface="宋体" panose="02010600030101010101" pitchFamily="2" charset="-122"/>
            </a:endParaRPr>
          </a:p>
        </p:txBody>
      </p:sp>
      <p:sp>
        <p:nvSpPr>
          <p:cNvPr id="27" name="矩形 26"/>
          <p:cNvSpPr/>
          <p:nvPr>
            <p:custDataLst>
              <p:tags r:id="rId23"/>
            </p:custDataLst>
          </p:nvPr>
        </p:nvSpPr>
        <p:spPr>
          <a:xfrm>
            <a:off x="5905500" y="800100"/>
            <a:ext cx="9525" cy="3581400"/>
          </a:xfrm>
          <a:prstGeom prst="rect">
            <a:avLst/>
          </a:pr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4" name="组合 53"/>
          <p:cNvGrpSpPr/>
          <p:nvPr/>
        </p:nvGrpSpPr>
        <p:grpSpPr>
          <a:xfrm>
            <a:off x="6486525" y="800100"/>
            <a:ext cx="4953000" cy="228600"/>
            <a:chOff x="10215" y="1260"/>
            <a:chExt cx="7800" cy="360"/>
          </a:xfrm>
        </p:grpSpPr>
        <p:sp>
          <p:nvSpPr>
            <p:cNvPr id="28" name="任意多边形 27"/>
            <p:cNvSpPr/>
            <p:nvPr>
              <p:custDataLst>
                <p:tags r:id="rId24"/>
              </p:custDataLst>
            </p:nvPr>
          </p:nvSpPr>
          <p:spPr>
            <a:xfrm>
              <a:off x="10215" y="1260"/>
              <a:ext cx="7800" cy="360"/>
            </a:xfrm>
            <a:custGeom>
              <a:avLst/>
              <a:gdLst>
                <a:gd name="sw" fmla="*/ 1 w 7800"/>
                <a:gd name="sh" fmla="*/ 1 h 360"/>
                <a:gd name="mins" fmla="min sw sh"/>
                <a:gd name="dsw" fmla="+- 0 sw mins"/>
                <a:gd name="dsh" fmla="+- 0 sh mins"/>
                <a:gd name="p0x0" fmla="*/ 0 w 7800"/>
                <a:gd name="p0y0" fmla="*/ 0 h 360"/>
                <a:gd name="p0x1" fmla="*/ 7800 w 7800"/>
                <a:gd name="p0y1" fmla="*/ 0 h 360"/>
                <a:gd name="p0x2" fmla="*/ 7800 w 7800"/>
                <a:gd name="p0y2" fmla="*/ 360 h 360"/>
                <a:gd name="p0x3" fmla="*/ 0 w 7800"/>
                <a:gd name="p0y3" fmla="*/ 360 h 360"/>
                <a:gd name="p0x4" fmla="*/ 0 w 7800"/>
                <a:gd name="p0y4" fmla="*/ 0 h 36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custDataLst>
                <p:tags r:id="rId25"/>
              </p:custDataLst>
            </p:nvPr>
          </p:nvSpPr>
          <p:spPr>
            <a:xfrm>
              <a:off x="10215" y="1260"/>
              <a:ext cx="60" cy="360"/>
            </a:xfrm>
            <a:custGeom>
              <a:avLst/>
              <a:gdLst>
                <a:gd name="sw" fmla="*/ 1 w 60"/>
                <a:gd name="sh" fmla="*/ 1 h 360"/>
                <a:gd name="mins" fmla="min sw sh"/>
                <a:gd name="dsw" fmla="+- 0 sw mins"/>
                <a:gd name="dsh" fmla="+- 0 sh mins"/>
                <a:gd name="p0x0" fmla="*/ 0 w 60"/>
                <a:gd name="p0y0" fmla="*/ 360 h 360"/>
                <a:gd name="p0x1" fmla="*/ 0 w 60"/>
                <a:gd name="p0y1" fmla="*/ 0 h 360"/>
                <a:gd name="p0x2" fmla="*/ 60 w 60"/>
                <a:gd name="p0y2" fmla="*/ 0 h 360"/>
                <a:gd name="p0x3" fmla="*/ 60 w 60"/>
                <a:gd name="p0y3" fmla="*/ 360 h 360"/>
                <a:gd name="p0x4" fmla="*/ 0 w 60"/>
                <a:gd name="p0y4" fmla="*/ 360 h 36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2" name="任意多边形 31"/>
          <p:cNvSpPr/>
          <p:nvPr>
            <p:custDataLst>
              <p:tags r:id="rId26"/>
            </p:custDataLst>
          </p:nvPr>
        </p:nvSpPr>
        <p:spPr>
          <a:xfrm>
            <a:off x="6490970" y="1185545"/>
            <a:ext cx="4943475" cy="609600"/>
          </a:xfrm>
          <a:custGeom>
            <a:avLst/>
            <a:gdLst>
              <a:gd name="sw" fmla="*/ 1 w 7785"/>
              <a:gd name="sh" fmla="*/ 1 h 960"/>
              <a:gd name="mins" fmla="min sw sh"/>
              <a:gd name="dsw" fmla="+- 0 sw mins"/>
              <a:gd name="dsh" fmla="+- 0 sh mins"/>
              <a:gd name="p0x0" fmla="*/ 90 w 7785"/>
              <a:gd name="p0y0" fmla="*/ 0 h 960"/>
              <a:gd name="p0x1" fmla="*/ 7695 w 7785"/>
              <a:gd name="p0y1" fmla="*/ 0 h 960"/>
              <a:gd name="p0x2" fmla="*/ 7744 w 7785"/>
              <a:gd name="p0y2" fmla="*/ 0 h 960"/>
              <a:gd name="p0x3" fmla="*/ 7785 w 7785"/>
              <a:gd name="p0y3" fmla="*/ 40 h 960"/>
              <a:gd name="p0x4" fmla="*/ 7785 w 7785"/>
              <a:gd name="p0y4" fmla="*/ 90 h 960"/>
              <a:gd name="p0x5" fmla="*/ 7785 w 7785"/>
              <a:gd name="p0y5" fmla="*/ 870 h 960"/>
              <a:gd name="p0x6" fmla="*/ 7785 w 7785"/>
              <a:gd name="p0y6" fmla="*/ 919 h 960"/>
              <a:gd name="p0x7" fmla="*/ 7744 w 7785"/>
              <a:gd name="p0y7" fmla="*/ 960 h 960"/>
              <a:gd name="p0x8" fmla="*/ 7695 w 7785"/>
              <a:gd name="p0y8" fmla="*/ 960 h 960"/>
              <a:gd name="p0x9" fmla="*/ 90 w 7785"/>
              <a:gd name="p0y9" fmla="*/ 960 h 960"/>
              <a:gd name="p0x10" fmla="*/ 40 w 7785"/>
              <a:gd name="p0y10" fmla="*/ 960 h 960"/>
              <a:gd name="p0x11" fmla="*/ 0 w 7785"/>
              <a:gd name="p0y11" fmla="*/ 919 h 960"/>
              <a:gd name="p0x12" fmla="*/ 0 w 7785"/>
              <a:gd name="p0y12" fmla="*/ 870 h 960"/>
              <a:gd name="p0x13" fmla="*/ 0 w 7785"/>
              <a:gd name="p0y13" fmla="*/ 90 h 960"/>
              <a:gd name="p0x14" fmla="*/ 0 w 7785"/>
              <a:gd name="p0y14" fmla="*/ 40 h 960"/>
              <a:gd name="p0x15" fmla="*/ 40 w 7785"/>
              <a:gd name="p0y15" fmla="*/ 0 h 960"/>
              <a:gd name="p0x16" fmla="*/ 90 w 7785"/>
              <a:gd name="p0y16" fmla="*/ 0 h 9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任意多边形 35"/>
          <p:cNvSpPr/>
          <p:nvPr>
            <p:custDataLst>
              <p:tags r:id="rId27"/>
            </p:custDataLst>
          </p:nvPr>
        </p:nvSpPr>
        <p:spPr>
          <a:xfrm>
            <a:off x="6490970" y="1957070"/>
            <a:ext cx="4943475" cy="609600"/>
          </a:xfrm>
          <a:custGeom>
            <a:avLst/>
            <a:gdLst>
              <a:gd name="sw" fmla="*/ 1 w 7785"/>
              <a:gd name="sh" fmla="*/ 1 h 960"/>
              <a:gd name="mins" fmla="min sw sh"/>
              <a:gd name="dsw" fmla="+- 0 sw mins"/>
              <a:gd name="dsh" fmla="+- 0 sh mins"/>
              <a:gd name="p0x0" fmla="*/ 90 w 7785"/>
              <a:gd name="p0y0" fmla="*/ 0 h 960"/>
              <a:gd name="p0x1" fmla="*/ 7695 w 7785"/>
              <a:gd name="p0y1" fmla="*/ 0 h 960"/>
              <a:gd name="p0x2" fmla="*/ 7744 w 7785"/>
              <a:gd name="p0y2" fmla="*/ 0 h 960"/>
              <a:gd name="p0x3" fmla="*/ 7785 w 7785"/>
              <a:gd name="p0y3" fmla="*/ 40 h 960"/>
              <a:gd name="p0x4" fmla="*/ 7785 w 7785"/>
              <a:gd name="p0y4" fmla="*/ 90 h 960"/>
              <a:gd name="p0x5" fmla="*/ 7785 w 7785"/>
              <a:gd name="p0y5" fmla="*/ 870 h 960"/>
              <a:gd name="p0x6" fmla="*/ 7785 w 7785"/>
              <a:gd name="p0y6" fmla="*/ 919 h 960"/>
              <a:gd name="p0x7" fmla="*/ 7744 w 7785"/>
              <a:gd name="p0y7" fmla="*/ 960 h 960"/>
              <a:gd name="p0x8" fmla="*/ 7695 w 7785"/>
              <a:gd name="p0y8" fmla="*/ 960 h 960"/>
              <a:gd name="p0x9" fmla="*/ 90 w 7785"/>
              <a:gd name="p0y9" fmla="*/ 960 h 960"/>
              <a:gd name="p0x10" fmla="*/ 40 w 7785"/>
              <a:gd name="p0y10" fmla="*/ 960 h 960"/>
              <a:gd name="p0x11" fmla="*/ 0 w 7785"/>
              <a:gd name="p0y11" fmla="*/ 919 h 960"/>
              <a:gd name="p0x12" fmla="*/ 0 w 7785"/>
              <a:gd name="p0y12" fmla="*/ 870 h 960"/>
              <a:gd name="p0x13" fmla="*/ 0 w 7785"/>
              <a:gd name="p0y13" fmla="*/ 90 h 960"/>
              <a:gd name="p0x14" fmla="*/ 0 w 7785"/>
              <a:gd name="p0y14" fmla="*/ 40 h 960"/>
              <a:gd name="p0x15" fmla="*/ 40 w 7785"/>
              <a:gd name="p0y15" fmla="*/ 0 h 960"/>
              <a:gd name="p0x16" fmla="*/ 90 w 7785"/>
              <a:gd name="p0y16" fmla="*/ 0 h 9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任意多边形 39"/>
          <p:cNvSpPr/>
          <p:nvPr>
            <p:custDataLst>
              <p:tags r:id="rId28"/>
            </p:custDataLst>
          </p:nvPr>
        </p:nvSpPr>
        <p:spPr>
          <a:xfrm>
            <a:off x="6490970" y="2728595"/>
            <a:ext cx="4943475" cy="609600"/>
          </a:xfrm>
          <a:custGeom>
            <a:avLst/>
            <a:gdLst>
              <a:gd name="sw" fmla="*/ 1 w 7785"/>
              <a:gd name="sh" fmla="*/ 1 h 960"/>
              <a:gd name="mins" fmla="min sw sh"/>
              <a:gd name="dsw" fmla="+- 0 sw mins"/>
              <a:gd name="dsh" fmla="+- 0 sh mins"/>
              <a:gd name="p0x0" fmla="*/ 90 w 7785"/>
              <a:gd name="p0y0" fmla="*/ 0 h 960"/>
              <a:gd name="p0x1" fmla="*/ 7695 w 7785"/>
              <a:gd name="p0y1" fmla="*/ 0 h 960"/>
              <a:gd name="p0x2" fmla="*/ 7744 w 7785"/>
              <a:gd name="p0y2" fmla="*/ 0 h 960"/>
              <a:gd name="p0x3" fmla="*/ 7785 w 7785"/>
              <a:gd name="p0y3" fmla="*/ 40 h 960"/>
              <a:gd name="p0x4" fmla="*/ 7785 w 7785"/>
              <a:gd name="p0y4" fmla="*/ 90 h 960"/>
              <a:gd name="p0x5" fmla="*/ 7785 w 7785"/>
              <a:gd name="p0y5" fmla="*/ 870 h 960"/>
              <a:gd name="p0x6" fmla="*/ 7785 w 7785"/>
              <a:gd name="p0y6" fmla="*/ 919 h 960"/>
              <a:gd name="p0x7" fmla="*/ 7744 w 7785"/>
              <a:gd name="p0y7" fmla="*/ 960 h 960"/>
              <a:gd name="p0x8" fmla="*/ 7695 w 7785"/>
              <a:gd name="p0y8" fmla="*/ 960 h 960"/>
              <a:gd name="p0x9" fmla="*/ 90 w 7785"/>
              <a:gd name="p0y9" fmla="*/ 960 h 960"/>
              <a:gd name="p0x10" fmla="*/ 40 w 7785"/>
              <a:gd name="p0y10" fmla="*/ 960 h 960"/>
              <a:gd name="p0x11" fmla="*/ 0 w 7785"/>
              <a:gd name="p0y11" fmla="*/ 919 h 960"/>
              <a:gd name="p0x12" fmla="*/ 0 w 7785"/>
              <a:gd name="p0y12" fmla="*/ 870 h 960"/>
              <a:gd name="p0x13" fmla="*/ 0 w 7785"/>
              <a:gd name="p0y13" fmla="*/ 90 h 960"/>
              <a:gd name="p0x14" fmla="*/ 0 w 7785"/>
              <a:gd name="p0y14" fmla="*/ 40 h 960"/>
              <a:gd name="p0x15" fmla="*/ 40 w 7785"/>
              <a:gd name="p0y15" fmla="*/ 0 h 960"/>
              <a:gd name="p0x16" fmla="*/ 90 w 7785"/>
              <a:gd name="p0y16" fmla="*/ 0 h 9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29"/>
            </p:custDataLst>
          </p:nvPr>
        </p:nvSpPr>
        <p:spPr>
          <a:xfrm>
            <a:off x="6638925" y="815340"/>
            <a:ext cx="4800600" cy="198120"/>
          </a:xfrm>
          <a:prstGeom prst="rect">
            <a:avLst/>
          </a:prstGeom>
          <a:noFill/>
        </p:spPr>
        <p:txBody>
          <a:bodyPr wrap="square" lIns="0" tIns="0" rIns="0" bIns="0" rtlCol="0" anchor="t">
            <a:noAutofit/>
          </a:bodyPr>
          <a:p>
            <a:pPr algn="l">
              <a:lnSpc>
                <a:spcPct val="125000"/>
              </a:lnSpc>
            </a:pPr>
            <a:r>
              <a:rPr sz="1200" b="1">
                <a:solidFill>
                  <a:srgbClr val="2D5B99"/>
                </a:solidFill>
                <a:latin typeface="黑体" panose="02010609060101010101" charset="-122"/>
                <a:ea typeface="黑体" panose="02010609060101010101" charset="-122"/>
              </a:rPr>
              <a:t>设计特性</a:t>
            </a:r>
            <a:endParaRPr sz="1200" b="1">
              <a:solidFill>
                <a:srgbClr val="2D5B99"/>
              </a:solidFill>
              <a:latin typeface="黑体" panose="02010609060101010101" charset="-122"/>
              <a:ea typeface="黑体" panose="02010609060101010101" charset="-122"/>
            </a:endParaRPr>
          </a:p>
        </p:txBody>
      </p:sp>
      <p:sp>
        <p:nvSpPr>
          <p:cNvPr id="33" name="任意多边形 32"/>
          <p:cNvSpPr/>
          <p:nvPr>
            <p:custDataLst>
              <p:tags r:id="rId30"/>
            </p:custDataLst>
          </p:nvPr>
        </p:nvSpPr>
        <p:spPr>
          <a:xfrm>
            <a:off x="6648450" y="1304925"/>
            <a:ext cx="304800" cy="304800"/>
          </a:xfrm>
          <a:custGeom>
            <a:avLst/>
            <a:gdLst>
              <a:gd name="sw" fmla="*/ 1 w 480"/>
              <a:gd name="sh" fmla="*/ 1 h 480"/>
              <a:gd name="mins" fmla="min sw sh"/>
              <a:gd name="dsw" fmla="+- 0 sw mins"/>
              <a:gd name="dsh" fmla="+- 0 sh mins"/>
              <a:gd name="p0x0" fmla="*/ 90 w 480"/>
              <a:gd name="p0y0" fmla="*/ 0 h 480"/>
              <a:gd name="p0x1" fmla="*/ 390 w 480"/>
              <a:gd name="p0y1" fmla="*/ 0 h 480"/>
              <a:gd name="p0x2" fmla="*/ 439 w 480"/>
              <a:gd name="p0y2" fmla="*/ 0 h 480"/>
              <a:gd name="p0x3" fmla="*/ 480 w 480"/>
              <a:gd name="p0y3" fmla="*/ 40 h 480"/>
              <a:gd name="p0x4" fmla="*/ 480 w 480"/>
              <a:gd name="p0y4" fmla="*/ 90 h 480"/>
              <a:gd name="p0x5" fmla="*/ 480 w 480"/>
              <a:gd name="p0y5" fmla="*/ 390 h 480"/>
              <a:gd name="p0x6" fmla="*/ 480 w 480"/>
              <a:gd name="p0y6" fmla="*/ 439 h 480"/>
              <a:gd name="p0x7" fmla="*/ 439 w 480"/>
              <a:gd name="p0y7" fmla="*/ 480 h 480"/>
              <a:gd name="p0x8" fmla="*/ 390 w 480"/>
              <a:gd name="p0y8" fmla="*/ 480 h 480"/>
              <a:gd name="p0x9" fmla="*/ 90 w 480"/>
              <a:gd name="p0y9" fmla="*/ 480 h 480"/>
              <a:gd name="p0x10" fmla="*/ 40 w 480"/>
              <a:gd name="p0y10" fmla="*/ 480 h 480"/>
              <a:gd name="p0x11" fmla="*/ 0 w 480"/>
              <a:gd name="p0y11" fmla="*/ 439 h 480"/>
              <a:gd name="p0x12" fmla="*/ 0 w 480"/>
              <a:gd name="p0y12" fmla="*/ 390 h 480"/>
              <a:gd name="p0x13" fmla="*/ 0 w 480"/>
              <a:gd name="p0y13" fmla="*/ 90 h 480"/>
              <a:gd name="p0x14" fmla="*/ 0 w 480"/>
              <a:gd name="p0y14" fmla="*/ 40 h 480"/>
              <a:gd name="p0x15" fmla="*/ 40 w 480"/>
              <a:gd name="p0y15" fmla="*/ 0 h 480"/>
              <a:gd name="p0x16" fmla="*/ 90 w 480"/>
              <a:gd name="p0y16" fmla="*/ 0 h 4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l="-5455" t="-2308" r="-5455" b="-2308"/>
          <a:stretch>
            <a:fillRect/>
          </a:stretch>
        </p:blipFill>
        <p:spPr>
          <a:xfrm>
            <a:off x="6742430" y="1390650"/>
            <a:ext cx="116205" cy="129540"/>
          </a:xfrm>
          <a:prstGeom prst="rect">
            <a:avLst/>
          </a:prstGeom>
        </p:spPr>
      </p:pic>
      <p:sp>
        <p:nvSpPr>
          <p:cNvPr id="35" name="文本框 34"/>
          <p:cNvSpPr txBox="1"/>
          <p:nvPr>
            <p:custDataLst>
              <p:tags r:id="rId34"/>
            </p:custDataLst>
          </p:nvPr>
        </p:nvSpPr>
        <p:spPr>
          <a:xfrm>
            <a:off x="7086600" y="1316831"/>
            <a:ext cx="4191000" cy="344805"/>
          </a:xfrm>
          <a:prstGeom prst="rect">
            <a:avLst/>
          </a:prstGeom>
          <a:noFill/>
        </p:spPr>
        <p:txBody>
          <a:bodyPr wrap="square" lIns="0" tIns="0" rIns="0" bIns="0" rtlCol="0" anchor="t">
            <a:noAutofit/>
          </a:bodyPr>
          <a:p>
            <a:pPr algn="l">
              <a:lnSpc>
                <a:spcPct val="125000"/>
              </a:lnSpc>
              <a:spcAft>
                <a:spcPts val="210"/>
              </a:spcAft>
            </a:pPr>
            <a:r>
              <a:rPr sz="975" b="1">
                <a:solidFill>
                  <a:srgbClr val="2D5B99"/>
                </a:solidFill>
                <a:latin typeface="宋体" panose="02010600030101010101" pitchFamily="2" charset="-122"/>
                <a:ea typeface="宋体" panose="02010600030101010101" pitchFamily="2" charset="-122"/>
              </a:rPr>
              <a:t>事务一致性保障</a:t>
            </a:r>
            <a:endParaRPr sz="975" b="1">
              <a:solidFill>
                <a:srgbClr val="2D5B99"/>
              </a:solidFill>
              <a:latin typeface="宋体" panose="02010600030101010101" pitchFamily="2" charset="-122"/>
              <a:ea typeface="宋体" panose="02010600030101010101" pitchFamily="2" charset="-122"/>
            </a:endParaRPr>
          </a:p>
          <a:p>
            <a:pPr algn="l">
              <a:lnSpc>
                <a:spcPct val="125000"/>
              </a:lnSpc>
            </a:pPr>
            <a:r>
              <a:rPr sz="975">
                <a:solidFill>
                  <a:srgbClr val="1E293B"/>
                </a:solidFill>
                <a:latin typeface="宋体" panose="02010600030101010101" pitchFamily="2" charset="-122"/>
                <a:ea typeface="宋体" panose="02010600030101010101" pitchFamily="2" charset="-122"/>
              </a:rPr>
              <a:t>核心业务数据支持事务一致性，积分流水可追溯</a:t>
            </a:r>
            <a:endParaRPr sz="975">
              <a:solidFill>
                <a:srgbClr val="1E293B"/>
              </a:solidFill>
              <a:latin typeface="宋体" panose="02010600030101010101" pitchFamily="2" charset="-122"/>
              <a:ea typeface="宋体" panose="02010600030101010101" pitchFamily="2" charset="-122"/>
            </a:endParaRPr>
          </a:p>
        </p:txBody>
      </p:sp>
      <p:sp>
        <p:nvSpPr>
          <p:cNvPr id="37" name="任意多边形 36"/>
          <p:cNvSpPr/>
          <p:nvPr>
            <p:custDataLst>
              <p:tags r:id="rId35"/>
            </p:custDataLst>
          </p:nvPr>
        </p:nvSpPr>
        <p:spPr>
          <a:xfrm>
            <a:off x="6648450" y="2076450"/>
            <a:ext cx="304800" cy="304800"/>
          </a:xfrm>
          <a:custGeom>
            <a:avLst/>
            <a:gdLst>
              <a:gd name="sw" fmla="*/ 1 w 480"/>
              <a:gd name="sh" fmla="*/ 1 h 480"/>
              <a:gd name="mins" fmla="min sw sh"/>
              <a:gd name="dsw" fmla="+- 0 sw mins"/>
              <a:gd name="dsh" fmla="+- 0 sh mins"/>
              <a:gd name="p0x0" fmla="*/ 90 w 480"/>
              <a:gd name="p0y0" fmla="*/ 0 h 480"/>
              <a:gd name="p0x1" fmla="*/ 390 w 480"/>
              <a:gd name="p0y1" fmla="*/ 0 h 480"/>
              <a:gd name="p0x2" fmla="*/ 439 w 480"/>
              <a:gd name="p0y2" fmla="*/ 0 h 480"/>
              <a:gd name="p0x3" fmla="*/ 480 w 480"/>
              <a:gd name="p0y3" fmla="*/ 40 h 480"/>
              <a:gd name="p0x4" fmla="*/ 480 w 480"/>
              <a:gd name="p0y4" fmla="*/ 90 h 480"/>
              <a:gd name="p0x5" fmla="*/ 480 w 480"/>
              <a:gd name="p0y5" fmla="*/ 390 h 480"/>
              <a:gd name="p0x6" fmla="*/ 480 w 480"/>
              <a:gd name="p0y6" fmla="*/ 439 h 480"/>
              <a:gd name="p0x7" fmla="*/ 439 w 480"/>
              <a:gd name="p0y7" fmla="*/ 480 h 480"/>
              <a:gd name="p0x8" fmla="*/ 390 w 480"/>
              <a:gd name="p0y8" fmla="*/ 480 h 480"/>
              <a:gd name="p0x9" fmla="*/ 90 w 480"/>
              <a:gd name="p0y9" fmla="*/ 480 h 480"/>
              <a:gd name="p0x10" fmla="*/ 40 w 480"/>
              <a:gd name="p0y10" fmla="*/ 480 h 480"/>
              <a:gd name="p0x11" fmla="*/ 0 w 480"/>
              <a:gd name="p0y11" fmla="*/ 439 h 480"/>
              <a:gd name="p0x12" fmla="*/ 0 w 480"/>
              <a:gd name="p0y12" fmla="*/ 390 h 480"/>
              <a:gd name="p0x13" fmla="*/ 0 w 480"/>
              <a:gd name="p0y13" fmla="*/ 90 h 480"/>
              <a:gd name="p0x14" fmla="*/ 0 w 480"/>
              <a:gd name="p0y14" fmla="*/ 40 h 480"/>
              <a:gd name="p0x15" fmla="*/ 40 w 480"/>
              <a:gd name="p0y15" fmla="*/ 0 h 480"/>
              <a:gd name="p0x16" fmla="*/ 90 w 480"/>
              <a:gd name="p0y16" fmla="*/ 0 h 4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8" name="图片 37"/>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rcRect l="-10769" t="-2308" r="-10769" b="-2308"/>
          <a:stretch>
            <a:fillRect/>
          </a:stretch>
        </p:blipFill>
        <p:spPr>
          <a:xfrm>
            <a:off x="6725285" y="2162175"/>
            <a:ext cx="150495" cy="129540"/>
          </a:xfrm>
          <a:prstGeom prst="rect">
            <a:avLst/>
          </a:prstGeom>
        </p:spPr>
      </p:pic>
      <p:sp>
        <p:nvSpPr>
          <p:cNvPr id="39" name="文本框 38"/>
          <p:cNvSpPr txBox="1"/>
          <p:nvPr>
            <p:custDataLst>
              <p:tags r:id="rId39"/>
            </p:custDataLst>
          </p:nvPr>
        </p:nvSpPr>
        <p:spPr>
          <a:xfrm>
            <a:off x="7086600" y="2088356"/>
            <a:ext cx="4191000" cy="344805"/>
          </a:xfrm>
          <a:prstGeom prst="rect">
            <a:avLst/>
          </a:prstGeom>
          <a:noFill/>
        </p:spPr>
        <p:txBody>
          <a:bodyPr wrap="square" lIns="0" tIns="0" rIns="0" bIns="0" rtlCol="0" anchor="t">
            <a:noAutofit/>
          </a:bodyPr>
          <a:p>
            <a:pPr algn="l">
              <a:lnSpc>
                <a:spcPct val="125000"/>
              </a:lnSpc>
              <a:spcAft>
                <a:spcPts val="210"/>
              </a:spcAft>
            </a:pPr>
            <a:r>
              <a:rPr sz="975" b="1">
                <a:solidFill>
                  <a:srgbClr val="2D5B99"/>
                </a:solidFill>
                <a:latin typeface="宋体" panose="02010600030101010101" pitchFamily="2" charset="-122"/>
                <a:ea typeface="宋体" panose="02010600030101010101" pitchFamily="2" charset="-122"/>
              </a:rPr>
              <a:t>高扩展性架构</a:t>
            </a:r>
            <a:endParaRPr sz="975" b="1">
              <a:solidFill>
                <a:srgbClr val="2D5B99"/>
              </a:solidFill>
              <a:latin typeface="宋体" panose="02010600030101010101" pitchFamily="2" charset="-122"/>
              <a:ea typeface="宋体" panose="02010600030101010101" pitchFamily="2" charset="-122"/>
            </a:endParaRPr>
          </a:p>
          <a:p>
            <a:pPr algn="l">
              <a:lnSpc>
                <a:spcPct val="125000"/>
              </a:lnSpc>
            </a:pPr>
            <a:r>
              <a:rPr lang="zh-CN" sz="975">
                <a:solidFill>
                  <a:srgbClr val="1E293B"/>
                </a:solidFill>
                <a:latin typeface="宋体" panose="02010600030101010101" pitchFamily="2" charset="-122"/>
                <a:ea typeface="宋体" panose="02010600030101010101" pitchFamily="2" charset="-122"/>
                <a:cs typeface="宋体" panose="02010600030101010101" pitchFamily="2" charset="-122"/>
              </a:rPr>
              <a:t>非结构化数据用</a:t>
            </a:r>
            <a:r>
              <a:rPr lang="en-US" altLang="zh-CN" sz="975">
                <a:solidFill>
                  <a:srgbClr val="1E293B"/>
                </a:solidFill>
                <a:latin typeface="宋体" panose="02010600030101010101" pitchFamily="2" charset="-122"/>
                <a:ea typeface="宋体" panose="02010600030101010101" pitchFamily="2" charset="-122"/>
                <a:cs typeface="宋体" panose="02010600030101010101" pitchFamily="2" charset="-122"/>
              </a:rPr>
              <a:t>PostgreSQL JSONB</a:t>
            </a:r>
            <a:r>
              <a:rPr lang="zh-CN" altLang="en-US" sz="975">
                <a:solidFill>
                  <a:srgbClr val="1E293B"/>
                </a:solidFill>
                <a:latin typeface="宋体" panose="02010600030101010101" pitchFamily="2" charset="-122"/>
                <a:ea typeface="宋体" panose="02010600030101010101" pitchFamily="2" charset="-122"/>
                <a:cs typeface="宋体" panose="02010600030101010101" pitchFamily="2" charset="-122"/>
              </a:rPr>
              <a:t>存储，扩展性强</a:t>
            </a:r>
            <a:endParaRPr lang="zh-CN" altLang="en-US" sz="97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41" name="任意多边形 40"/>
          <p:cNvSpPr/>
          <p:nvPr>
            <p:custDataLst>
              <p:tags r:id="rId40"/>
            </p:custDataLst>
          </p:nvPr>
        </p:nvSpPr>
        <p:spPr>
          <a:xfrm>
            <a:off x="6648450" y="2847975"/>
            <a:ext cx="304800" cy="304800"/>
          </a:xfrm>
          <a:custGeom>
            <a:avLst/>
            <a:gdLst>
              <a:gd name="sw" fmla="*/ 1 w 480"/>
              <a:gd name="sh" fmla="*/ 1 h 480"/>
              <a:gd name="mins" fmla="min sw sh"/>
              <a:gd name="dsw" fmla="+- 0 sw mins"/>
              <a:gd name="dsh" fmla="+- 0 sh mins"/>
              <a:gd name="p0x0" fmla="*/ 90 w 480"/>
              <a:gd name="p0y0" fmla="*/ 0 h 480"/>
              <a:gd name="p0x1" fmla="*/ 390 w 480"/>
              <a:gd name="p0y1" fmla="*/ 0 h 480"/>
              <a:gd name="p0x2" fmla="*/ 439 w 480"/>
              <a:gd name="p0y2" fmla="*/ 0 h 480"/>
              <a:gd name="p0x3" fmla="*/ 480 w 480"/>
              <a:gd name="p0y3" fmla="*/ 40 h 480"/>
              <a:gd name="p0x4" fmla="*/ 480 w 480"/>
              <a:gd name="p0y4" fmla="*/ 90 h 480"/>
              <a:gd name="p0x5" fmla="*/ 480 w 480"/>
              <a:gd name="p0y5" fmla="*/ 390 h 480"/>
              <a:gd name="p0x6" fmla="*/ 480 w 480"/>
              <a:gd name="p0y6" fmla="*/ 439 h 480"/>
              <a:gd name="p0x7" fmla="*/ 439 w 480"/>
              <a:gd name="p0y7" fmla="*/ 480 h 480"/>
              <a:gd name="p0x8" fmla="*/ 390 w 480"/>
              <a:gd name="p0y8" fmla="*/ 480 h 480"/>
              <a:gd name="p0x9" fmla="*/ 90 w 480"/>
              <a:gd name="p0y9" fmla="*/ 480 h 480"/>
              <a:gd name="p0x10" fmla="*/ 40 w 480"/>
              <a:gd name="p0y10" fmla="*/ 480 h 480"/>
              <a:gd name="p0x11" fmla="*/ 0 w 480"/>
              <a:gd name="p0y11" fmla="*/ 439 h 480"/>
              <a:gd name="p0x12" fmla="*/ 0 w 480"/>
              <a:gd name="p0y12" fmla="*/ 390 h 480"/>
              <a:gd name="p0x13" fmla="*/ 0 w 480"/>
              <a:gd name="p0y13" fmla="*/ 90 h 480"/>
              <a:gd name="p0x14" fmla="*/ 0 w 480"/>
              <a:gd name="p0y14" fmla="*/ 40 h 480"/>
              <a:gd name="p0x15" fmla="*/ 40 w 480"/>
              <a:gd name="p0y15" fmla="*/ 0 h 480"/>
              <a:gd name="p0x16" fmla="*/ 90 w 480"/>
              <a:gd name="p0y16" fmla="*/ 0 h 4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FF6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p:cNvPicPr>
            <a:picLocks noChangeAspect="1"/>
          </p:cNvPicPr>
          <p:nvPr>
            <p:custDataLst>
              <p:tags r:id="rId41"/>
            </p:custDataLst>
          </p:nvPr>
        </p:nvPicPr>
        <p:blipFill>
          <a:blip r:embed="rId42">
            <a:extLst>
              <a:ext uri="{96DAC541-7B7A-43D3-8B79-37D633B846F1}">
                <asvg:svgBlip xmlns:asvg="http://schemas.microsoft.com/office/drawing/2016/SVG/main" r:embed="rId43"/>
              </a:ext>
            </a:extLst>
          </a:blip>
          <a:srcRect l="-11000" t="-2308" r="-11000" b="-2308"/>
          <a:stretch>
            <a:fillRect/>
          </a:stretch>
        </p:blipFill>
        <p:spPr>
          <a:xfrm>
            <a:off x="6742430" y="2933700"/>
            <a:ext cx="116205" cy="129540"/>
          </a:xfrm>
          <a:prstGeom prst="rect">
            <a:avLst/>
          </a:prstGeom>
        </p:spPr>
      </p:pic>
      <p:sp>
        <p:nvSpPr>
          <p:cNvPr id="43" name="文本框 42"/>
          <p:cNvSpPr txBox="1"/>
          <p:nvPr>
            <p:custDataLst>
              <p:tags r:id="rId44"/>
            </p:custDataLst>
          </p:nvPr>
        </p:nvSpPr>
        <p:spPr>
          <a:xfrm>
            <a:off x="7086600" y="2859881"/>
            <a:ext cx="4191000" cy="344805"/>
          </a:xfrm>
          <a:prstGeom prst="rect">
            <a:avLst/>
          </a:prstGeom>
          <a:noFill/>
        </p:spPr>
        <p:txBody>
          <a:bodyPr wrap="square" lIns="0" tIns="0" rIns="0" bIns="0" rtlCol="0" anchor="t">
            <a:noAutofit/>
          </a:bodyPr>
          <a:p>
            <a:pPr algn="l">
              <a:lnSpc>
                <a:spcPct val="125000"/>
              </a:lnSpc>
              <a:spcAft>
                <a:spcPts val="210"/>
              </a:spcAft>
            </a:pPr>
            <a:r>
              <a:rPr sz="975" b="1">
                <a:solidFill>
                  <a:srgbClr val="2D5B99"/>
                </a:solidFill>
                <a:latin typeface="宋体" panose="02010600030101010101" pitchFamily="2" charset="-122"/>
                <a:ea typeface="宋体" panose="02010600030101010101" pitchFamily="2" charset="-122"/>
              </a:rPr>
              <a:t>高性能缓存支持</a:t>
            </a:r>
            <a:endParaRPr sz="975" b="1">
              <a:solidFill>
                <a:srgbClr val="2D5B99"/>
              </a:solidFill>
              <a:latin typeface="宋体" panose="02010600030101010101" pitchFamily="2" charset="-122"/>
              <a:ea typeface="宋体" panose="02010600030101010101" pitchFamily="2" charset="-122"/>
            </a:endParaRPr>
          </a:p>
          <a:p>
            <a:pPr algn="l">
              <a:lnSpc>
                <a:spcPct val="125000"/>
              </a:lnSpc>
            </a:pPr>
            <a:r>
              <a:rPr lang="en-US" sz="975">
                <a:solidFill>
                  <a:srgbClr val="1E293B"/>
                </a:solidFill>
                <a:latin typeface="宋体" panose="02010600030101010101" pitchFamily="2" charset="-122"/>
                <a:ea typeface="宋体" panose="02010600030101010101" pitchFamily="2" charset="-122"/>
                <a:cs typeface="宋体" panose="02010600030101010101" pitchFamily="2" charset="-122"/>
              </a:rPr>
              <a:t>Redis</a:t>
            </a:r>
            <a:r>
              <a:rPr lang="zh-CN" altLang="en-US" sz="975">
                <a:solidFill>
                  <a:srgbClr val="1E293B"/>
                </a:solidFill>
                <a:latin typeface="宋体" panose="02010600030101010101" pitchFamily="2" charset="-122"/>
                <a:ea typeface="宋体" panose="02010600030101010101" pitchFamily="2" charset="-122"/>
                <a:cs typeface="宋体" panose="02010600030101010101" pitchFamily="2" charset="-122"/>
              </a:rPr>
              <a:t>缓存支撑高频访问场景，防重复提交</a:t>
            </a:r>
            <a:endParaRPr lang="zh-CN" altLang="en-US" sz="97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
        <p:nvSpPr>
          <p:cNvPr id="47" name="文本框 46"/>
          <p:cNvSpPr txBox="1"/>
          <p:nvPr>
            <p:custDataLst>
              <p:tags r:id="rId45"/>
            </p:custDataLst>
          </p:nvPr>
        </p:nvSpPr>
        <p:spPr>
          <a:xfrm>
            <a:off x="190500" y="4630103"/>
            <a:ext cx="118110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48" name="文本框 47"/>
          <p:cNvSpPr txBox="1"/>
          <p:nvPr>
            <p:custDataLst>
              <p:tags r:id="rId46"/>
            </p:custDataLst>
          </p:nvPr>
        </p:nvSpPr>
        <p:spPr>
          <a:xfrm>
            <a:off x="190500" y="4925378"/>
            <a:ext cx="118110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讲解话术：</a:t>
            </a:r>
            <a:endParaRPr sz="1050" b="1">
              <a:solidFill>
                <a:srgbClr val="475569"/>
              </a:solidFill>
              <a:latin typeface="黑体" panose="02010609060101010101" charset="-122"/>
              <a:ea typeface="黑体" panose="02010609060101010101" charset="-122"/>
            </a:endParaRPr>
          </a:p>
        </p:txBody>
      </p:sp>
      <p:sp>
        <p:nvSpPr>
          <p:cNvPr id="49" name="文本框 48"/>
          <p:cNvSpPr txBox="1"/>
          <p:nvPr>
            <p:custDataLst>
              <p:tags r:id="rId47"/>
            </p:custDataLst>
          </p:nvPr>
        </p:nvSpPr>
        <p:spPr>
          <a:xfrm>
            <a:off x="190500" y="5164455"/>
            <a:ext cx="11811000" cy="822960"/>
          </a:xfrm>
          <a:prstGeom prst="rect">
            <a:avLst/>
          </a:prstGeom>
          <a:noFill/>
        </p:spPr>
        <p:txBody>
          <a:bodyPr wrap="square" lIns="0" tIns="0" rIns="0" bIns="0" rtlCol="0" anchor="t">
            <a:noAutofit/>
          </a:bodyPr>
          <a:p>
            <a:pPr algn="just">
              <a:lnSpc>
                <a:spcPct val="133000"/>
              </a:lnSpc>
            </a:pPr>
            <a:r>
              <a:rPr lang="en-US"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数据库设计这块，我们把整个系统的数据分成了四大业务域：第一个是用户与档案域，存用户账号和孩子的档案信息；第二个是任务流转域，存任务从创建到完成的所有执行记录；第三个是激励体系域，存积分和奖励兑换的相关数据；第四个是情绪追踪域，存孩子的情绪记录和</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AI</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给出的反馈数据。这样划分的话，每个业务域的职责很清晰，后续扩展也方便。设计特性上，我们主要考虑了三点：第一是事务一致性，核心业务比如积分结算这些操作都有事务保证，积分流水是可追溯的，不会出现数据不一致的情况；第二是高扩展性，一些非结构化的行为数据我们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PostgreSQL</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的</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JSONB</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类型来存，后续要加字段也不用改表结构；第三是高性能，高频访问的场景我们用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Redis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做缓存，还能防止重复提交的问题。</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50" name="文本框 49"/>
          <p:cNvSpPr txBox="1"/>
          <p:nvPr>
            <p:custDataLst>
              <p:tags r:id="rId48"/>
            </p:custDataLst>
          </p:nvPr>
        </p:nvSpPr>
        <p:spPr>
          <a:xfrm>
            <a:off x="190500" y="6112192"/>
            <a:ext cx="118110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要点提示：</a:t>
            </a:r>
            <a:endParaRPr sz="1050" b="1">
              <a:solidFill>
                <a:srgbClr val="475569"/>
              </a:solidFill>
              <a:latin typeface="黑体" panose="02010609060101010101" charset="-122"/>
              <a:ea typeface="黑体" panose="02010609060101010101" charset="-122"/>
            </a:endParaRPr>
          </a:p>
        </p:txBody>
      </p:sp>
      <p:sp>
        <p:nvSpPr>
          <p:cNvPr id="51" name="文本框 50"/>
          <p:cNvSpPr txBox="1"/>
          <p:nvPr>
            <p:custDataLst>
              <p:tags r:id="rId49"/>
            </p:custDataLst>
          </p:nvPr>
        </p:nvSpPr>
        <p:spPr>
          <a:xfrm>
            <a:off x="190500" y="6351270"/>
            <a:ext cx="11811000" cy="396240"/>
          </a:xfrm>
          <a:prstGeom prst="rect">
            <a:avLst/>
          </a:prstGeom>
          <a:noFill/>
        </p:spPr>
        <p:txBody>
          <a:bodyPr wrap="square" lIns="0" tIns="0" rIns="0" bIns="0" rtlCol="0" anchor="t">
            <a:noAutofit/>
          </a:bodyPr>
          <a:p>
            <a:pPr algn="l">
              <a:lnSpc>
                <a:spcPct val="133000"/>
              </a:lnSpc>
            </a:pPr>
            <a:r>
              <a:rPr lang="en-US"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讲业务域划分的时候，说明这样划分的好处是职责清晰、便于维护；</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设计特性部分可以体现你在数据库设计上的专业性，比如事务、扩展性、性能这些点，让评委知道你的数据库设计是考虑了实际使用场景的。</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grpSp>
        <p:nvGrpSpPr>
          <p:cNvPr id="52" name="组合 51"/>
          <p:cNvGrpSpPr/>
          <p:nvPr/>
        </p:nvGrpSpPr>
        <p:grpSpPr>
          <a:xfrm>
            <a:off x="0" y="0"/>
            <a:ext cx="12192000" cy="571500"/>
            <a:chOff x="0" y="0"/>
            <a:chExt cx="19200" cy="900"/>
          </a:xfrm>
        </p:grpSpPr>
        <p:sp>
          <p:nvSpPr>
            <p:cNvPr id="2" name="任意多边形 1"/>
            <p:cNvSpPr/>
            <p:nvPr>
              <p:custDataLst>
                <p:tags r:id="rId50"/>
              </p:custDataLst>
            </p:nvPr>
          </p:nvSpPr>
          <p:spPr>
            <a:xfrm>
              <a:off x="0" y="0"/>
              <a:ext cx="19200" cy="900"/>
            </a:xfrm>
            <a:custGeom>
              <a:avLst/>
              <a:gdLst>
                <a:gd name="sw" fmla="*/ 1 w 19200"/>
                <a:gd name="sh" fmla="*/ 1 h 900"/>
                <a:gd name="mins" fmla="min sw sh"/>
                <a:gd name="dsw" fmla="+- 0 sw mins"/>
                <a:gd name="dsh" fmla="+- 0 sh mins"/>
                <a:gd name="p0a2dx" fmla="*/ dsw 0 1"/>
                <a:gd name="p0a2dy" fmla="*/ dsh 900 1"/>
                <a:gd name="p0a3dx" fmla="*/ dsw 0 1"/>
                <a:gd name="p0a3dy" fmla="*/ dsh 0 1"/>
                <a:gd name="p0a0dx" fmla="*/ dsw 19200 1"/>
                <a:gd name="p0a0dy" fmla="*/ dsh 0 1"/>
                <a:gd name="p0a1dx" fmla="*/ dsw 19200 1"/>
                <a:gd name="p0a1dy" fmla="*/ dsh 900 1"/>
                <a:gd name="p0x0s" fmla="*/ 0 mins 1"/>
                <a:gd name="p0x0" fmla="+- p0x0s p0a3dx 0"/>
                <a:gd name="p0y0s" fmla="*/ 0 mins 1"/>
                <a:gd name="p0y0" fmla="+- p0y0s p0a3dy 0"/>
                <a:gd name="p0x1s" fmla="*/ 19200 mins 1"/>
                <a:gd name="p0x1" fmla="+- p0x1s p0a0dx 0"/>
                <a:gd name="p0y1s" fmla="*/ 0 mins 1"/>
                <a:gd name="p0y1" fmla="+- p0y1s p0a0dy 0"/>
                <a:gd name="p0x2s" fmla="*/ 19200 mins 1"/>
                <a:gd name="p0x2" fmla="+- p0x2s p0a1dx 0"/>
                <a:gd name="p0y2s" fmla="*/ 900 mins 1"/>
                <a:gd name="p0y2" fmla="+- p0y2s p0a1dy 0"/>
                <a:gd name="p0x3s" fmla="*/ 0 mins 1"/>
                <a:gd name="p0x3" fmla="+- p0x3s p0a2dx 0"/>
                <a:gd name="p0y3s" fmla="*/ 900 mins 1"/>
                <a:gd name="p0y3" fmla="+- p0y3s p0a2dy 0"/>
                <a:gd name="p0x4s" fmla="*/ 0 mins 1"/>
                <a:gd name="p0x4" fmla="+- p0x4s p0a3dx 0"/>
                <a:gd name="p0y4s" fmla="*/ 0 mins 1"/>
                <a:gd name="p0y4" fmla="+- p0y4s p0a3dy 0"/>
              </a:gdLst>
              <a:ahLst/>
              <a:cxnLst/>
              <a:pathLst>
                <a:path>
                  <a:moveTo>
                    <a:pt x="p0x0" y="p0y0"/>
                  </a:moveTo>
                  <a:lnTo>
                    <a:pt x="p0x1" y="p0y1"/>
                  </a:lnTo>
                  <a:lnTo>
                    <a:pt x="p0x2" y="p0y2"/>
                  </a:lnTo>
                  <a:lnTo>
                    <a:pt x="p0x3" y="p0y3"/>
                  </a:lnTo>
                  <a:lnTo>
                    <a:pt x="p0x4" y="p0y4"/>
                  </a:lnTo>
                  <a:close/>
                </a:path>
              </a:pathLst>
            </a:custGeom>
            <a:solidFill>
              <a:srgbClr val="F8FAF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任意多边形 2"/>
            <p:cNvSpPr/>
            <p:nvPr>
              <p:custDataLst>
                <p:tags r:id="rId51"/>
              </p:custDataLst>
            </p:nvPr>
          </p:nvSpPr>
          <p:spPr>
            <a:xfrm>
              <a:off x="0" y="870"/>
              <a:ext cx="19200" cy="30"/>
            </a:xfrm>
            <a:custGeom>
              <a:avLst/>
              <a:gdLst>
                <a:gd name="sw" fmla="*/ 1 w 19200"/>
                <a:gd name="sh" fmla="*/ 1 h 30"/>
                <a:gd name="mins" fmla="min sw sh"/>
                <a:gd name="dsw" fmla="+- 0 sw mins"/>
                <a:gd name="dsh" fmla="+- 0 sh mins"/>
                <a:gd name="p0x0" fmla="*/ 19200 w 19200"/>
                <a:gd name="p0y0" fmla="*/ 30 h 30"/>
                <a:gd name="p0x1" fmla="*/ 0 w 19200"/>
                <a:gd name="p0y1" fmla="*/ 30 h 30"/>
                <a:gd name="p0x2" fmla="*/ 0 w 19200"/>
                <a:gd name="p0y2" fmla="*/ 0 h 30"/>
                <a:gd name="p0x3" fmla="*/ 19200 w 19200"/>
                <a:gd name="p0y3" fmla="*/ 0 h 30"/>
                <a:gd name="p0x4" fmla="*/ 19200 w 19200"/>
                <a:gd name="p0y4" fmla="*/ 30 h 3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 name="文本框 4"/>
          <p:cNvSpPr txBox="1"/>
          <p:nvPr>
            <p:custDataLst>
              <p:tags r:id="rId52"/>
            </p:custDataLst>
          </p:nvPr>
        </p:nvSpPr>
        <p:spPr>
          <a:xfrm>
            <a:off x="571500" y="206692"/>
            <a:ext cx="11049000" cy="325755"/>
          </a:xfrm>
          <a:prstGeom prst="rect">
            <a:avLst/>
          </a:prstGeom>
          <a:noFill/>
        </p:spPr>
        <p:txBody>
          <a:bodyPr wrap="square" lIns="0" tIns="0" rIns="0" bIns="0" rtlCol="0" anchor="t">
            <a:noAutofit/>
          </a:bodyPr>
          <a:p>
            <a:pPr algn="l">
              <a:lnSpc>
                <a:spcPct val="125000"/>
              </a:lnSpc>
            </a:pPr>
            <a:r>
              <a:rPr sz="1950" b="1">
                <a:solidFill>
                  <a:srgbClr val="1E293B"/>
                </a:solidFill>
                <a:latin typeface="黑体" panose="02010609060101010101" charset="-122"/>
                <a:ea typeface="黑体" panose="02010609060101010101" charset="-122"/>
              </a:rPr>
              <a:t>数据库设计</a:t>
            </a:r>
            <a:endParaRPr sz="1950" b="1">
              <a:solidFill>
                <a:srgbClr val="1E293B"/>
              </a:solidFill>
              <a:latin typeface="黑体" panose="02010609060101010101" charset="-122"/>
              <a:ea typeface="黑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4" name="矩形 3"/>
          <p:cNvSpPr/>
          <p:nvPr>
            <p:custDataLst>
              <p:tags r:id="rId1"/>
            </p:custDataLst>
          </p:nvPr>
        </p:nvSpPr>
        <p:spPr>
          <a:xfrm>
            <a:off x="609600" y="914400"/>
            <a:ext cx="10972800" cy="9525"/>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矩形 34"/>
          <p:cNvSpPr/>
          <p:nvPr>
            <p:custDataLst>
              <p:tags r:id="rId2"/>
            </p:custDataLst>
          </p:nvPr>
        </p:nvSpPr>
        <p:spPr>
          <a:xfrm>
            <a:off x="4445" y="5290820"/>
            <a:ext cx="12182475" cy="2076450"/>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custDataLst>
              <p:tags r:id="rId3"/>
            </p:custDataLst>
          </p:nvPr>
        </p:nvSpPr>
        <p:spPr>
          <a:xfrm>
            <a:off x="609600" y="361950"/>
            <a:ext cx="47625" cy="3048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4"/>
            </p:custDataLst>
          </p:nvPr>
        </p:nvSpPr>
        <p:spPr>
          <a:xfrm>
            <a:off x="790575" y="316230"/>
            <a:ext cx="2895600" cy="396240"/>
          </a:xfrm>
          <a:prstGeom prst="rect">
            <a:avLst/>
          </a:prstGeom>
          <a:noFill/>
        </p:spPr>
        <p:txBody>
          <a:bodyPr wrap="square" lIns="0" tIns="0" rIns="0" bIns="0" rtlCol="0" anchor="t">
            <a:noAutofit/>
          </a:bodyPr>
          <a:p>
            <a:pPr algn="l">
              <a:lnSpc>
                <a:spcPct val="125000"/>
              </a:lnSpc>
            </a:pPr>
            <a:r>
              <a:rPr lang="zh-CN" altLang="en-US" sz="2400" b="1">
                <a:solidFill>
                  <a:srgbClr val="1E293B"/>
                </a:solidFill>
                <a:latin typeface="黑体" panose="02010609060101010101" charset="-122"/>
                <a:ea typeface="黑体" panose="02010609060101010101" charset="-122"/>
                <a:cs typeface="黑体" panose="02010609060101010101" charset="-122"/>
              </a:rPr>
              <a:t>核心功能实现</a:t>
            </a:r>
            <a:r>
              <a:rPr lang="en-US" altLang="zh-CN" sz="2400" b="1">
                <a:solidFill>
                  <a:srgbClr val="1E293B"/>
                </a:solidFill>
                <a:latin typeface="黑体" panose="02010609060101010101" charset="-122"/>
                <a:ea typeface="黑体" panose="02010609060101010101" charset="-122"/>
                <a:cs typeface="黑体" panose="02010609060101010101" charset="-122"/>
              </a:rPr>
              <a:t>-</a:t>
            </a:r>
            <a:r>
              <a:rPr lang="zh-CN" altLang="en-US" sz="2400" b="1">
                <a:solidFill>
                  <a:srgbClr val="1E293B"/>
                </a:solidFill>
                <a:latin typeface="黑体" panose="02010609060101010101" charset="-122"/>
                <a:ea typeface="黑体" panose="02010609060101010101" charset="-122"/>
                <a:cs typeface="黑体" panose="02010609060101010101" charset="-122"/>
              </a:rPr>
              <a:t>后端</a:t>
            </a:r>
            <a:endParaRPr lang="zh-CN" altLang="en-US" sz="2400" b="1">
              <a:solidFill>
                <a:srgbClr val="1E293B"/>
              </a:solidFill>
              <a:latin typeface="黑体" panose="02010609060101010101" charset="-122"/>
              <a:ea typeface="黑体" panose="02010609060101010101" charset="-122"/>
              <a:cs typeface="黑体" panose="02010609060101010101" charset="-122"/>
            </a:endParaRPr>
          </a:p>
        </p:txBody>
      </p:sp>
      <p:grpSp>
        <p:nvGrpSpPr>
          <p:cNvPr id="39" name="组合 38"/>
          <p:cNvGrpSpPr/>
          <p:nvPr/>
        </p:nvGrpSpPr>
        <p:grpSpPr>
          <a:xfrm>
            <a:off x="609600" y="1114425"/>
            <a:ext cx="10972800" cy="1238250"/>
            <a:chOff x="960" y="1755"/>
            <a:chExt cx="17280" cy="1950"/>
          </a:xfrm>
        </p:grpSpPr>
        <p:sp>
          <p:nvSpPr>
            <p:cNvPr id="5" name="任意多边形 4"/>
            <p:cNvSpPr/>
            <p:nvPr>
              <p:custDataLst>
                <p:tags r:id="rId5"/>
              </p:custDataLst>
            </p:nvPr>
          </p:nvSpPr>
          <p:spPr>
            <a:xfrm>
              <a:off x="960" y="1755"/>
              <a:ext cx="17280" cy="1950"/>
            </a:xfrm>
            <a:custGeom>
              <a:avLst/>
              <a:gdLst>
                <a:gd name="sw" fmla="*/ 1 w 17280"/>
                <a:gd name="sh" fmla="*/ 1 h 1950"/>
                <a:gd name="mins" fmla="min sw sh"/>
                <a:gd name="dsw" fmla="+- 0 sw mins"/>
                <a:gd name="dsh" fmla="+- 0 sh mins"/>
                <a:gd name="p0x0" fmla="*/ 0 w 17280"/>
                <a:gd name="p0y0" fmla="*/ 0 h 1950"/>
                <a:gd name="p0x1" fmla="*/ 17280 w 17280"/>
                <a:gd name="p0y1" fmla="*/ 0 h 1950"/>
                <a:gd name="p0x2" fmla="*/ 17280 w 17280"/>
                <a:gd name="p0y2" fmla="*/ 1950 h 1950"/>
                <a:gd name="p0x3" fmla="*/ 0 w 17280"/>
                <a:gd name="p0y3" fmla="*/ 1950 h 1950"/>
                <a:gd name="p0x4" fmla="*/ 0 w 17280"/>
                <a:gd name="p0y4" fmla="*/ 0 h 1950"/>
              </a:gdLst>
              <a:ahLst/>
              <a:cxnLst/>
              <a:pathLst>
                <a:path>
                  <a:moveTo>
                    <a:pt x="p0x0" y="p0y0"/>
                  </a:moveTo>
                  <a:lnTo>
                    <a:pt x="p0x1" y="p0y1"/>
                  </a:lnTo>
                  <a:lnTo>
                    <a:pt x="p0x2" y="p0y2"/>
                  </a:lnTo>
                  <a:lnTo>
                    <a:pt x="p0x3" y="p0y3"/>
                  </a:lnTo>
                  <a:lnTo>
                    <a:pt x="p0x4" y="p0y4"/>
                  </a:ln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6"/>
              </p:custDataLst>
            </p:nvPr>
          </p:nvSpPr>
          <p:spPr>
            <a:xfrm>
              <a:off x="960" y="1755"/>
              <a:ext cx="17280" cy="15"/>
            </a:xfrm>
            <a:custGeom>
              <a:avLst/>
              <a:gdLst>
                <a:gd name="sw" fmla="*/ 1 w 17280"/>
                <a:gd name="sh" fmla="*/ 1 h 15"/>
                <a:gd name="mins" fmla="min sw sh"/>
                <a:gd name="dsw" fmla="+- 0 sw mins"/>
                <a:gd name="dsh" fmla="+- 0 sh mins"/>
                <a:gd name="p0x0" fmla="*/ 0 w 17280"/>
                <a:gd name="p0y0" fmla="*/ 0 h 15"/>
                <a:gd name="p0x1" fmla="*/ 17280 w 17280"/>
                <a:gd name="p0y1" fmla="*/ 0 h 15"/>
                <a:gd name="p0x2" fmla="*/ 17265 w 17280"/>
                <a:gd name="p0y2" fmla="*/ 15 h 15"/>
                <a:gd name="p0x3" fmla="*/ 60 w 17280"/>
                <a:gd name="p0y3" fmla="*/ 15 h 15"/>
                <a:gd name="p0x4" fmla="*/ 0 w 17280"/>
                <a:gd name="p0y4" fmla="*/ 0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7"/>
              </p:custDataLst>
            </p:nvPr>
          </p:nvSpPr>
          <p:spPr>
            <a:xfrm>
              <a:off x="18225" y="1755"/>
              <a:ext cx="15" cy="1950"/>
            </a:xfrm>
            <a:custGeom>
              <a:avLst/>
              <a:gdLst>
                <a:gd name="sw" fmla="*/ 1 w 15"/>
                <a:gd name="sh" fmla="*/ 1 h 1950"/>
                <a:gd name="mins" fmla="min sw sh"/>
                <a:gd name="dsw" fmla="+- 0 sw mins"/>
                <a:gd name="dsh" fmla="+- 0 sh mins"/>
                <a:gd name="p0x0" fmla="*/ 15 w 15"/>
                <a:gd name="p0y0" fmla="*/ 0 h 1950"/>
                <a:gd name="p0x1" fmla="*/ 15 w 15"/>
                <a:gd name="p0y1" fmla="*/ 1950 h 1950"/>
                <a:gd name="p0x2" fmla="*/ 0 w 15"/>
                <a:gd name="p0y2" fmla="*/ 1935 h 1950"/>
                <a:gd name="p0x3" fmla="*/ 0 w 15"/>
                <a:gd name="p0y3" fmla="*/ 15 h 1950"/>
                <a:gd name="p0x4" fmla="*/ 15 w 15"/>
                <a:gd name="p0y4" fmla="*/ 0 h 1950"/>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8"/>
              </p:custDataLst>
            </p:nvPr>
          </p:nvSpPr>
          <p:spPr>
            <a:xfrm>
              <a:off x="960" y="3690"/>
              <a:ext cx="17280" cy="15"/>
            </a:xfrm>
            <a:custGeom>
              <a:avLst/>
              <a:gdLst>
                <a:gd name="sw" fmla="*/ 1 w 17280"/>
                <a:gd name="sh" fmla="*/ 1 h 15"/>
                <a:gd name="mins" fmla="min sw sh"/>
                <a:gd name="dsw" fmla="+- 0 sw mins"/>
                <a:gd name="dsh" fmla="+- 0 sh mins"/>
                <a:gd name="p0x0" fmla="*/ 17280 w 17280"/>
                <a:gd name="p0y0" fmla="*/ 15 h 15"/>
                <a:gd name="p0x1" fmla="*/ 0 w 17280"/>
                <a:gd name="p0y1" fmla="*/ 15 h 15"/>
                <a:gd name="p0x2" fmla="*/ 60 w 17280"/>
                <a:gd name="p0y2" fmla="*/ 0 h 15"/>
                <a:gd name="p0x3" fmla="*/ 17265 w 17280"/>
                <a:gd name="p0y3" fmla="*/ 0 h 15"/>
                <a:gd name="p0x4" fmla="*/ 17280 w 17280"/>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任意多边形 8"/>
            <p:cNvSpPr/>
            <p:nvPr>
              <p:custDataLst>
                <p:tags r:id="rId9"/>
              </p:custDataLst>
            </p:nvPr>
          </p:nvSpPr>
          <p:spPr>
            <a:xfrm>
              <a:off x="960" y="1755"/>
              <a:ext cx="60" cy="1950"/>
            </a:xfrm>
            <a:custGeom>
              <a:avLst/>
              <a:gdLst>
                <a:gd name="sw" fmla="*/ 1 w 60"/>
                <a:gd name="sh" fmla="*/ 1 h 1950"/>
                <a:gd name="mins" fmla="min sw sh"/>
                <a:gd name="dsw" fmla="+- 0 sw mins"/>
                <a:gd name="dsh" fmla="+- 0 sh mins"/>
                <a:gd name="p0x0" fmla="*/ 0 w 60"/>
                <a:gd name="p0y0" fmla="*/ 1950 h 1950"/>
                <a:gd name="p0x1" fmla="*/ 0 w 60"/>
                <a:gd name="p0y1" fmla="*/ 0 h 1950"/>
                <a:gd name="p0x2" fmla="*/ 60 w 60"/>
                <a:gd name="p0y2" fmla="*/ 15 h 1950"/>
                <a:gd name="p0x3" fmla="*/ 60 w 60"/>
                <a:gd name="p0y3" fmla="*/ 1935 h 1950"/>
                <a:gd name="p0x4" fmla="*/ 0 w 60"/>
                <a:gd name="p0y4" fmla="*/ 1950 h 195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1" name="任意多边形 10"/>
          <p:cNvSpPr/>
          <p:nvPr>
            <p:custDataLst>
              <p:tags r:id="rId10"/>
            </p:custDataLst>
          </p:nvPr>
        </p:nvSpPr>
        <p:spPr>
          <a:xfrm>
            <a:off x="914400" y="1285875"/>
            <a:ext cx="266700" cy="266700"/>
          </a:xfrm>
          <a:custGeom>
            <a:avLst/>
            <a:gdLst>
              <a:gd name="sw" fmla="*/ 1 w 420"/>
              <a:gd name="sh" fmla="*/ 1 h 420"/>
              <a:gd name="mins" fmla="min sw sh"/>
              <a:gd name="dsw" fmla="+- 0 sw mins"/>
              <a:gd name="dsh" fmla="+- 0 sh mins"/>
              <a:gd name="p0x0" fmla="*/ 210 w 420"/>
              <a:gd name="p0y0" fmla="*/ 0 h 420"/>
              <a:gd name="p0x1" fmla="*/ 325 w 420"/>
              <a:gd name="p0y1" fmla="*/ 0 h 420"/>
              <a:gd name="p0x2" fmla="*/ 420 w 420"/>
              <a:gd name="p0y2" fmla="*/ 94 h 420"/>
              <a:gd name="p0x3" fmla="*/ 420 w 420"/>
              <a:gd name="p0y3" fmla="*/ 210 h 420"/>
              <a:gd name="p0x4" fmla="*/ 420 w 420"/>
              <a:gd name="p0y4" fmla="*/ 325 h 420"/>
              <a:gd name="p0x5" fmla="*/ 325 w 420"/>
              <a:gd name="p0y5" fmla="*/ 420 h 420"/>
              <a:gd name="p0x6" fmla="*/ 210 w 420"/>
              <a:gd name="p0y6" fmla="*/ 420 h 420"/>
              <a:gd name="p0x7" fmla="*/ 94 w 420"/>
              <a:gd name="p0y7" fmla="*/ 420 h 420"/>
              <a:gd name="p0x8" fmla="*/ 0 w 420"/>
              <a:gd name="p0y8" fmla="*/ 325 h 420"/>
              <a:gd name="p0x9" fmla="*/ 0 w 420"/>
              <a:gd name="p0y9" fmla="*/ 210 h 420"/>
              <a:gd name="p0x10" fmla="*/ 0 w 420"/>
              <a:gd name="p0y10" fmla="*/ 94 h 420"/>
              <a:gd name="p0x11" fmla="*/ 94 w 420"/>
              <a:gd name="p0y11" fmla="*/ 0 h 420"/>
              <a:gd name="p0x12" fmla="*/ 210 w 420"/>
              <a:gd name="p0y12" fmla="*/ 0 h 42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custDataLst>
              <p:tags r:id="rId11"/>
            </p:custDataLst>
          </p:nvPr>
        </p:nvSpPr>
        <p:spPr>
          <a:xfrm>
            <a:off x="1012031" y="1321118"/>
            <a:ext cx="214313" cy="187642"/>
          </a:xfrm>
          <a:prstGeom prst="rect">
            <a:avLst/>
          </a:prstGeom>
          <a:noFill/>
        </p:spPr>
        <p:txBody>
          <a:bodyPr wrap="square" lIns="0" tIns="0" rIns="0" bIns="0" rtlCol="0" anchor="ctr">
            <a:noAutofit/>
          </a:bodyPr>
          <a:p>
            <a:pPr algn="l">
              <a:lnSpc>
                <a:spcPct val="125000"/>
              </a:lnSpc>
            </a:pPr>
            <a:r>
              <a:rPr sz="1125" b="1">
                <a:solidFill>
                  <a:srgbClr val="FFFFFF"/>
                </a:solidFill>
                <a:latin typeface="黑体" panose="02010609060101010101" charset="-122"/>
                <a:ea typeface="黑体" panose="02010609060101010101" charset="-122"/>
              </a:rPr>
              <a:t>1</a:t>
            </a:r>
            <a:endParaRPr sz="1125" b="1">
              <a:solidFill>
                <a:srgbClr val="FFFFFF"/>
              </a:solidFill>
              <a:latin typeface="黑体" panose="02010609060101010101" charset="-122"/>
              <a:ea typeface="黑体" panose="02010609060101010101" charset="-122"/>
            </a:endParaRPr>
          </a:p>
        </p:txBody>
      </p:sp>
      <p:sp>
        <p:nvSpPr>
          <p:cNvPr id="13" name="文本框 12"/>
          <p:cNvSpPr txBox="1"/>
          <p:nvPr>
            <p:custDataLst>
              <p:tags r:id="rId12"/>
            </p:custDataLst>
          </p:nvPr>
        </p:nvSpPr>
        <p:spPr>
          <a:xfrm>
            <a:off x="1314450" y="1293495"/>
            <a:ext cx="1333500" cy="247650"/>
          </a:xfrm>
          <a:prstGeom prst="rect">
            <a:avLst/>
          </a:prstGeom>
          <a:noFill/>
        </p:spPr>
        <p:txBody>
          <a:bodyPr wrap="square" lIns="0" tIns="0" rIns="0" bIns="0" rtlCol="0" anchor="t">
            <a:noAutofit/>
          </a:bodyPr>
          <a:p>
            <a:pPr algn="l">
              <a:lnSpc>
                <a:spcPct val="125000"/>
              </a:lnSpc>
            </a:pPr>
            <a:r>
              <a:rPr sz="1500" b="1">
                <a:solidFill>
                  <a:srgbClr val="2D5B99"/>
                </a:solidFill>
                <a:latin typeface="黑体" panose="02010609060101010101" charset="-122"/>
                <a:ea typeface="黑体" panose="02010609060101010101" charset="-122"/>
              </a:rPr>
              <a:t>安全认证拦截</a:t>
            </a:r>
            <a:endParaRPr sz="1500" b="1">
              <a:solidFill>
                <a:srgbClr val="2D5B99"/>
              </a:solidFill>
              <a:latin typeface="黑体" panose="02010609060101010101" charset="-122"/>
              <a:ea typeface="黑体" panose="02010609060101010101" charset="-122"/>
            </a:endParaRPr>
          </a:p>
        </p:txBody>
      </p:sp>
      <p:sp>
        <p:nvSpPr>
          <p:cNvPr id="14" name="文本框 13"/>
          <p:cNvSpPr txBox="1"/>
          <p:nvPr>
            <p:custDataLst>
              <p:tags r:id="rId13"/>
            </p:custDataLst>
          </p:nvPr>
        </p:nvSpPr>
        <p:spPr>
          <a:xfrm>
            <a:off x="1314450" y="1694498"/>
            <a:ext cx="9991725" cy="253365"/>
          </a:xfrm>
          <a:prstGeom prst="rect">
            <a:avLst/>
          </a:prstGeom>
          <a:noFill/>
        </p:spPr>
        <p:txBody>
          <a:bodyPr wrap="square" lIns="0" tIns="0" rIns="0" bIns="0" rtlCol="0" anchor="t">
            <a:noAutofit/>
          </a:bodyPr>
          <a:p>
            <a:pPr algn="l">
              <a:lnSpc>
                <a:spcPct val="142000"/>
              </a:lnSpc>
            </a:pPr>
            <a:r>
              <a:rPr sz="1350">
                <a:solidFill>
                  <a:srgbClr val="1E293B"/>
                </a:solidFill>
                <a:latin typeface="黑体" panose="02010609060101010101" charset="-122"/>
                <a:ea typeface="黑体" panose="02010609060101010101" charset="-122"/>
              </a:rPr>
              <a:t>基于</a:t>
            </a:r>
            <a:r>
              <a:rPr sz="1350" b="1">
                <a:solidFill>
                  <a:srgbClr val="2D5B99"/>
                </a:solidFill>
                <a:latin typeface="黑体" panose="02010609060101010101" charset="-122"/>
                <a:ea typeface="黑体" panose="02010609060101010101" charset="-122"/>
              </a:rPr>
              <a:t>Sa-Token</a:t>
            </a:r>
            <a:r>
              <a:rPr sz="1350">
                <a:solidFill>
                  <a:srgbClr val="1E293B"/>
                </a:solidFill>
                <a:latin typeface="黑体" panose="02010609060101010101" charset="-122"/>
                <a:ea typeface="黑体" panose="02010609060101010101" charset="-122"/>
              </a:rPr>
              <a:t>全局拦截器实现接口登录校验，公开接口白名单放行，接口级权限注解校验</a:t>
            </a:r>
            <a:endParaRPr sz="1350">
              <a:solidFill>
                <a:srgbClr val="1E293B"/>
              </a:solidFill>
              <a:latin typeface="黑体" panose="02010609060101010101" charset="-122"/>
              <a:ea typeface="黑体" panose="02010609060101010101" charset="-122"/>
            </a:endParaRPr>
          </a:p>
        </p:txBody>
      </p:sp>
      <p:grpSp>
        <p:nvGrpSpPr>
          <p:cNvPr id="40" name="组合 39"/>
          <p:cNvGrpSpPr/>
          <p:nvPr/>
        </p:nvGrpSpPr>
        <p:grpSpPr>
          <a:xfrm>
            <a:off x="609600" y="2486025"/>
            <a:ext cx="10972800" cy="1238250"/>
            <a:chOff x="960" y="3915"/>
            <a:chExt cx="17280" cy="1950"/>
          </a:xfrm>
        </p:grpSpPr>
        <p:sp>
          <p:nvSpPr>
            <p:cNvPr id="15" name="任意多边形 14"/>
            <p:cNvSpPr/>
            <p:nvPr>
              <p:custDataLst>
                <p:tags r:id="rId14"/>
              </p:custDataLst>
            </p:nvPr>
          </p:nvSpPr>
          <p:spPr>
            <a:xfrm>
              <a:off x="960" y="3915"/>
              <a:ext cx="17280" cy="1950"/>
            </a:xfrm>
            <a:custGeom>
              <a:avLst/>
              <a:gdLst>
                <a:gd name="sw" fmla="*/ 1 w 17280"/>
                <a:gd name="sh" fmla="*/ 1 h 1950"/>
                <a:gd name="mins" fmla="min sw sh"/>
                <a:gd name="dsw" fmla="+- 0 sw mins"/>
                <a:gd name="dsh" fmla="+- 0 sh mins"/>
                <a:gd name="p0x0" fmla="*/ 0 w 17280"/>
                <a:gd name="p0y0" fmla="*/ 0 h 1950"/>
                <a:gd name="p0x1" fmla="*/ 17280 w 17280"/>
                <a:gd name="p0y1" fmla="*/ 0 h 1950"/>
                <a:gd name="p0x2" fmla="*/ 17280 w 17280"/>
                <a:gd name="p0y2" fmla="*/ 1950 h 1950"/>
                <a:gd name="p0x3" fmla="*/ 0 w 17280"/>
                <a:gd name="p0y3" fmla="*/ 1950 h 1950"/>
                <a:gd name="p0x4" fmla="*/ 0 w 17280"/>
                <a:gd name="p0y4" fmla="*/ 0 h 1950"/>
              </a:gdLst>
              <a:ahLst/>
              <a:cxnLst/>
              <a:pathLst>
                <a:path>
                  <a:moveTo>
                    <a:pt x="p0x0" y="p0y0"/>
                  </a:moveTo>
                  <a:lnTo>
                    <a:pt x="p0x1" y="p0y1"/>
                  </a:lnTo>
                  <a:lnTo>
                    <a:pt x="p0x2" y="p0y2"/>
                  </a:lnTo>
                  <a:lnTo>
                    <a:pt x="p0x3" y="p0y3"/>
                  </a:lnTo>
                  <a:lnTo>
                    <a:pt x="p0x4" y="p0y4"/>
                  </a:ln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任意多边形 15"/>
            <p:cNvSpPr/>
            <p:nvPr>
              <p:custDataLst>
                <p:tags r:id="rId15"/>
              </p:custDataLst>
            </p:nvPr>
          </p:nvSpPr>
          <p:spPr>
            <a:xfrm>
              <a:off x="960" y="3915"/>
              <a:ext cx="17280" cy="15"/>
            </a:xfrm>
            <a:custGeom>
              <a:avLst/>
              <a:gdLst>
                <a:gd name="sw" fmla="*/ 1 w 17280"/>
                <a:gd name="sh" fmla="*/ 1 h 15"/>
                <a:gd name="mins" fmla="min sw sh"/>
                <a:gd name="dsw" fmla="+- 0 sw mins"/>
                <a:gd name="dsh" fmla="+- 0 sh mins"/>
                <a:gd name="p0x0" fmla="*/ 0 w 17280"/>
                <a:gd name="p0y0" fmla="*/ 0 h 15"/>
                <a:gd name="p0x1" fmla="*/ 17280 w 17280"/>
                <a:gd name="p0y1" fmla="*/ 0 h 15"/>
                <a:gd name="p0x2" fmla="*/ 17265 w 17280"/>
                <a:gd name="p0y2" fmla="*/ 15 h 15"/>
                <a:gd name="p0x3" fmla="*/ 60 w 17280"/>
                <a:gd name="p0y3" fmla="*/ 15 h 15"/>
                <a:gd name="p0x4" fmla="*/ 0 w 17280"/>
                <a:gd name="p0y4" fmla="*/ 0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16"/>
              </p:custDataLst>
            </p:nvPr>
          </p:nvSpPr>
          <p:spPr>
            <a:xfrm>
              <a:off x="18225" y="3915"/>
              <a:ext cx="15" cy="1950"/>
            </a:xfrm>
            <a:custGeom>
              <a:avLst/>
              <a:gdLst>
                <a:gd name="sw" fmla="*/ 1 w 15"/>
                <a:gd name="sh" fmla="*/ 1 h 1950"/>
                <a:gd name="mins" fmla="min sw sh"/>
                <a:gd name="dsw" fmla="+- 0 sw mins"/>
                <a:gd name="dsh" fmla="+- 0 sh mins"/>
                <a:gd name="p0x0" fmla="*/ 15 w 15"/>
                <a:gd name="p0y0" fmla="*/ 0 h 1950"/>
                <a:gd name="p0x1" fmla="*/ 15 w 15"/>
                <a:gd name="p0y1" fmla="*/ 1950 h 1950"/>
                <a:gd name="p0x2" fmla="*/ 0 w 15"/>
                <a:gd name="p0y2" fmla="*/ 1935 h 1950"/>
                <a:gd name="p0x3" fmla="*/ 0 w 15"/>
                <a:gd name="p0y3" fmla="*/ 15 h 1950"/>
                <a:gd name="p0x4" fmla="*/ 15 w 15"/>
                <a:gd name="p0y4" fmla="*/ 0 h 1950"/>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17"/>
              </p:custDataLst>
            </p:nvPr>
          </p:nvSpPr>
          <p:spPr>
            <a:xfrm>
              <a:off x="960" y="5850"/>
              <a:ext cx="17280" cy="15"/>
            </a:xfrm>
            <a:custGeom>
              <a:avLst/>
              <a:gdLst>
                <a:gd name="sw" fmla="*/ 1 w 17280"/>
                <a:gd name="sh" fmla="*/ 1 h 15"/>
                <a:gd name="mins" fmla="min sw sh"/>
                <a:gd name="dsw" fmla="+- 0 sw mins"/>
                <a:gd name="dsh" fmla="+- 0 sh mins"/>
                <a:gd name="p0x0" fmla="*/ 17280 w 17280"/>
                <a:gd name="p0y0" fmla="*/ 15 h 15"/>
                <a:gd name="p0x1" fmla="*/ 0 w 17280"/>
                <a:gd name="p0y1" fmla="*/ 15 h 15"/>
                <a:gd name="p0x2" fmla="*/ 60 w 17280"/>
                <a:gd name="p0y2" fmla="*/ 0 h 15"/>
                <a:gd name="p0x3" fmla="*/ 17265 w 17280"/>
                <a:gd name="p0y3" fmla="*/ 0 h 15"/>
                <a:gd name="p0x4" fmla="*/ 17280 w 17280"/>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任意多边形 18"/>
            <p:cNvSpPr/>
            <p:nvPr>
              <p:custDataLst>
                <p:tags r:id="rId18"/>
              </p:custDataLst>
            </p:nvPr>
          </p:nvSpPr>
          <p:spPr>
            <a:xfrm>
              <a:off x="960" y="3915"/>
              <a:ext cx="60" cy="1950"/>
            </a:xfrm>
            <a:custGeom>
              <a:avLst/>
              <a:gdLst>
                <a:gd name="sw" fmla="*/ 1 w 60"/>
                <a:gd name="sh" fmla="*/ 1 h 1950"/>
                <a:gd name="mins" fmla="min sw sh"/>
                <a:gd name="dsw" fmla="+- 0 sw mins"/>
                <a:gd name="dsh" fmla="+- 0 sh mins"/>
                <a:gd name="p0x0" fmla="*/ 0 w 60"/>
                <a:gd name="p0y0" fmla="*/ 1950 h 1950"/>
                <a:gd name="p0x1" fmla="*/ 0 w 60"/>
                <a:gd name="p0y1" fmla="*/ 0 h 1950"/>
                <a:gd name="p0x2" fmla="*/ 60 w 60"/>
                <a:gd name="p0y2" fmla="*/ 15 h 1950"/>
                <a:gd name="p0x3" fmla="*/ 60 w 60"/>
                <a:gd name="p0y3" fmla="*/ 1935 h 1950"/>
                <a:gd name="p0x4" fmla="*/ 0 w 60"/>
                <a:gd name="p0y4" fmla="*/ 1950 h 195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1" name="任意多边形 20"/>
          <p:cNvSpPr/>
          <p:nvPr>
            <p:custDataLst>
              <p:tags r:id="rId19"/>
            </p:custDataLst>
          </p:nvPr>
        </p:nvSpPr>
        <p:spPr>
          <a:xfrm>
            <a:off x="914400" y="2657475"/>
            <a:ext cx="266700" cy="266700"/>
          </a:xfrm>
          <a:custGeom>
            <a:avLst/>
            <a:gdLst>
              <a:gd name="sw" fmla="*/ 1 w 420"/>
              <a:gd name="sh" fmla="*/ 1 h 420"/>
              <a:gd name="mins" fmla="min sw sh"/>
              <a:gd name="dsw" fmla="+- 0 sw mins"/>
              <a:gd name="dsh" fmla="+- 0 sh mins"/>
              <a:gd name="p0x0" fmla="*/ 210 w 420"/>
              <a:gd name="p0y0" fmla="*/ 0 h 420"/>
              <a:gd name="p0x1" fmla="*/ 325 w 420"/>
              <a:gd name="p0y1" fmla="*/ 0 h 420"/>
              <a:gd name="p0x2" fmla="*/ 420 w 420"/>
              <a:gd name="p0y2" fmla="*/ 94 h 420"/>
              <a:gd name="p0x3" fmla="*/ 420 w 420"/>
              <a:gd name="p0y3" fmla="*/ 210 h 420"/>
              <a:gd name="p0x4" fmla="*/ 420 w 420"/>
              <a:gd name="p0y4" fmla="*/ 325 h 420"/>
              <a:gd name="p0x5" fmla="*/ 325 w 420"/>
              <a:gd name="p0y5" fmla="*/ 420 h 420"/>
              <a:gd name="p0x6" fmla="*/ 210 w 420"/>
              <a:gd name="p0y6" fmla="*/ 420 h 420"/>
              <a:gd name="p0x7" fmla="*/ 94 w 420"/>
              <a:gd name="p0y7" fmla="*/ 420 h 420"/>
              <a:gd name="p0x8" fmla="*/ 0 w 420"/>
              <a:gd name="p0y8" fmla="*/ 325 h 420"/>
              <a:gd name="p0x9" fmla="*/ 0 w 420"/>
              <a:gd name="p0y9" fmla="*/ 210 h 420"/>
              <a:gd name="p0x10" fmla="*/ 0 w 420"/>
              <a:gd name="p0y10" fmla="*/ 94 h 420"/>
              <a:gd name="p0x11" fmla="*/ 94 w 420"/>
              <a:gd name="p0y11" fmla="*/ 0 h 420"/>
              <a:gd name="p0x12" fmla="*/ 210 w 420"/>
              <a:gd name="p0y12" fmla="*/ 0 h 42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custDataLst>
              <p:tags r:id="rId20"/>
            </p:custDataLst>
          </p:nvPr>
        </p:nvSpPr>
        <p:spPr>
          <a:xfrm>
            <a:off x="1012031" y="2692717"/>
            <a:ext cx="214313" cy="187642"/>
          </a:xfrm>
          <a:prstGeom prst="rect">
            <a:avLst/>
          </a:prstGeom>
          <a:noFill/>
        </p:spPr>
        <p:txBody>
          <a:bodyPr wrap="square" lIns="0" tIns="0" rIns="0" bIns="0" rtlCol="0" anchor="ctr">
            <a:noAutofit/>
          </a:bodyPr>
          <a:p>
            <a:pPr algn="l">
              <a:lnSpc>
                <a:spcPct val="125000"/>
              </a:lnSpc>
            </a:pPr>
            <a:r>
              <a:rPr sz="1125" b="1">
                <a:solidFill>
                  <a:srgbClr val="FFFFFF"/>
                </a:solidFill>
                <a:latin typeface="黑体" panose="02010609060101010101" charset="-122"/>
                <a:ea typeface="黑体" panose="02010609060101010101" charset="-122"/>
              </a:rPr>
              <a:t>2</a:t>
            </a:r>
            <a:endParaRPr sz="1125" b="1">
              <a:solidFill>
                <a:srgbClr val="FFFFFF"/>
              </a:solidFill>
              <a:latin typeface="黑体" panose="02010609060101010101" charset="-122"/>
              <a:ea typeface="黑体" panose="02010609060101010101" charset="-122"/>
            </a:endParaRPr>
          </a:p>
        </p:txBody>
      </p:sp>
      <p:sp>
        <p:nvSpPr>
          <p:cNvPr id="23" name="文本框 22"/>
          <p:cNvSpPr txBox="1"/>
          <p:nvPr>
            <p:custDataLst>
              <p:tags r:id="rId21"/>
            </p:custDataLst>
          </p:nvPr>
        </p:nvSpPr>
        <p:spPr>
          <a:xfrm>
            <a:off x="1314450" y="2665095"/>
            <a:ext cx="1524000" cy="247650"/>
          </a:xfrm>
          <a:prstGeom prst="rect">
            <a:avLst/>
          </a:prstGeom>
          <a:noFill/>
        </p:spPr>
        <p:txBody>
          <a:bodyPr wrap="square" lIns="0" tIns="0" rIns="0" bIns="0" rtlCol="0" anchor="t">
            <a:noAutofit/>
          </a:bodyPr>
          <a:p>
            <a:pPr algn="l">
              <a:lnSpc>
                <a:spcPct val="125000"/>
              </a:lnSpc>
            </a:pPr>
            <a:r>
              <a:rPr sz="1500" b="1">
                <a:solidFill>
                  <a:srgbClr val="2D5B99"/>
                </a:solidFill>
                <a:latin typeface="黑体" panose="02010609060101010101" charset="-122"/>
                <a:ea typeface="黑体" panose="02010609060101010101" charset="-122"/>
              </a:rPr>
              <a:t>任务事务一致性</a:t>
            </a:r>
            <a:endParaRPr sz="1500" b="1">
              <a:solidFill>
                <a:srgbClr val="2D5B99"/>
              </a:solidFill>
              <a:latin typeface="黑体" panose="02010609060101010101" charset="-122"/>
              <a:ea typeface="黑体" panose="02010609060101010101" charset="-122"/>
            </a:endParaRPr>
          </a:p>
        </p:txBody>
      </p:sp>
      <p:sp>
        <p:nvSpPr>
          <p:cNvPr id="24" name="文本框 23"/>
          <p:cNvSpPr txBox="1"/>
          <p:nvPr>
            <p:custDataLst>
              <p:tags r:id="rId22"/>
            </p:custDataLst>
          </p:nvPr>
        </p:nvSpPr>
        <p:spPr>
          <a:xfrm>
            <a:off x="1314450" y="3066098"/>
            <a:ext cx="9991725" cy="253365"/>
          </a:xfrm>
          <a:prstGeom prst="rect">
            <a:avLst/>
          </a:prstGeom>
          <a:noFill/>
        </p:spPr>
        <p:txBody>
          <a:bodyPr wrap="square" lIns="0" tIns="0" rIns="0" bIns="0" rtlCol="0" anchor="t">
            <a:noAutofit/>
          </a:bodyPr>
          <a:p>
            <a:pPr algn="l">
              <a:lnSpc>
                <a:spcPct val="142000"/>
              </a:lnSpc>
            </a:pPr>
            <a:r>
              <a:rPr sz="1350">
                <a:solidFill>
                  <a:srgbClr val="1E293B"/>
                </a:solidFill>
                <a:latin typeface="黑体" panose="02010609060101010101" charset="-122"/>
                <a:ea typeface="黑体" panose="02010609060101010101" charset="-122"/>
              </a:rPr>
              <a:t>任务创建相关操作加</a:t>
            </a:r>
            <a:r>
              <a:rPr sz="1350" b="1">
                <a:solidFill>
                  <a:srgbClr val="2D5B99"/>
                </a:solidFill>
                <a:latin typeface="黑体" panose="02010609060101010101" charset="-122"/>
                <a:ea typeface="黑体" panose="02010609060101010101" charset="-122"/>
              </a:rPr>
              <a:t>@Transactional</a:t>
            </a:r>
            <a:r>
              <a:rPr sz="1350">
                <a:solidFill>
                  <a:srgbClr val="1E293B"/>
                </a:solidFill>
                <a:latin typeface="黑体" panose="02010609060101010101" charset="-122"/>
                <a:ea typeface="黑体" panose="02010609060101010101" charset="-122"/>
              </a:rPr>
              <a:t>注解，保证主任务与待办记录数据一致性</a:t>
            </a:r>
            <a:endParaRPr sz="1350">
              <a:solidFill>
                <a:srgbClr val="1E293B"/>
              </a:solidFill>
              <a:latin typeface="黑体" panose="02010609060101010101" charset="-122"/>
              <a:ea typeface="黑体" panose="02010609060101010101" charset="-122"/>
            </a:endParaRPr>
          </a:p>
        </p:txBody>
      </p:sp>
      <p:grpSp>
        <p:nvGrpSpPr>
          <p:cNvPr id="41" name="组合 40"/>
          <p:cNvGrpSpPr/>
          <p:nvPr/>
        </p:nvGrpSpPr>
        <p:grpSpPr>
          <a:xfrm>
            <a:off x="609600" y="3857625"/>
            <a:ext cx="10972800" cy="1238250"/>
            <a:chOff x="960" y="6075"/>
            <a:chExt cx="17280" cy="1950"/>
          </a:xfrm>
        </p:grpSpPr>
        <p:sp>
          <p:nvSpPr>
            <p:cNvPr id="25" name="任意多边形 24"/>
            <p:cNvSpPr/>
            <p:nvPr>
              <p:custDataLst>
                <p:tags r:id="rId23"/>
              </p:custDataLst>
            </p:nvPr>
          </p:nvSpPr>
          <p:spPr>
            <a:xfrm>
              <a:off x="960" y="6075"/>
              <a:ext cx="17280" cy="1950"/>
            </a:xfrm>
            <a:custGeom>
              <a:avLst/>
              <a:gdLst>
                <a:gd name="sw" fmla="*/ 1 w 17280"/>
                <a:gd name="sh" fmla="*/ 1 h 1950"/>
                <a:gd name="mins" fmla="min sw sh"/>
                <a:gd name="dsw" fmla="+- 0 sw mins"/>
                <a:gd name="dsh" fmla="+- 0 sh mins"/>
                <a:gd name="p0x0" fmla="*/ 0 w 17280"/>
                <a:gd name="p0y0" fmla="*/ 0 h 1950"/>
                <a:gd name="p0x1" fmla="*/ 17280 w 17280"/>
                <a:gd name="p0y1" fmla="*/ 0 h 1950"/>
                <a:gd name="p0x2" fmla="*/ 17280 w 17280"/>
                <a:gd name="p0y2" fmla="*/ 1950 h 1950"/>
                <a:gd name="p0x3" fmla="*/ 0 w 17280"/>
                <a:gd name="p0y3" fmla="*/ 1950 h 1950"/>
                <a:gd name="p0x4" fmla="*/ 0 w 17280"/>
                <a:gd name="p0y4" fmla="*/ 0 h 1950"/>
              </a:gdLst>
              <a:ahLst/>
              <a:cxnLst/>
              <a:pathLst>
                <a:path>
                  <a:moveTo>
                    <a:pt x="p0x0" y="p0y0"/>
                  </a:moveTo>
                  <a:lnTo>
                    <a:pt x="p0x1" y="p0y1"/>
                  </a:lnTo>
                  <a:lnTo>
                    <a:pt x="p0x2" y="p0y2"/>
                  </a:lnTo>
                  <a:lnTo>
                    <a:pt x="p0x3" y="p0y3"/>
                  </a:lnTo>
                  <a:lnTo>
                    <a:pt x="p0x4" y="p0y4"/>
                  </a:ln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custDataLst>
                <p:tags r:id="rId24"/>
              </p:custDataLst>
            </p:nvPr>
          </p:nvSpPr>
          <p:spPr>
            <a:xfrm>
              <a:off x="960" y="6075"/>
              <a:ext cx="17280" cy="15"/>
            </a:xfrm>
            <a:custGeom>
              <a:avLst/>
              <a:gdLst>
                <a:gd name="sw" fmla="*/ 1 w 17280"/>
                <a:gd name="sh" fmla="*/ 1 h 15"/>
                <a:gd name="mins" fmla="min sw sh"/>
                <a:gd name="dsw" fmla="+- 0 sw mins"/>
                <a:gd name="dsh" fmla="+- 0 sh mins"/>
                <a:gd name="p0x0" fmla="*/ 0 w 17280"/>
                <a:gd name="p0y0" fmla="*/ 0 h 15"/>
                <a:gd name="p0x1" fmla="*/ 17280 w 17280"/>
                <a:gd name="p0y1" fmla="*/ 0 h 15"/>
                <a:gd name="p0x2" fmla="*/ 17265 w 17280"/>
                <a:gd name="p0y2" fmla="*/ 15 h 15"/>
                <a:gd name="p0x3" fmla="*/ 60 w 17280"/>
                <a:gd name="p0y3" fmla="*/ 15 h 15"/>
                <a:gd name="p0x4" fmla="*/ 0 w 17280"/>
                <a:gd name="p0y4" fmla="*/ 0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任意多边形 26"/>
            <p:cNvSpPr/>
            <p:nvPr>
              <p:custDataLst>
                <p:tags r:id="rId25"/>
              </p:custDataLst>
            </p:nvPr>
          </p:nvSpPr>
          <p:spPr>
            <a:xfrm>
              <a:off x="18225" y="6075"/>
              <a:ext cx="15" cy="1950"/>
            </a:xfrm>
            <a:custGeom>
              <a:avLst/>
              <a:gdLst>
                <a:gd name="sw" fmla="*/ 1 w 15"/>
                <a:gd name="sh" fmla="*/ 1 h 1950"/>
                <a:gd name="mins" fmla="min sw sh"/>
                <a:gd name="dsw" fmla="+- 0 sw mins"/>
                <a:gd name="dsh" fmla="+- 0 sh mins"/>
                <a:gd name="p0x0" fmla="*/ 15 w 15"/>
                <a:gd name="p0y0" fmla="*/ 0 h 1950"/>
                <a:gd name="p0x1" fmla="*/ 15 w 15"/>
                <a:gd name="p0y1" fmla="*/ 1950 h 1950"/>
                <a:gd name="p0x2" fmla="*/ 0 w 15"/>
                <a:gd name="p0y2" fmla="*/ 1935 h 1950"/>
                <a:gd name="p0x3" fmla="*/ 0 w 15"/>
                <a:gd name="p0y3" fmla="*/ 15 h 1950"/>
                <a:gd name="p0x4" fmla="*/ 15 w 15"/>
                <a:gd name="p0y4" fmla="*/ 0 h 1950"/>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custDataLst>
                <p:tags r:id="rId26"/>
              </p:custDataLst>
            </p:nvPr>
          </p:nvSpPr>
          <p:spPr>
            <a:xfrm>
              <a:off x="960" y="8010"/>
              <a:ext cx="17280" cy="15"/>
            </a:xfrm>
            <a:custGeom>
              <a:avLst/>
              <a:gdLst>
                <a:gd name="sw" fmla="*/ 1 w 17280"/>
                <a:gd name="sh" fmla="*/ 1 h 15"/>
                <a:gd name="mins" fmla="min sw sh"/>
                <a:gd name="dsw" fmla="+- 0 sw mins"/>
                <a:gd name="dsh" fmla="+- 0 sh mins"/>
                <a:gd name="p0x0" fmla="*/ 17280 w 17280"/>
                <a:gd name="p0y0" fmla="*/ 15 h 15"/>
                <a:gd name="p0x1" fmla="*/ 0 w 17280"/>
                <a:gd name="p0y1" fmla="*/ 15 h 15"/>
                <a:gd name="p0x2" fmla="*/ 60 w 17280"/>
                <a:gd name="p0y2" fmla="*/ 0 h 15"/>
                <a:gd name="p0x3" fmla="*/ 17265 w 17280"/>
                <a:gd name="p0y3" fmla="*/ 0 h 15"/>
                <a:gd name="p0x4" fmla="*/ 17280 w 17280"/>
                <a:gd name="p0y4" fmla="*/ 15 h 15"/>
              </a:gdLst>
              <a:ahLst/>
              <a:cxnLst/>
              <a:pathLst>
                <a:path>
                  <a:moveTo>
                    <a:pt x="p0x0" y="p0y0"/>
                  </a:moveTo>
                  <a:lnTo>
                    <a:pt x="p0x1" y="p0y1"/>
                  </a:lnTo>
                  <a:lnTo>
                    <a:pt x="p0x2" y="p0y2"/>
                  </a:lnTo>
                  <a:lnTo>
                    <a:pt x="p0x3" y="p0y3"/>
                  </a:lnTo>
                  <a:lnTo>
                    <a:pt x="p0x4" y="p0y4"/>
                  </a:ln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custDataLst>
                <p:tags r:id="rId27"/>
              </p:custDataLst>
            </p:nvPr>
          </p:nvSpPr>
          <p:spPr>
            <a:xfrm>
              <a:off x="960" y="6075"/>
              <a:ext cx="60" cy="1950"/>
            </a:xfrm>
            <a:custGeom>
              <a:avLst/>
              <a:gdLst>
                <a:gd name="sw" fmla="*/ 1 w 60"/>
                <a:gd name="sh" fmla="*/ 1 h 1950"/>
                <a:gd name="mins" fmla="min sw sh"/>
                <a:gd name="dsw" fmla="+- 0 sw mins"/>
                <a:gd name="dsh" fmla="+- 0 sh mins"/>
                <a:gd name="p0x0" fmla="*/ 0 w 60"/>
                <a:gd name="p0y0" fmla="*/ 1950 h 1950"/>
                <a:gd name="p0x1" fmla="*/ 0 w 60"/>
                <a:gd name="p0y1" fmla="*/ 0 h 1950"/>
                <a:gd name="p0x2" fmla="*/ 60 w 60"/>
                <a:gd name="p0y2" fmla="*/ 15 h 1950"/>
                <a:gd name="p0x3" fmla="*/ 60 w 60"/>
                <a:gd name="p0y3" fmla="*/ 1935 h 1950"/>
                <a:gd name="p0x4" fmla="*/ 0 w 60"/>
                <a:gd name="p0y4" fmla="*/ 1950 h 1950"/>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1" name="任意多边形 30"/>
          <p:cNvSpPr/>
          <p:nvPr>
            <p:custDataLst>
              <p:tags r:id="rId28"/>
            </p:custDataLst>
          </p:nvPr>
        </p:nvSpPr>
        <p:spPr>
          <a:xfrm>
            <a:off x="914400" y="4029075"/>
            <a:ext cx="266700" cy="266700"/>
          </a:xfrm>
          <a:custGeom>
            <a:avLst/>
            <a:gdLst>
              <a:gd name="sw" fmla="*/ 1 w 420"/>
              <a:gd name="sh" fmla="*/ 1 h 420"/>
              <a:gd name="mins" fmla="min sw sh"/>
              <a:gd name="dsw" fmla="+- 0 sw mins"/>
              <a:gd name="dsh" fmla="+- 0 sh mins"/>
              <a:gd name="p0x0" fmla="*/ 210 w 420"/>
              <a:gd name="p0y0" fmla="*/ 0 h 420"/>
              <a:gd name="p0x1" fmla="*/ 325 w 420"/>
              <a:gd name="p0y1" fmla="*/ 0 h 420"/>
              <a:gd name="p0x2" fmla="*/ 420 w 420"/>
              <a:gd name="p0y2" fmla="*/ 94 h 420"/>
              <a:gd name="p0x3" fmla="*/ 420 w 420"/>
              <a:gd name="p0y3" fmla="*/ 210 h 420"/>
              <a:gd name="p0x4" fmla="*/ 420 w 420"/>
              <a:gd name="p0y4" fmla="*/ 325 h 420"/>
              <a:gd name="p0x5" fmla="*/ 325 w 420"/>
              <a:gd name="p0y5" fmla="*/ 420 h 420"/>
              <a:gd name="p0x6" fmla="*/ 210 w 420"/>
              <a:gd name="p0y6" fmla="*/ 420 h 420"/>
              <a:gd name="p0x7" fmla="*/ 94 w 420"/>
              <a:gd name="p0y7" fmla="*/ 420 h 420"/>
              <a:gd name="p0x8" fmla="*/ 0 w 420"/>
              <a:gd name="p0y8" fmla="*/ 325 h 420"/>
              <a:gd name="p0x9" fmla="*/ 0 w 420"/>
              <a:gd name="p0y9" fmla="*/ 210 h 420"/>
              <a:gd name="p0x10" fmla="*/ 0 w 420"/>
              <a:gd name="p0y10" fmla="*/ 94 h 420"/>
              <a:gd name="p0x11" fmla="*/ 94 w 420"/>
              <a:gd name="p0y11" fmla="*/ 0 h 420"/>
              <a:gd name="p0x12" fmla="*/ 210 w 420"/>
              <a:gd name="p0y12" fmla="*/ 0 h 42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文本框 31"/>
          <p:cNvSpPr txBox="1"/>
          <p:nvPr>
            <p:custDataLst>
              <p:tags r:id="rId29"/>
            </p:custDataLst>
          </p:nvPr>
        </p:nvSpPr>
        <p:spPr>
          <a:xfrm>
            <a:off x="1012031" y="4064317"/>
            <a:ext cx="214313" cy="187642"/>
          </a:xfrm>
          <a:prstGeom prst="rect">
            <a:avLst/>
          </a:prstGeom>
          <a:noFill/>
        </p:spPr>
        <p:txBody>
          <a:bodyPr wrap="square" lIns="0" tIns="0" rIns="0" bIns="0" rtlCol="0" anchor="ctr">
            <a:noAutofit/>
          </a:bodyPr>
          <a:p>
            <a:pPr algn="l">
              <a:lnSpc>
                <a:spcPct val="125000"/>
              </a:lnSpc>
            </a:pPr>
            <a:r>
              <a:rPr sz="1125" b="1">
                <a:solidFill>
                  <a:srgbClr val="FFFFFF"/>
                </a:solidFill>
                <a:latin typeface="黑体" panose="02010609060101010101" charset="-122"/>
                <a:ea typeface="黑体" panose="02010609060101010101" charset="-122"/>
              </a:rPr>
              <a:t>3</a:t>
            </a:r>
            <a:endParaRPr sz="1125" b="1">
              <a:solidFill>
                <a:srgbClr val="FFFFFF"/>
              </a:solidFill>
              <a:latin typeface="黑体" panose="02010609060101010101" charset="-122"/>
              <a:ea typeface="黑体" panose="02010609060101010101" charset="-122"/>
            </a:endParaRPr>
          </a:p>
        </p:txBody>
      </p:sp>
      <p:sp>
        <p:nvSpPr>
          <p:cNvPr id="33" name="文本框 32"/>
          <p:cNvSpPr txBox="1"/>
          <p:nvPr>
            <p:custDataLst>
              <p:tags r:id="rId30"/>
            </p:custDataLst>
          </p:nvPr>
        </p:nvSpPr>
        <p:spPr>
          <a:xfrm>
            <a:off x="1314450" y="4036695"/>
            <a:ext cx="1524000" cy="247650"/>
          </a:xfrm>
          <a:prstGeom prst="rect">
            <a:avLst/>
          </a:prstGeom>
          <a:noFill/>
        </p:spPr>
        <p:txBody>
          <a:bodyPr wrap="square" lIns="0" tIns="0" rIns="0" bIns="0" rtlCol="0" anchor="t">
            <a:noAutofit/>
          </a:bodyPr>
          <a:p>
            <a:pPr algn="l">
              <a:lnSpc>
                <a:spcPct val="125000"/>
              </a:lnSpc>
            </a:pPr>
            <a:r>
              <a:rPr lang="en-US" sz="1500" b="1">
                <a:solidFill>
                  <a:srgbClr val="2D5B99"/>
                </a:solidFill>
                <a:latin typeface="黑体" panose="02010609060101010101" charset="-122"/>
                <a:ea typeface="黑体" panose="02010609060101010101" charset="-122"/>
                <a:cs typeface="黑体" panose="02010609060101010101" charset="-122"/>
              </a:rPr>
              <a:t>AI</a:t>
            </a:r>
            <a:r>
              <a:rPr lang="zh-CN" sz="1500" b="1">
                <a:solidFill>
                  <a:srgbClr val="2D5B99"/>
                </a:solidFill>
                <a:latin typeface="黑体" panose="02010609060101010101" charset="-122"/>
                <a:ea typeface="黑体" panose="02010609060101010101" charset="-122"/>
                <a:cs typeface="黑体" panose="02010609060101010101" charset="-122"/>
              </a:rPr>
              <a:t>反馈异步处理</a:t>
            </a:r>
            <a:endParaRPr lang="zh-CN" sz="1500" b="1">
              <a:solidFill>
                <a:srgbClr val="2D5B99"/>
              </a:solidFill>
              <a:latin typeface="黑体" panose="02010609060101010101" charset="-122"/>
              <a:ea typeface="黑体" panose="02010609060101010101" charset="-122"/>
              <a:cs typeface="黑体" panose="02010609060101010101" charset="-122"/>
            </a:endParaRPr>
          </a:p>
        </p:txBody>
      </p:sp>
      <p:sp>
        <p:nvSpPr>
          <p:cNvPr id="34" name="文本框 33"/>
          <p:cNvSpPr txBox="1"/>
          <p:nvPr>
            <p:custDataLst>
              <p:tags r:id="rId31"/>
            </p:custDataLst>
          </p:nvPr>
        </p:nvSpPr>
        <p:spPr>
          <a:xfrm>
            <a:off x="1314450" y="4437697"/>
            <a:ext cx="9991725" cy="253365"/>
          </a:xfrm>
          <a:prstGeom prst="rect">
            <a:avLst/>
          </a:prstGeom>
          <a:noFill/>
        </p:spPr>
        <p:txBody>
          <a:bodyPr wrap="square" lIns="0" tIns="0" rIns="0" bIns="0" rtlCol="0" anchor="t">
            <a:noAutofit/>
          </a:bodyPr>
          <a:p>
            <a:pPr algn="l">
              <a:lnSpc>
                <a:spcPct val="142000"/>
              </a:lnSpc>
            </a:pPr>
            <a:r>
              <a:rPr sz="1350">
                <a:solidFill>
                  <a:srgbClr val="1E293B"/>
                </a:solidFill>
                <a:latin typeface="黑体" panose="02010609060101010101" charset="-122"/>
                <a:ea typeface="黑体" panose="02010609060101010101" charset="-122"/>
              </a:rPr>
              <a:t>定时任务聚合行为数据调用大模型，配置</a:t>
            </a:r>
            <a:r>
              <a:rPr sz="1350" b="1">
                <a:solidFill>
                  <a:srgbClr val="2D5B99"/>
                </a:solidFill>
                <a:latin typeface="黑体" panose="02010609060101010101" charset="-122"/>
                <a:ea typeface="黑体" panose="02010609060101010101" charset="-122"/>
              </a:rPr>
              <a:t>熔断降级</a:t>
            </a:r>
            <a:r>
              <a:rPr sz="1350">
                <a:solidFill>
                  <a:srgbClr val="1E293B"/>
                </a:solidFill>
                <a:latin typeface="黑体" panose="02010609060101010101" charset="-122"/>
                <a:ea typeface="黑体" panose="02010609060101010101" charset="-122"/>
              </a:rPr>
              <a:t>策略，调用失败时返回预设兜底话术</a:t>
            </a:r>
            <a:endParaRPr sz="1350">
              <a:solidFill>
                <a:srgbClr val="1E293B"/>
              </a:solidFill>
              <a:latin typeface="黑体" panose="02010609060101010101" charset="-122"/>
              <a:ea typeface="黑体" panose="02010609060101010101" charset="-122"/>
            </a:endParaRPr>
          </a:p>
        </p:txBody>
      </p:sp>
      <p:sp>
        <p:nvSpPr>
          <p:cNvPr id="36" name="文本框 35"/>
          <p:cNvSpPr txBox="1"/>
          <p:nvPr>
            <p:custDataLst>
              <p:tags r:id="rId32"/>
            </p:custDataLst>
          </p:nvPr>
        </p:nvSpPr>
        <p:spPr>
          <a:xfrm>
            <a:off x="161925" y="5458778"/>
            <a:ext cx="1186815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37" name="文本框 36"/>
          <p:cNvSpPr txBox="1"/>
          <p:nvPr>
            <p:custDataLst>
              <p:tags r:id="rId33"/>
            </p:custDataLst>
          </p:nvPr>
        </p:nvSpPr>
        <p:spPr>
          <a:xfrm>
            <a:off x="161925" y="5770245"/>
            <a:ext cx="11868150" cy="868680"/>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讲解话术：</a:t>
            </a:r>
            <a:r>
              <a:rPr sz="600"/>
              <a:t> </a:t>
            </a:r>
            <a:r>
              <a:rPr lang="en-US" sz="1050">
                <a:solidFill>
                  <a:srgbClr val="475569"/>
                </a:solidFill>
                <a:latin typeface="黑体" panose="02010609060101010101" charset="-122"/>
                <a:ea typeface="黑体" panose="02010609060101010101" charset="-122"/>
                <a:cs typeface="黑体" panose="02010609060101010101" charset="-122"/>
              </a:rPr>
              <a:t>"</a:t>
            </a:r>
            <a:r>
              <a:rPr lang="zh-CN" altLang="en-US" sz="1050">
                <a:solidFill>
                  <a:srgbClr val="475569"/>
                </a:solidFill>
                <a:latin typeface="黑体" panose="02010609060101010101" charset="-122"/>
                <a:ea typeface="黑体" panose="02010609060101010101" charset="-122"/>
                <a:cs typeface="黑体" panose="02010609060101010101" charset="-122"/>
              </a:rPr>
              <a:t>接下来是核心功能的实现，先看后端部分。第一个是安全认证拦截，我们基于</a:t>
            </a:r>
            <a:r>
              <a:rPr lang="en-US" altLang="zh-CN" sz="1050">
                <a:solidFill>
                  <a:srgbClr val="475569"/>
                </a:solidFill>
                <a:latin typeface="黑体" panose="02010609060101010101" charset="-122"/>
                <a:ea typeface="黑体" panose="02010609060101010101" charset="-122"/>
                <a:cs typeface="黑体" panose="02010609060101010101" charset="-122"/>
              </a:rPr>
              <a:t>Sa-Token</a:t>
            </a:r>
            <a:r>
              <a:rPr lang="zh-CN" altLang="en-US" sz="1050">
                <a:solidFill>
                  <a:srgbClr val="475569"/>
                </a:solidFill>
                <a:latin typeface="黑体" panose="02010609060101010101" charset="-122"/>
                <a:ea typeface="黑体" panose="02010609060101010101" charset="-122"/>
                <a:cs typeface="黑体" panose="02010609060101010101" charset="-122"/>
              </a:rPr>
              <a:t>做了全局拦截器，所有接口都要先校验登录状态，公开接口比如登录接口可以走白名单放行，而且我们做了接口级的权限注解校验，不同角色能调用的接口是不一样的，保证权限安全。第二个是任务事务一致性，任务创建的时候会同时生成主任务和对应的待办记录，我们给这些操作加了</a:t>
            </a:r>
            <a:r>
              <a:rPr lang="en-US" altLang="zh-CN" sz="1050">
                <a:solidFill>
                  <a:srgbClr val="475569"/>
                </a:solidFill>
                <a:latin typeface="黑体" panose="02010609060101010101" charset="-122"/>
                <a:ea typeface="黑体" panose="02010609060101010101" charset="-122"/>
                <a:cs typeface="黑体" panose="02010609060101010101" charset="-122"/>
              </a:rPr>
              <a:t>@Transactional</a:t>
            </a:r>
            <a:r>
              <a:rPr lang="zh-CN" altLang="en-US" sz="1050">
                <a:solidFill>
                  <a:srgbClr val="475569"/>
                </a:solidFill>
                <a:latin typeface="黑体" panose="02010609060101010101" charset="-122"/>
                <a:ea typeface="黑体" panose="02010609060101010101" charset="-122"/>
                <a:cs typeface="黑体" panose="02010609060101010101" charset="-122"/>
              </a:rPr>
              <a:t>事务注解，要么都成功要么都失败，不会出现主任务创建了但是待办记录没生成的情况，保证数据一致。第三个是</a:t>
            </a:r>
            <a:r>
              <a:rPr lang="en-US" altLang="zh-CN" sz="1050">
                <a:solidFill>
                  <a:srgbClr val="475569"/>
                </a:solidFill>
                <a:latin typeface="黑体" panose="02010609060101010101" charset="-122"/>
                <a:ea typeface="黑体" panose="02010609060101010101" charset="-122"/>
                <a:cs typeface="黑体" panose="02010609060101010101" charset="-122"/>
              </a:rPr>
              <a:t>AI</a:t>
            </a:r>
            <a:r>
              <a:rPr lang="zh-CN" altLang="en-US" sz="1050">
                <a:solidFill>
                  <a:srgbClr val="475569"/>
                </a:solidFill>
                <a:latin typeface="黑体" panose="02010609060101010101" charset="-122"/>
                <a:ea typeface="黑体" panose="02010609060101010101" charset="-122"/>
                <a:cs typeface="黑体" panose="02010609060101010101" charset="-122"/>
              </a:rPr>
              <a:t>反馈的异步处理，因为调用大模型的时间比较长，如果同步调用的话会让用户等很久，所以我们用定时任务来异步聚合行为数据调用大模型，还配置了熔断降级策略，就算大模型接口挂了，我们也会返回预设的兜底话术，不会影响用户正常使用。</a:t>
            </a:r>
            <a:r>
              <a:rPr lang="en-US" altLang="zh-CN" sz="1050">
                <a:solidFill>
                  <a:srgbClr val="475569"/>
                </a:solidFill>
                <a:latin typeface="黑体" panose="02010609060101010101" charset="-122"/>
                <a:ea typeface="黑体" panose="02010609060101010101" charset="-122"/>
                <a:cs typeface="黑体" panose="02010609060101010101" charset="-122"/>
              </a:rPr>
              <a:t>"</a:t>
            </a:r>
            <a:endParaRPr lang="en-US" altLang="zh-CN" sz="1050">
              <a:solidFill>
                <a:srgbClr val="475569"/>
              </a:solidFill>
              <a:latin typeface="黑体" panose="02010609060101010101" charset="-122"/>
              <a:ea typeface="黑体" panose="02010609060101010101" charset="-122"/>
              <a:cs typeface="黑体" panose="02010609060101010101" charset="-122"/>
            </a:endParaRPr>
          </a:p>
        </p:txBody>
      </p:sp>
      <p:sp>
        <p:nvSpPr>
          <p:cNvPr id="38" name="文本框 37"/>
          <p:cNvSpPr txBox="1"/>
          <p:nvPr>
            <p:custDataLst>
              <p:tags r:id="rId34"/>
            </p:custDataLst>
          </p:nvPr>
        </p:nvSpPr>
        <p:spPr>
          <a:xfrm>
            <a:off x="161925" y="6779895"/>
            <a:ext cx="11811000" cy="411480"/>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要点提示：</a:t>
            </a:r>
            <a:r>
              <a:rPr sz="600"/>
              <a:t> </a:t>
            </a:r>
            <a:r>
              <a:rPr lang="en-US" sz="1050">
                <a:solidFill>
                  <a:srgbClr val="475569"/>
                </a:solidFill>
                <a:latin typeface="黑体" panose="02010609060101010101" charset="-122"/>
                <a:ea typeface="黑体" panose="02010609060101010101" charset="-122"/>
                <a:cs typeface="黑体" panose="02010609060101010101" charset="-122"/>
              </a:rPr>
              <a:t>1. </a:t>
            </a:r>
            <a:r>
              <a:rPr lang="zh-CN" altLang="en-US" sz="1050">
                <a:solidFill>
                  <a:srgbClr val="475569"/>
                </a:solidFill>
                <a:latin typeface="黑体" panose="02010609060101010101" charset="-122"/>
                <a:ea typeface="黑体" panose="02010609060101010101" charset="-122"/>
                <a:cs typeface="黑体" panose="02010609060101010101" charset="-122"/>
              </a:rPr>
              <a:t>这里可以体现你后端开发的基本功，比如安全拦截、事务、异步处理、熔断降级这些点，都是后端开发的常用技术，讲清楚你是怎么用在项目里的；</a:t>
            </a:r>
            <a:r>
              <a:rPr lang="en-US" altLang="zh-CN" sz="1050">
                <a:solidFill>
                  <a:srgbClr val="475569"/>
                </a:solidFill>
                <a:latin typeface="黑体" panose="02010609060101010101" charset="-122"/>
                <a:ea typeface="黑体" panose="02010609060101010101" charset="-122"/>
                <a:cs typeface="黑体" panose="02010609060101010101" charset="-122"/>
              </a:rPr>
              <a:t>2. </a:t>
            </a:r>
            <a:r>
              <a:rPr lang="zh-CN" altLang="en-US" sz="1050">
                <a:solidFill>
                  <a:srgbClr val="475569"/>
                </a:solidFill>
                <a:latin typeface="黑体" panose="02010609060101010101" charset="-122"/>
                <a:ea typeface="黑体" panose="02010609060101010101" charset="-122"/>
                <a:cs typeface="黑体" panose="02010609060101010101" charset="-122"/>
              </a:rPr>
              <a:t>重点突出</a:t>
            </a:r>
            <a:r>
              <a:rPr lang="en-US" altLang="zh-CN" sz="1050">
                <a:solidFill>
                  <a:srgbClr val="475569"/>
                </a:solidFill>
                <a:latin typeface="黑体" panose="02010609060101010101" charset="-122"/>
                <a:ea typeface="黑体" panose="02010609060101010101" charset="-122"/>
                <a:cs typeface="黑体" panose="02010609060101010101" charset="-122"/>
              </a:rPr>
              <a:t>AI</a:t>
            </a:r>
            <a:r>
              <a:rPr lang="zh-CN" altLang="en-US" sz="1050">
                <a:solidFill>
                  <a:srgbClr val="475569"/>
                </a:solidFill>
                <a:latin typeface="黑体" panose="02010609060101010101" charset="-122"/>
                <a:ea typeface="黑体" panose="02010609060101010101" charset="-122"/>
                <a:cs typeface="黑体" panose="02010609060101010101" charset="-122"/>
              </a:rPr>
              <a:t>异步处理的设计，说明你考虑了系统的稳定性和用户体验。</a:t>
            </a:r>
            <a:endParaRPr lang="zh-CN" altLang="en-US" sz="1050">
              <a:solidFill>
                <a:srgbClr val="475569"/>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4" name="矩形 3"/>
          <p:cNvSpPr/>
          <p:nvPr>
            <p:custDataLst>
              <p:tags r:id="rId1"/>
            </p:custDataLst>
          </p:nvPr>
        </p:nvSpPr>
        <p:spPr>
          <a:xfrm>
            <a:off x="609600" y="571500"/>
            <a:ext cx="10972800" cy="9525"/>
          </a:xfrm>
          <a:prstGeom prst="rect">
            <a:avLst/>
          </a:pr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custDataLst>
              <p:tags r:id="rId2"/>
            </p:custDataLst>
          </p:nvPr>
        </p:nvSpPr>
        <p:spPr>
          <a:xfrm>
            <a:off x="609600" y="401955"/>
            <a:ext cx="10972800" cy="346710"/>
          </a:xfrm>
          <a:prstGeom prst="rect">
            <a:avLst/>
          </a:prstGeom>
          <a:noFill/>
        </p:spPr>
        <p:txBody>
          <a:bodyPr wrap="square" lIns="0" tIns="0" rIns="0" bIns="0" rtlCol="0" anchor="t">
            <a:noAutofit/>
          </a:bodyPr>
          <a:p>
            <a:pPr algn="l">
              <a:lnSpc>
                <a:spcPct val="125000"/>
              </a:lnSpc>
            </a:pPr>
            <a:r>
              <a:rPr lang="zh-CN" altLang="en-US" sz="2100" b="1">
                <a:solidFill>
                  <a:srgbClr val="1E293B"/>
                </a:solidFill>
                <a:latin typeface="黑体" panose="02010609060101010101" charset="-122"/>
                <a:ea typeface="黑体" panose="02010609060101010101" charset="-122"/>
                <a:cs typeface="黑体" panose="02010609060101010101" charset="-122"/>
              </a:rPr>
              <a:t>核心功能实现</a:t>
            </a:r>
            <a:r>
              <a:rPr lang="en-US" altLang="zh-CN" sz="2100" b="1">
                <a:solidFill>
                  <a:srgbClr val="1E293B"/>
                </a:solidFill>
                <a:latin typeface="黑体" panose="02010609060101010101" charset="-122"/>
                <a:ea typeface="黑体" panose="02010609060101010101" charset="-122"/>
                <a:cs typeface="黑体" panose="02010609060101010101" charset="-122"/>
              </a:rPr>
              <a:t>-</a:t>
            </a:r>
            <a:r>
              <a:rPr lang="zh-CN" altLang="en-US" sz="2100" b="1">
                <a:solidFill>
                  <a:srgbClr val="1E293B"/>
                </a:solidFill>
                <a:latin typeface="黑体" panose="02010609060101010101" charset="-122"/>
                <a:ea typeface="黑体" panose="02010609060101010101" charset="-122"/>
                <a:cs typeface="黑体" panose="02010609060101010101" charset="-122"/>
              </a:rPr>
              <a:t>移动端</a:t>
            </a:r>
            <a:endParaRPr lang="zh-CN" altLang="en-US" sz="2100" b="1">
              <a:solidFill>
                <a:srgbClr val="1E293B"/>
              </a:solidFill>
              <a:latin typeface="黑体" panose="02010609060101010101" charset="-122"/>
              <a:ea typeface="黑体" panose="02010609060101010101" charset="-122"/>
              <a:cs typeface="黑体" panose="02010609060101010101" charset="-122"/>
            </a:endParaRPr>
          </a:p>
        </p:txBody>
      </p:sp>
      <p:grpSp>
        <p:nvGrpSpPr>
          <p:cNvPr id="34" name="组合 33"/>
          <p:cNvGrpSpPr/>
          <p:nvPr/>
        </p:nvGrpSpPr>
        <p:grpSpPr>
          <a:xfrm>
            <a:off x="0" y="4991100"/>
            <a:ext cx="12192000" cy="1866900"/>
            <a:chOff x="0" y="7860"/>
            <a:chExt cx="19200" cy="2940"/>
          </a:xfrm>
        </p:grpSpPr>
        <p:sp>
          <p:nvSpPr>
            <p:cNvPr id="26" name="任意多边形 25"/>
            <p:cNvSpPr/>
            <p:nvPr>
              <p:custDataLst>
                <p:tags r:id="rId3"/>
              </p:custDataLst>
            </p:nvPr>
          </p:nvSpPr>
          <p:spPr>
            <a:xfrm>
              <a:off x="0" y="7860"/>
              <a:ext cx="19200" cy="2940"/>
            </a:xfrm>
            <a:custGeom>
              <a:avLst/>
              <a:gdLst>
                <a:gd name="sw" fmla="*/ 1 w 19200"/>
                <a:gd name="sh" fmla="*/ 1 h 2940"/>
                <a:gd name="mins" fmla="min sw sh"/>
                <a:gd name="dsw" fmla="+- 0 sw mins"/>
                <a:gd name="dsh" fmla="+- 0 sh mins"/>
                <a:gd name="p0x0" fmla="*/ 0 w 19200"/>
                <a:gd name="p0y0" fmla="*/ 0 h 2940"/>
                <a:gd name="p0x1" fmla="*/ 19200 w 19200"/>
                <a:gd name="p0y1" fmla="*/ 0 h 2940"/>
                <a:gd name="p0x2" fmla="*/ 19200 w 19200"/>
                <a:gd name="p0y2" fmla="*/ 2940 h 2940"/>
                <a:gd name="p0x3" fmla="*/ 0 w 19200"/>
                <a:gd name="p0y3" fmla="*/ 2940 h 2940"/>
                <a:gd name="p0x4" fmla="*/ 0 w 19200"/>
                <a:gd name="p0y4" fmla="*/ 0 h 2940"/>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任意多边形 26"/>
            <p:cNvSpPr/>
            <p:nvPr>
              <p:custDataLst>
                <p:tags r:id="rId4"/>
              </p:custDataLst>
            </p:nvPr>
          </p:nvSpPr>
          <p:spPr>
            <a:xfrm>
              <a:off x="0" y="7860"/>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9" name="文本框 28"/>
          <p:cNvSpPr txBox="1"/>
          <p:nvPr>
            <p:custDataLst>
              <p:tags r:id="rId5"/>
            </p:custDataLst>
          </p:nvPr>
        </p:nvSpPr>
        <p:spPr>
          <a:xfrm>
            <a:off x="152400" y="5163503"/>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30" name="文本框 29"/>
          <p:cNvSpPr txBox="1"/>
          <p:nvPr>
            <p:custDataLst>
              <p:tags r:id="rId6"/>
            </p:custDataLst>
          </p:nvPr>
        </p:nvSpPr>
        <p:spPr>
          <a:xfrm>
            <a:off x="152400" y="5439728"/>
            <a:ext cx="11887200" cy="1245870"/>
          </a:xfrm>
          <a:prstGeom prst="rect">
            <a:avLst/>
          </a:prstGeom>
          <a:noFill/>
        </p:spPr>
        <p:txBody>
          <a:bodyPr wrap="square" lIns="0" tIns="0" rIns="0" bIns="0" rtlCol="0" anchor="t">
            <a:noAutofit/>
          </a:bodyPr>
          <a:p>
            <a:pPr algn="l">
              <a:lnSpc>
                <a:spcPct val="125000"/>
              </a:lnSpc>
              <a:spcAft>
                <a:spcPts val="600"/>
              </a:spcAft>
            </a:pPr>
            <a:r>
              <a:rPr sz="1050" b="1">
                <a:solidFill>
                  <a:srgbClr val="475569"/>
                </a:solidFill>
                <a:latin typeface="宋体" panose="02010600030101010101" pitchFamily="2" charset="-122"/>
                <a:ea typeface="宋体" panose="02010600030101010101" pitchFamily="2"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接下来是移动端的实现，主要有三个核心点。第一个是双模式动态切换，我们用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Pinia</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做全局状态管理，存储用户的角色信息，用户登录之后会自动判断是家长还是儿童，然后切换到对应的端的菜单和页面布局，不用用户手动切换，体验更好。第二个是专注模式的防误触设计，因为</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的孩子注意力不集中，很容易不小心点到返回键退出专注模式，所以我们在专注过程中拦截了返回操作，而且保持屏幕常亮，避免任务意外中断。第三个是响应式页面构建，我们用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TailwindCSS</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的原子类来实现</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UI</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组件，适配不同尺寸的安卓设备，而且界面做的非常简约，没有多余的元素，降低孩子的认知负担，更适合</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群体使用。</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a:p>
            <a:pPr algn="l">
              <a:lnSpc>
                <a:spcPct val="125000"/>
              </a:lnSpc>
            </a:pPr>
            <a:r>
              <a:rPr sz="1050" b="1">
                <a:solidFill>
                  <a:srgbClr val="475569"/>
                </a:solidFill>
                <a:latin typeface="宋体" panose="02010600030101010101" pitchFamily="2" charset="-122"/>
                <a:ea typeface="宋体" panose="02010600030101010101" pitchFamily="2"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重点突出防误触和低认知负担的设计，这些是针对目标用户的特殊设计，也是项目的亮点，体现你是站在用户角度做的开发；</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可以稍微提一下这些设计的实际效果，比如用户用的时候不会因为误触打断专注，让评委感受到你设计的实用性。</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2" name="矩形 1"/>
          <p:cNvSpPr/>
          <p:nvPr>
            <p:custDataLst>
              <p:tags r:id="rId7"/>
            </p:custDataLst>
          </p:nvPr>
        </p:nvSpPr>
        <p:spPr>
          <a:xfrm>
            <a:off x="0" y="0"/>
            <a:ext cx="12192000" cy="38100"/>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1" name="组合 30"/>
          <p:cNvGrpSpPr/>
          <p:nvPr/>
        </p:nvGrpSpPr>
        <p:grpSpPr>
          <a:xfrm>
            <a:off x="609600" y="809625"/>
            <a:ext cx="10972800" cy="1219200"/>
            <a:chOff x="960" y="1275"/>
            <a:chExt cx="17280" cy="1920"/>
          </a:xfrm>
          <a:effectLst>
            <a:outerShdw blurRad="42863" dist="9525" dir="5399999" algn="ctr" rotWithShape="0">
              <a:srgbClr val="000000">
                <a:alpha val="7843"/>
              </a:srgbClr>
            </a:outerShdw>
          </a:effectLst>
        </p:grpSpPr>
        <p:sp>
          <p:nvSpPr>
            <p:cNvPr id="5" name="任意多边形 4"/>
            <p:cNvSpPr/>
            <p:nvPr>
              <p:custDataLst>
                <p:tags r:id="rId8"/>
              </p:custDataLst>
            </p:nvPr>
          </p:nvSpPr>
          <p:spPr>
            <a:xfrm>
              <a:off x="960" y="1275"/>
              <a:ext cx="17280" cy="1920"/>
            </a:xfrm>
            <a:custGeom>
              <a:avLst/>
              <a:gdLst>
                <a:gd name="sw" fmla="*/ 1 w 17280"/>
                <a:gd name="sh" fmla="*/ 1 h 1920"/>
                <a:gd name="mins" fmla="min sw sh"/>
                <a:gd name="dsw" fmla="+- 0 sw mins"/>
                <a:gd name="dsh" fmla="+- 0 sh mins"/>
                <a:gd name="p0x0" fmla="*/ 60 w 17280"/>
                <a:gd name="p0y0" fmla="*/ 0 h 1920"/>
                <a:gd name="p0x1" fmla="*/ 17220 w 17280"/>
                <a:gd name="p0y1" fmla="*/ 0 h 1920"/>
                <a:gd name="p0x2" fmla="*/ 17253 w 17280"/>
                <a:gd name="p0y2" fmla="*/ 0 h 1920"/>
                <a:gd name="p0x3" fmla="*/ 17280 w 17280"/>
                <a:gd name="p0y3" fmla="*/ 26 h 1920"/>
                <a:gd name="p0x4" fmla="*/ 17280 w 17280"/>
                <a:gd name="p0y4" fmla="*/ 60 h 1920"/>
                <a:gd name="p0x5" fmla="*/ 17280 w 17280"/>
                <a:gd name="p0y5" fmla="*/ 1860 h 1920"/>
                <a:gd name="p0x6" fmla="*/ 17280 w 17280"/>
                <a:gd name="p0y6" fmla="*/ 1893 h 1920"/>
                <a:gd name="p0x7" fmla="*/ 17253 w 17280"/>
                <a:gd name="p0y7" fmla="*/ 1920 h 1920"/>
                <a:gd name="p0x8" fmla="*/ 17220 w 17280"/>
                <a:gd name="p0y8" fmla="*/ 1920 h 1920"/>
                <a:gd name="p0x9" fmla="*/ 60 w 17280"/>
                <a:gd name="p0y9" fmla="*/ 1920 h 1920"/>
                <a:gd name="p0x10" fmla="*/ 26 w 17280"/>
                <a:gd name="p0y10" fmla="*/ 1920 h 1920"/>
                <a:gd name="p0x11" fmla="*/ 0 w 17280"/>
                <a:gd name="p0y11" fmla="*/ 1893 h 1920"/>
                <a:gd name="p0x12" fmla="*/ 0 w 17280"/>
                <a:gd name="p0y12" fmla="*/ 1860 h 1920"/>
                <a:gd name="p0x13" fmla="*/ 0 w 17280"/>
                <a:gd name="p0y13" fmla="*/ 60 h 1920"/>
                <a:gd name="p0x14" fmla="*/ 0 w 17280"/>
                <a:gd name="p0y14" fmla="*/ 26 h 1920"/>
                <a:gd name="p0x15" fmla="*/ 26 w 17280"/>
                <a:gd name="p0y15" fmla="*/ 0 h 1920"/>
                <a:gd name="p0x16" fmla="*/ 60 w 17280"/>
                <a:gd name="p0y16" fmla="*/ 0 h 19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9"/>
              </p:custDataLst>
            </p:nvPr>
          </p:nvSpPr>
          <p:spPr>
            <a:xfrm>
              <a:off x="960" y="1275"/>
              <a:ext cx="60" cy="1920"/>
            </a:xfrm>
            <a:custGeom>
              <a:avLst/>
              <a:gdLst>
                <a:gd name="sw" fmla="*/ 1 w 60"/>
                <a:gd name="sh" fmla="*/ 1 h 1920"/>
                <a:gd name="mins" fmla="min sw sh"/>
                <a:gd name="dsw" fmla="+- 0 sw mins"/>
                <a:gd name="dsh" fmla="+- 0 sh mins"/>
                <a:gd name="p0x0" fmla="*/ 0 w 60"/>
                <a:gd name="p0y0" fmla="*/ 1860 h 1920"/>
                <a:gd name="p0x1" fmla="*/ 0 w 60"/>
                <a:gd name="p0y1" fmla="*/ 60 h 1920"/>
                <a:gd name="p0x2" fmla="*/ 0 w 60"/>
                <a:gd name="p0y2" fmla="*/ 26 h 1920"/>
                <a:gd name="p0x3" fmla="*/ 26 w 60"/>
                <a:gd name="p0y3" fmla="*/ 0 h 1920"/>
                <a:gd name="p0x4" fmla="*/ 60 w 60"/>
                <a:gd name="p0y4" fmla="*/ 0 h 1920"/>
                <a:gd name="p0x5" fmla="*/ 60 w 60"/>
                <a:gd name="p0y5" fmla="*/ 1860 h 1920"/>
                <a:gd name="p0x6" fmla="*/ 60 w 60"/>
                <a:gd name="p0y6" fmla="*/ 1920 h 1920"/>
                <a:gd name="p0x7" fmla="*/ 26 w 60"/>
                <a:gd name="p0y7" fmla="*/ 1920 h 1920"/>
                <a:gd name="p0x8" fmla="*/ 0 w 60"/>
                <a:gd name="p0y8" fmla="*/ 1893 h 1920"/>
                <a:gd name="p0x9" fmla="*/ 0 w 60"/>
                <a:gd name="p0y9" fmla="*/ 1860 h 192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8" name="任意多边形 7"/>
          <p:cNvSpPr/>
          <p:nvPr>
            <p:custDataLst>
              <p:tags r:id="rId10"/>
            </p:custDataLst>
          </p:nvPr>
        </p:nvSpPr>
        <p:spPr>
          <a:xfrm>
            <a:off x="952500" y="1000125"/>
            <a:ext cx="266700" cy="266700"/>
          </a:xfrm>
          <a:custGeom>
            <a:avLst/>
            <a:gdLst>
              <a:gd name="sw" fmla="*/ 1 w 420"/>
              <a:gd name="sh" fmla="*/ 1 h 420"/>
              <a:gd name="mins" fmla="min sw sh"/>
              <a:gd name="dsw" fmla="+- 0 sw mins"/>
              <a:gd name="dsh" fmla="+- 0 sh mins"/>
              <a:gd name="p0x0" fmla="*/ 60 w 420"/>
              <a:gd name="p0y0" fmla="*/ 0 h 420"/>
              <a:gd name="p0x1" fmla="*/ 360 w 420"/>
              <a:gd name="p0y1" fmla="*/ 0 h 420"/>
              <a:gd name="p0x2" fmla="*/ 393 w 420"/>
              <a:gd name="p0y2" fmla="*/ 0 h 420"/>
              <a:gd name="p0x3" fmla="*/ 420 w 420"/>
              <a:gd name="p0y3" fmla="*/ 26 h 420"/>
              <a:gd name="p0x4" fmla="*/ 420 w 420"/>
              <a:gd name="p0y4" fmla="*/ 60 h 420"/>
              <a:gd name="p0x5" fmla="*/ 420 w 420"/>
              <a:gd name="p0y5" fmla="*/ 360 h 420"/>
              <a:gd name="p0x6" fmla="*/ 420 w 420"/>
              <a:gd name="p0y6" fmla="*/ 393 h 420"/>
              <a:gd name="p0x7" fmla="*/ 393 w 420"/>
              <a:gd name="p0y7" fmla="*/ 420 h 420"/>
              <a:gd name="p0x8" fmla="*/ 360 w 420"/>
              <a:gd name="p0y8" fmla="*/ 420 h 420"/>
              <a:gd name="p0x9" fmla="*/ 60 w 420"/>
              <a:gd name="p0y9" fmla="*/ 420 h 420"/>
              <a:gd name="p0x10" fmla="*/ 26 w 420"/>
              <a:gd name="p0y10" fmla="*/ 420 h 420"/>
              <a:gd name="p0x11" fmla="*/ 0 w 420"/>
              <a:gd name="p0y11" fmla="*/ 393 h 420"/>
              <a:gd name="p0x12" fmla="*/ 0 w 420"/>
              <a:gd name="p0y12" fmla="*/ 360 h 420"/>
              <a:gd name="p0x13" fmla="*/ 0 w 420"/>
              <a:gd name="p0y13" fmla="*/ 60 h 420"/>
              <a:gd name="p0x14" fmla="*/ 0 w 420"/>
              <a:gd name="p0y14" fmla="*/ 26 h 420"/>
              <a:gd name="p0x15" fmla="*/ 26 w 420"/>
              <a:gd name="p0y15" fmla="*/ 0 h 420"/>
              <a:gd name="p0x16" fmla="*/ 6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11"/>
            </p:custDataLst>
          </p:nvPr>
        </p:nvSpPr>
        <p:spPr>
          <a:xfrm>
            <a:off x="1019175" y="1043940"/>
            <a:ext cx="266700"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01</a:t>
            </a:r>
            <a:endParaRPr sz="1050" b="1">
              <a:solidFill>
                <a:srgbClr val="FFFFFF"/>
              </a:solidFill>
              <a:latin typeface="黑体" panose="02010609060101010101" charset="-122"/>
              <a:ea typeface="黑体" panose="02010609060101010101" charset="-122"/>
            </a:endParaRPr>
          </a:p>
        </p:txBody>
      </p:sp>
      <p:sp>
        <p:nvSpPr>
          <p:cNvPr id="10" name="文本框 9"/>
          <p:cNvSpPr txBox="1"/>
          <p:nvPr>
            <p:custDataLst>
              <p:tags r:id="rId12"/>
            </p:custDataLst>
          </p:nvPr>
        </p:nvSpPr>
        <p:spPr>
          <a:xfrm>
            <a:off x="1371600" y="1017270"/>
            <a:ext cx="13716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双模式动态切换</a:t>
            </a:r>
            <a:endParaRPr sz="1350" b="1">
              <a:solidFill>
                <a:srgbClr val="2D5B99"/>
              </a:solidFill>
              <a:latin typeface="黑体" panose="02010609060101010101" charset="-122"/>
              <a:ea typeface="黑体" panose="02010609060101010101" charset="-122"/>
            </a:endParaRPr>
          </a:p>
        </p:txBody>
      </p:sp>
      <p:sp>
        <p:nvSpPr>
          <p:cNvPr id="11" name="文本框 10"/>
          <p:cNvSpPr txBox="1"/>
          <p:nvPr>
            <p:custDataLst>
              <p:tags r:id="rId13"/>
            </p:custDataLst>
          </p:nvPr>
        </p:nvSpPr>
        <p:spPr>
          <a:xfrm>
            <a:off x="1371600" y="1371600"/>
            <a:ext cx="9906000" cy="201930"/>
          </a:xfrm>
          <a:prstGeom prst="rect">
            <a:avLst/>
          </a:prstGeom>
          <a:noFill/>
        </p:spPr>
        <p:txBody>
          <a:bodyPr wrap="square" lIns="0" tIns="0" rIns="0" bIns="0" rtlCol="0" anchor="t">
            <a:noAutofit/>
          </a:bodyPr>
          <a:p>
            <a:pPr algn="l">
              <a:lnSpc>
                <a:spcPct val="133000"/>
              </a:lnSpc>
            </a:pPr>
            <a:r>
              <a:rPr sz="1125">
                <a:solidFill>
                  <a:srgbClr val="1E293B"/>
                </a:solidFill>
                <a:latin typeface="宋体" panose="02010600030101010101" pitchFamily="2" charset="-122"/>
                <a:ea typeface="宋体" panose="02010600030101010101" pitchFamily="2" charset="-122"/>
              </a:rPr>
              <a:t>基于</a:t>
            </a:r>
            <a:r>
              <a:rPr sz="1125" b="1">
                <a:solidFill>
                  <a:srgbClr val="2D5B99"/>
                </a:solidFill>
                <a:latin typeface="宋体" panose="02010600030101010101" pitchFamily="2" charset="-122"/>
                <a:ea typeface="宋体" panose="02010600030101010101" pitchFamily="2" charset="-122"/>
              </a:rPr>
              <a:t>Pinia</a:t>
            </a:r>
            <a:r>
              <a:rPr sz="1125">
                <a:solidFill>
                  <a:srgbClr val="1E293B"/>
                </a:solidFill>
                <a:latin typeface="宋体" panose="02010600030101010101" pitchFamily="2" charset="-122"/>
                <a:ea typeface="宋体" panose="02010600030101010101" pitchFamily="2" charset="-122"/>
              </a:rPr>
              <a:t>全局状态管理存储用户角色，登录后自动切换对应端菜单与页面布局</a:t>
            </a:r>
            <a:endParaRPr sz="1125">
              <a:solidFill>
                <a:srgbClr val="1E293B"/>
              </a:solidFill>
              <a:latin typeface="宋体" panose="02010600030101010101" pitchFamily="2" charset="-122"/>
              <a:ea typeface="宋体" panose="02010600030101010101" pitchFamily="2" charset="-122"/>
            </a:endParaRPr>
          </a:p>
        </p:txBody>
      </p:sp>
      <p:grpSp>
        <p:nvGrpSpPr>
          <p:cNvPr id="32" name="组合 31"/>
          <p:cNvGrpSpPr/>
          <p:nvPr/>
        </p:nvGrpSpPr>
        <p:grpSpPr>
          <a:xfrm>
            <a:off x="609600" y="2219325"/>
            <a:ext cx="10972800" cy="1219200"/>
            <a:chOff x="960" y="3495"/>
            <a:chExt cx="17280" cy="1920"/>
          </a:xfrm>
          <a:effectLst>
            <a:outerShdw blurRad="42863" dist="9525" dir="5399999" algn="ctr" rotWithShape="0">
              <a:srgbClr val="000000">
                <a:alpha val="7843"/>
              </a:srgbClr>
            </a:outerShdw>
          </a:effectLst>
        </p:grpSpPr>
        <p:sp>
          <p:nvSpPr>
            <p:cNvPr id="12" name="任意多边形 11"/>
            <p:cNvSpPr/>
            <p:nvPr>
              <p:custDataLst>
                <p:tags r:id="rId14"/>
              </p:custDataLst>
            </p:nvPr>
          </p:nvSpPr>
          <p:spPr>
            <a:xfrm>
              <a:off x="960" y="3495"/>
              <a:ext cx="17280" cy="1920"/>
            </a:xfrm>
            <a:custGeom>
              <a:avLst/>
              <a:gdLst>
                <a:gd name="sw" fmla="*/ 1 w 17280"/>
                <a:gd name="sh" fmla="*/ 1 h 1920"/>
                <a:gd name="mins" fmla="min sw sh"/>
                <a:gd name="dsw" fmla="+- 0 sw mins"/>
                <a:gd name="dsh" fmla="+- 0 sh mins"/>
                <a:gd name="p0x0" fmla="*/ 60 w 17280"/>
                <a:gd name="p0y0" fmla="*/ 0 h 1920"/>
                <a:gd name="p0x1" fmla="*/ 17220 w 17280"/>
                <a:gd name="p0y1" fmla="*/ 0 h 1920"/>
                <a:gd name="p0x2" fmla="*/ 17253 w 17280"/>
                <a:gd name="p0y2" fmla="*/ 0 h 1920"/>
                <a:gd name="p0x3" fmla="*/ 17280 w 17280"/>
                <a:gd name="p0y3" fmla="*/ 26 h 1920"/>
                <a:gd name="p0x4" fmla="*/ 17280 w 17280"/>
                <a:gd name="p0y4" fmla="*/ 60 h 1920"/>
                <a:gd name="p0x5" fmla="*/ 17280 w 17280"/>
                <a:gd name="p0y5" fmla="*/ 1860 h 1920"/>
                <a:gd name="p0x6" fmla="*/ 17280 w 17280"/>
                <a:gd name="p0y6" fmla="*/ 1893 h 1920"/>
                <a:gd name="p0x7" fmla="*/ 17253 w 17280"/>
                <a:gd name="p0y7" fmla="*/ 1920 h 1920"/>
                <a:gd name="p0x8" fmla="*/ 17220 w 17280"/>
                <a:gd name="p0y8" fmla="*/ 1920 h 1920"/>
                <a:gd name="p0x9" fmla="*/ 60 w 17280"/>
                <a:gd name="p0y9" fmla="*/ 1920 h 1920"/>
                <a:gd name="p0x10" fmla="*/ 26 w 17280"/>
                <a:gd name="p0y10" fmla="*/ 1920 h 1920"/>
                <a:gd name="p0x11" fmla="*/ 0 w 17280"/>
                <a:gd name="p0y11" fmla="*/ 1893 h 1920"/>
                <a:gd name="p0x12" fmla="*/ 0 w 17280"/>
                <a:gd name="p0y12" fmla="*/ 1860 h 1920"/>
                <a:gd name="p0x13" fmla="*/ 0 w 17280"/>
                <a:gd name="p0y13" fmla="*/ 60 h 1920"/>
                <a:gd name="p0x14" fmla="*/ 0 w 17280"/>
                <a:gd name="p0y14" fmla="*/ 26 h 1920"/>
                <a:gd name="p0x15" fmla="*/ 26 w 17280"/>
                <a:gd name="p0y15" fmla="*/ 0 h 1920"/>
                <a:gd name="p0x16" fmla="*/ 60 w 17280"/>
                <a:gd name="p0y16" fmla="*/ 0 h 19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custDataLst>
                <p:tags r:id="rId15"/>
              </p:custDataLst>
            </p:nvPr>
          </p:nvSpPr>
          <p:spPr>
            <a:xfrm>
              <a:off x="960" y="3495"/>
              <a:ext cx="60" cy="1920"/>
            </a:xfrm>
            <a:custGeom>
              <a:avLst/>
              <a:gdLst>
                <a:gd name="sw" fmla="*/ 1 w 60"/>
                <a:gd name="sh" fmla="*/ 1 h 1920"/>
                <a:gd name="mins" fmla="min sw sh"/>
                <a:gd name="dsw" fmla="+- 0 sw mins"/>
                <a:gd name="dsh" fmla="+- 0 sh mins"/>
                <a:gd name="p0x0" fmla="*/ 0 w 60"/>
                <a:gd name="p0y0" fmla="*/ 1860 h 1920"/>
                <a:gd name="p0x1" fmla="*/ 0 w 60"/>
                <a:gd name="p0y1" fmla="*/ 60 h 1920"/>
                <a:gd name="p0x2" fmla="*/ 0 w 60"/>
                <a:gd name="p0y2" fmla="*/ 26 h 1920"/>
                <a:gd name="p0x3" fmla="*/ 26 w 60"/>
                <a:gd name="p0y3" fmla="*/ 0 h 1920"/>
                <a:gd name="p0x4" fmla="*/ 60 w 60"/>
                <a:gd name="p0y4" fmla="*/ 0 h 1920"/>
                <a:gd name="p0x5" fmla="*/ 60 w 60"/>
                <a:gd name="p0y5" fmla="*/ 1860 h 1920"/>
                <a:gd name="p0x6" fmla="*/ 60 w 60"/>
                <a:gd name="p0y6" fmla="*/ 1920 h 1920"/>
                <a:gd name="p0x7" fmla="*/ 26 w 60"/>
                <a:gd name="p0y7" fmla="*/ 1920 h 1920"/>
                <a:gd name="p0x8" fmla="*/ 0 w 60"/>
                <a:gd name="p0y8" fmla="*/ 1893 h 1920"/>
                <a:gd name="p0x9" fmla="*/ 0 w 60"/>
                <a:gd name="p0y9" fmla="*/ 1860 h 192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5" name="任意多边形 14"/>
          <p:cNvSpPr/>
          <p:nvPr>
            <p:custDataLst>
              <p:tags r:id="rId16"/>
            </p:custDataLst>
          </p:nvPr>
        </p:nvSpPr>
        <p:spPr>
          <a:xfrm>
            <a:off x="952500" y="2409825"/>
            <a:ext cx="266700" cy="266700"/>
          </a:xfrm>
          <a:custGeom>
            <a:avLst/>
            <a:gdLst>
              <a:gd name="sw" fmla="*/ 1 w 420"/>
              <a:gd name="sh" fmla="*/ 1 h 420"/>
              <a:gd name="mins" fmla="min sw sh"/>
              <a:gd name="dsw" fmla="+- 0 sw mins"/>
              <a:gd name="dsh" fmla="+- 0 sh mins"/>
              <a:gd name="p0x0" fmla="*/ 60 w 420"/>
              <a:gd name="p0y0" fmla="*/ 0 h 420"/>
              <a:gd name="p0x1" fmla="*/ 360 w 420"/>
              <a:gd name="p0y1" fmla="*/ 0 h 420"/>
              <a:gd name="p0x2" fmla="*/ 393 w 420"/>
              <a:gd name="p0y2" fmla="*/ 0 h 420"/>
              <a:gd name="p0x3" fmla="*/ 420 w 420"/>
              <a:gd name="p0y3" fmla="*/ 26 h 420"/>
              <a:gd name="p0x4" fmla="*/ 420 w 420"/>
              <a:gd name="p0y4" fmla="*/ 60 h 420"/>
              <a:gd name="p0x5" fmla="*/ 420 w 420"/>
              <a:gd name="p0y5" fmla="*/ 360 h 420"/>
              <a:gd name="p0x6" fmla="*/ 420 w 420"/>
              <a:gd name="p0y6" fmla="*/ 393 h 420"/>
              <a:gd name="p0x7" fmla="*/ 393 w 420"/>
              <a:gd name="p0y7" fmla="*/ 420 h 420"/>
              <a:gd name="p0x8" fmla="*/ 360 w 420"/>
              <a:gd name="p0y8" fmla="*/ 420 h 420"/>
              <a:gd name="p0x9" fmla="*/ 60 w 420"/>
              <a:gd name="p0y9" fmla="*/ 420 h 420"/>
              <a:gd name="p0x10" fmla="*/ 26 w 420"/>
              <a:gd name="p0y10" fmla="*/ 420 h 420"/>
              <a:gd name="p0x11" fmla="*/ 0 w 420"/>
              <a:gd name="p0y11" fmla="*/ 393 h 420"/>
              <a:gd name="p0x12" fmla="*/ 0 w 420"/>
              <a:gd name="p0y12" fmla="*/ 360 h 420"/>
              <a:gd name="p0x13" fmla="*/ 0 w 420"/>
              <a:gd name="p0y13" fmla="*/ 60 h 420"/>
              <a:gd name="p0x14" fmla="*/ 0 w 420"/>
              <a:gd name="p0y14" fmla="*/ 26 h 420"/>
              <a:gd name="p0x15" fmla="*/ 26 w 420"/>
              <a:gd name="p0y15" fmla="*/ 0 h 420"/>
              <a:gd name="p0x16" fmla="*/ 6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custDataLst>
              <p:tags r:id="rId17"/>
            </p:custDataLst>
          </p:nvPr>
        </p:nvSpPr>
        <p:spPr>
          <a:xfrm>
            <a:off x="1019175" y="2453640"/>
            <a:ext cx="266700"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02</a:t>
            </a:r>
            <a:endParaRPr sz="1050" b="1">
              <a:solidFill>
                <a:srgbClr val="FFFFFF"/>
              </a:solidFill>
              <a:latin typeface="黑体" panose="02010609060101010101" charset="-122"/>
              <a:ea typeface="黑体" panose="02010609060101010101" charset="-122"/>
            </a:endParaRPr>
          </a:p>
        </p:txBody>
      </p:sp>
      <p:sp>
        <p:nvSpPr>
          <p:cNvPr id="17" name="文本框 16"/>
          <p:cNvSpPr txBox="1"/>
          <p:nvPr>
            <p:custDataLst>
              <p:tags r:id="rId18"/>
            </p:custDataLst>
          </p:nvPr>
        </p:nvSpPr>
        <p:spPr>
          <a:xfrm>
            <a:off x="1371600" y="2426970"/>
            <a:ext cx="13716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专注模式防误触</a:t>
            </a:r>
            <a:endParaRPr sz="1350" b="1">
              <a:solidFill>
                <a:srgbClr val="2D5B99"/>
              </a:solidFill>
              <a:latin typeface="黑体" panose="02010609060101010101" charset="-122"/>
              <a:ea typeface="黑体" panose="02010609060101010101" charset="-122"/>
            </a:endParaRPr>
          </a:p>
        </p:txBody>
      </p:sp>
      <p:sp>
        <p:nvSpPr>
          <p:cNvPr id="18" name="文本框 17"/>
          <p:cNvSpPr txBox="1"/>
          <p:nvPr>
            <p:custDataLst>
              <p:tags r:id="rId19"/>
            </p:custDataLst>
          </p:nvPr>
        </p:nvSpPr>
        <p:spPr>
          <a:xfrm>
            <a:off x="1371600" y="2781300"/>
            <a:ext cx="9906000" cy="201930"/>
          </a:xfrm>
          <a:prstGeom prst="rect">
            <a:avLst/>
          </a:prstGeom>
          <a:noFill/>
        </p:spPr>
        <p:txBody>
          <a:bodyPr wrap="square" lIns="0" tIns="0" rIns="0" bIns="0" rtlCol="0" anchor="t">
            <a:noAutofit/>
          </a:bodyPr>
          <a:p>
            <a:pPr algn="l">
              <a:lnSpc>
                <a:spcPct val="133000"/>
              </a:lnSpc>
            </a:pPr>
            <a:r>
              <a:rPr sz="1125">
                <a:solidFill>
                  <a:srgbClr val="1E293B"/>
                </a:solidFill>
                <a:latin typeface="宋体" panose="02010600030101010101" pitchFamily="2" charset="-122"/>
                <a:ea typeface="宋体" panose="02010600030101010101" pitchFamily="2" charset="-122"/>
              </a:rPr>
              <a:t>专注过程中</a:t>
            </a:r>
            <a:r>
              <a:rPr sz="1125" b="1">
                <a:solidFill>
                  <a:srgbClr val="2D5B99"/>
                </a:solidFill>
                <a:latin typeface="宋体" panose="02010600030101010101" pitchFamily="2" charset="-122"/>
                <a:ea typeface="宋体" panose="02010600030101010101" pitchFamily="2" charset="-122"/>
              </a:rPr>
              <a:t>拦截返回操作</a:t>
            </a:r>
            <a:r>
              <a:rPr sz="1125">
                <a:solidFill>
                  <a:srgbClr val="1E293B"/>
                </a:solidFill>
                <a:latin typeface="宋体" panose="02010600030101010101" pitchFamily="2" charset="-122"/>
                <a:ea typeface="宋体" panose="02010600030101010101" pitchFamily="2" charset="-122"/>
              </a:rPr>
              <a:t>，</a:t>
            </a:r>
            <a:r>
              <a:rPr sz="1125" b="1">
                <a:solidFill>
                  <a:srgbClr val="2D5B99"/>
                </a:solidFill>
                <a:latin typeface="宋体" panose="02010600030101010101" pitchFamily="2" charset="-122"/>
                <a:ea typeface="宋体" panose="02010600030101010101" pitchFamily="2" charset="-122"/>
              </a:rPr>
              <a:t>屏幕常亮</a:t>
            </a:r>
            <a:r>
              <a:rPr sz="1125">
                <a:solidFill>
                  <a:srgbClr val="1E293B"/>
                </a:solidFill>
                <a:latin typeface="宋体" panose="02010600030101010101" pitchFamily="2" charset="-122"/>
                <a:ea typeface="宋体" panose="02010600030101010101" pitchFamily="2" charset="-122"/>
              </a:rPr>
              <a:t>，避免误触导致任务中断</a:t>
            </a:r>
            <a:endParaRPr sz="1125">
              <a:solidFill>
                <a:srgbClr val="1E293B"/>
              </a:solidFill>
              <a:latin typeface="宋体" panose="02010600030101010101" pitchFamily="2" charset="-122"/>
              <a:ea typeface="宋体" panose="02010600030101010101" pitchFamily="2" charset="-122"/>
            </a:endParaRPr>
          </a:p>
        </p:txBody>
      </p:sp>
      <p:grpSp>
        <p:nvGrpSpPr>
          <p:cNvPr id="33" name="组合 32"/>
          <p:cNvGrpSpPr/>
          <p:nvPr/>
        </p:nvGrpSpPr>
        <p:grpSpPr>
          <a:xfrm>
            <a:off x="609600" y="3629025"/>
            <a:ext cx="10972800" cy="1219200"/>
            <a:chOff x="960" y="5715"/>
            <a:chExt cx="17280" cy="1920"/>
          </a:xfrm>
          <a:effectLst>
            <a:outerShdw blurRad="42863" dist="9525" dir="5399999" algn="ctr" rotWithShape="0">
              <a:srgbClr val="000000">
                <a:alpha val="7843"/>
              </a:srgbClr>
            </a:outerShdw>
          </a:effectLst>
        </p:grpSpPr>
        <p:sp>
          <p:nvSpPr>
            <p:cNvPr id="19" name="任意多边形 18"/>
            <p:cNvSpPr/>
            <p:nvPr>
              <p:custDataLst>
                <p:tags r:id="rId20"/>
              </p:custDataLst>
            </p:nvPr>
          </p:nvSpPr>
          <p:spPr>
            <a:xfrm>
              <a:off x="960" y="5715"/>
              <a:ext cx="17280" cy="1920"/>
            </a:xfrm>
            <a:custGeom>
              <a:avLst/>
              <a:gdLst>
                <a:gd name="sw" fmla="*/ 1 w 17280"/>
                <a:gd name="sh" fmla="*/ 1 h 1920"/>
                <a:gd name="mins" fmla="min sw sh"/>
                <a:gd name="dsw" fmla="+- 0 sw mins"/>
                <a:gd name="dsh" fmla="+- 0 sh mins"/>
                <a:gd name="p0x0" fmla="*/ 60 w 17280"/>
                <a:gd name="p0y0" fmla="*/ 0 h 1920"/>
                <a:gd name="p0x1" fmla="*/ 17220 w 17280"/>
                <a:gd name="p0y1" fmla="*/ 0 h 1920"/>
                <a:gd name="p0x2" fmla="*/ 17253 w 17280"/>
                <a:gd name="p0y2" fmla="*/ 0 h 1920"/>
                <a:gd name="p0x3" fmla="*/ 17280 w 17280"/>
                <a:gd name="p0y3" fmla="*/ 26 h 1920"/>
                <a:gd name="p0x4" fmla="*/ 17280 w 17280"/>
                <a:gd name="p0y4" fmla="*/ 60 h 1920"/>
                <a:gd name="p0x5" fmla="*/ 17280 w 17280"/>
                <a:gd name="p0y5" fmla="*/ 1860 h 1920"/>
                <a:gd name="p0x6" fmla="*/ 17280 w 17280"/>
                <a:gd name="p0y6" fmla="*/ 1893 h 1920"/>
                <a:gd name="p0x7" fmla="*/ 17253 w 17280"/>
                <a:gd name="p0y7" fmla="*/ 1920 h 1920"/>
                <a:gd name="p0x8" fmla="*/ 17220 w 17280"/>
                <a:gd name="p0y8" fmla="*/ 1920 h 1920"/>
                <a:gd name="p0x9" fmla="*/ 60 w 17280"/>
                <a:gd name="p0y9" fmla="*/ 1920 h 1920"/>
                <a:gd name="p0x10" fmla="*/ 26 w 17280"/>
                <a:gd name="p0y10" fmla="*/ 1920 h 1920"/>
                <a:gd name="p0x11" fmla="*/ 0 w 17280"/>
                <a:gd name="p0y11" fmla="*/ 1893 h 1920"/>
                <a:gd name="p0x12" fmla="*/ 0 w 17280"/>
                <a:gd name="p0y12" fmla="*/ 1860 h 1920"/>
                <a:gd name="p0x13" fmla="*/ 0 w 17280"/>
                <a:gd name="p0y13" fmla="*/ 60 h 1920"/>
                <a:gd name="p0x14" fmla="*/ 0 w 17280"/>
                <a:gd name="p0y14" fmla="*/ 26 h 1920"/>
                <a:gd name="p0x15" fmla="*/ 26 w 17280"/>
                <a:gd name="p0y15" fmla="*/ 0 h 1920"/>
                <a:gd name="p0x16" fmla="*/ 60 w 17280"/>
                <a:gd name="p0y16" fmla="*/ 0 h 19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p:custDataLst>
                <p:tags r:id="rId21"/>
              </p:custDataLst>
            </p:nvPr>
          </p:nvSpPr>
          <p:spPr>
            <a:xfrm>
              <a:off x="960" y="5715"/>
              <a:ext cx="60" cy="1920"/>
            </a:xfrm>
            <a:custGeom>
              <a:avLst/>
              <a:gdLst>
                <a:gd name="sw" fmla="*/ 1 w 60"/>
                <a:gd name="sh" fmla="*/ 1 h 1920"/>
                <a:gd name="mins" fmla="min sw sh"/>
                <a:gd name="dsw" fmla="+- 0 sw mins"/>
                <a:gd name="dsh" fmla="+- 0 sh mins"/>
                <a:gd name="p0x0" fmla="*/ 0 w 60"/>
                <a:gd name="p0y0" fmla="*/ 1860 h 1920"/>
                <a:gd name="p0x1" fmla="*/ 0 w 60"/>
                <a:gd name="p0y1" fmla="*/ 60 h 1920"/>
                <a:gd name="p0x2" fmla="*/ 0 w 60"/>
                <a:gd name="p0y2" fmla="*/ 26 h 1920"/>
                <a:gd name="p0x3" fmla="*/ 26 w 60"/>
                <a:gd name="p0y3" fmla="*/ 0 h 1920"/>
                <a:gd name="p0x4" fmla="*/ 60 w 60"/>
                <a:gd name="p0y4" fmla="*/ 0 h 1920"/>
                <a:gd name="p0x5" fmla="*/ 60 w 60"/>
                <a:gd name="p0y5" fmla="*/ 1860 h 1920"/>
                <a:gd name="p0x6" fmla="*/ 60 w 60"/>
                <a:gd name="p0y6" fmla="*/ 1920 h 1920"/>
                <a:gd name="p0x7" fmla="*/ 26 w 60"/>
                <a:gd name="p0y7" fmla="*/ 1920 h 1920"/>
                <a:gd name="p0x8" fmla="*/ 0 w 60"/>
                <a:gd name="p0y8" fmla="*/ 1893 h 1920"/>
                <a:gd name="p0x9" fmla="*/ 0 w 60"/>
                <a:gd name="p0y9" fmla="*/ 1860 h 1920"/>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2" name="任意多边形 21"/>
          <p:cNvSpPr/>
          <p:nvPr>
            <p:custDataLst>
              <p:tags r:id="rId22"/>
            </p:custDataLst>
          </p:nvPr>
        </p:nvSpPr>
        <p:spPr>
          <a:xfrm>
            <a:off x="952500" y="3819525"/>
            <a:ext cx="266700" cy="266700"/>
          </a:xfrm>
          <a:custGeom>
            <a:avLst/>
            <a:gdLst>
              <a:gd name="sw" fmla="*/ 1 w 420"/>
              <a:gd name="sh" fmla="*/ 1 h 420"/>
              <a:gd name="mins" fmla="min sw sh"/>
              <a:gd name="dsw" fmla="+- 0 sw mins"/>
              <a:gd name="dsh" fmla="+- 0 sh mins"/>
              <a:gd name="p0x0" fmla="*/ 60 w 420"/>
              <a:gd name="p0y0" fmla="*/ 0 h 420"/>
              <a:gd name="p0x1" fmla="*/ 360 w 420"/>
              <a:gd name="p0y1" fmla="*/ 0 h 420"/>
              <a:gd name="p0x2" fmla="*/ 393 w 420"/>
              <a:gd name="p0y2" fmla="*/ 0 h 420"/>
              <a:gd name="p0x3" fmla="*/ 420 w 420"/>
              <a:gd name="p0y3" fmla="*/ 26 h 420"/>
              <a:gd name="p0x4" fmla="*/ 420 w 420"/>
              <a:gd name="p0y4" fmla="*/ 60 h 420"/>
              <a:gd name="p0x5" fmla="*/ 420 w 420"/>
              <a:gd name="p0y5" fmla="*/ 360 h 420"/>
              <a:gd name="p0x6" fmla="*/ 420 w 420"/>
              <a:gd name="p0y6" fmla="*/ 393 h 420"/>
              <a:gd name="p0x7" fmla="*/ 393 w 420"/>
              <a:gd name="p0y7" fmla="*/ 420 h 420"/>
              <a:gd name="p0x8" fmla="*/ 360 w 420"/>
              <a:gd name="p0y8" fmla="*/ 420 h 420"/>
              <a:gd name="p0x9" fmla="*/ 60 w 420"/>
              <a:gd name="p0y9" fmla="*/ 420 h 420"/>
              <a:gd name="p0x10" fmla="*/ 26 w 420"/>
              <a:gd name="p0y10" fmla="*/ 420 h 420"/>
              <a:gd name="p0x11" fmla="*/ 0 w 420"/>
              <a:gd name="p0y11" fmla="*/ 393 h 420"/>
              <a:gd name="p0x12" fmla="*/ 0 w 420"/>
              <a:gd name="p0y12" fmla="*/ 360 h 420"/>
              <a:gd name="p0x13" fmla="*/ 0 w 420"/>
              <a:gd name="p0y13" fmla="*/ 60 h 420"/>
              <a:gd name="p0x14" fmla="*/ 0 w 420"/>
              <a:gd name="p0y14" fmla="*/ 26 h 420"/>
              <a:gd name="p0x15" fmla="*/ 26 w 420"/>
              <a:gd name="p0y15" fmla="*/ 0 h 420"/>
              <a:gd name="p0x16" fmla="*/ 6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custDataLst>
              <p:tags r:id="rId23"/>
            </p:custDataLst>
          </p:nvPr>
        </p:nvSpPr>
        <p:spPr>
          <a:xfrm>
            <a:off x="1019175" y="3863340"/>
            <a:ext cx="266700"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03</a:t>
            </a:r>
            <a:endParaRPr sz="1050" b="1">
              <a:solidFill>
                <a:srgbClr val="FFFFFF"/>
              </a:solidFill>
              <a:latin typeface="黑体" panose="02010609060101010101" charset="-122"/>
              <a:ea typeface="黑体" panose="02010609060101010101" charset="-122"/>
            </a:endParaRPr>
          </a:p>
        </p:txBody>
      </p:sp>
      <p:sp>
        <p:nvSpPr>
          <p:cNvPr id="24" name="文本框 23"/>
          <p:cNvSpPr txBox="1"/>
          <p:nvPr>
            <p:custDataLst>
              <p:tags r:id="rId24"/>
            </p:custDataLst>
          </p:nvPr>
        </p:nvSpPr>
        <p:spPr>
          <a:xfrm>
            <a:off x="1371600" y="3836670"/>
            <a:ext cx="13716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响应式页面构建</a:t>
            </a:r>
            <a:endParaRPr sz="1350" b="1">
              <a:solidFill>
                <a:srgbClr val="2D5B99"/>
              </a:solidFill>
              <a:latin typeface="黑体" panose="02010609060101010101" charset="-122"/>
              <a:ea typeface="黑体" panose="02010609060101010101" charset="-122"/>
            </a:endParaRPr>
          </a:p>
        </p:txBody>
      </p:sp>
      <p:sp>
        <p:nvSpPr>
          <p:cNvPr id="25" name="文本框 24"/>
          <p:cNvSpPr txBox="1"/>
          <p:nvPr>
            <p:custDataLst>
              <p:tags r:id="rId25"/>
            </p:custDataLst>
          </p:nvPr>
        </p:nvSpPr>
        <p:spPr>
          <a:xfrm>
            <a:off x="1371600" y="4191000"/>
            <a:ext cx="9906000" cy="201930"/>
          </a:xfrm>
          <a:prstGeom prst="rect">
            <a:avLst/>
          </a:prstGeom>
          <a:noFill/>
        </p:spPr>
        <p:txBody>
          <a:bodyPr wrap="square" lIns="0" tIns="0" rIns="0" bIns="0" rtlCol="0" anchor="t">
            <a:noAutofit/>
          </a:bodyPr>
          <a:p>
            <a:pPr algn="l">
              <a:lnSpc>
                <a:spcPct val="133000"/>
              </a:lnSpc>
            </a:pPr>
            <a:r>
              <a:rPr sz="1125">
                <a:solidFill>
                  <a:srgbClr val="1E293B"/>
                </a:solidFill>
                <a:latin typeface="宋体" panose="02010600030101010101" pitchFamily="2" charset="-122"/>
                <a:ea typeface="宋体" panose="02010600030101010101" pitchFamily="2" charset="-122"/>
              </a:rPr>
              <a:t>基于</a:t>
            </a:r>
            <a:r>
              <a:rPr sz="1125" b="1">
                <a:solidFill>
                  <a:srgbClr val="2D5B99"/>
                </a:solidFill>
                <a:latin typeface="宋体" panose="02010600030101010101" pitchFamily="2" charset="-122"/>
                <a:ea typeface="宋体" panose="02010600030101010101" pitchFamily="2" charset="-122"/>
              </a:rPr>
              <a:t>TailwindCSS</a:t>
            </a:r>
            <a:r>
              <a:rPr lang="zh-CN" sz="1125">
                <a:solidFill>
                  <a:srgbClr val="1E293B"/>
                </a:solidFill>
                <a:latin typeface="宋体" panose="02010600030101010101" pitchFamily="2" charset="-122"/>
                <a:ea typeface="宋体" panose="02010600030101010101" pitchFamily="2" charset="-122"/>
                <a:cs typeface="宋体" panose="02010600030101010101" pitchFamily="2" charset="-122"/>
              </a:rPr>
              <a:t>原子类实现</a:t>
            </a:r>
            <a:r>
              <a:rPr lang="en-US" altLang="zh-CN" sz="1125">
                <a:solidFill>
                  <a:srgbClr val="1E293B"/>
                </a:solidFill>
                <a:latin typeface="宋体" panose="02010600030101010101" pitchFamily="2" charset="-122"/>
                <a:ea typeface="宋体" panose="02010600030101010101" pitchFamily="2" charset="-122"/>
                <a:cs typeface="宋体" panose="02010600030101010101" pitchFamily="2" charset="-122"/>
              </a:rPr>
              <a:t>UI</a:t>
            </a:r>
            <a:r>
              <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rPr>
              <a:t>组件，适配不同尺寸安卓设备，界面简约低认知负担</a:t>
            </a:r>
            <a:endParaRPr lang="zh-CN" altLang="en-US" sz="1125">
              <a:solidFill>
                <a:srgbClr val="1E293B"/>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3" name="矩形 2"/>
          <p:cNvSpPr/>
          <p:nvPr>
            <p:custDataLst>
              <p:tags r:id="rId1"/>
            </p:custDataLst>
          </p:nvPr>
        </p:nvSpPr>
        <p:spPr>
          <a:xfrm>
            <a:off x="533400" y="762000"/>
            <a:ext cx="571500" cy="28575"/>
          </a:xfrm>
          <a:prstGeom prst="rect">
            <a:avLst/>
          </a:pr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custDataLst>
              <p:tags r:id="rId2"/>
            </p:custDataLst>
          </p:nvPr>
        </p:nvSpPr>
        <p:spPr>
          <a:xfrm>
            <a:off x="533400" y="287655"/>
            <a:ext cx="11125200" cy="346710"/>
          </a:xfrm>
          <a:prstGeom prst="rect">
            <a:avLst/>
          </a:prstGeom>
          <a:noFill/>
        </p:spPr>
        <p:txBody>
          <a:bodyPr wrap="square" lIns="0" tIns="0" rIns="0" bIns="0" rtlCol="0" anchor="t">
            <a:noAutofit/>
          </a:bodyPr>
          <a:p>
            <a:pPr algn="l">
              <a:lnSpc>
                <a:spcPct val="125000"/>
              </a:lnSpc>
            </a:pPr>
            <a:r>
              <a:rPr sz="2100" b="1">
                <a:solidFill>
                  <a:srgbClr val="2D5B99"/>
                </a:solidFill>
                <a:latin typeface="黑体" panose="02010609060101010101" charset="-122"/>
                <a:ea typeface="黑体" panose="02010609060101010101" charset="-122"/>
              </a:rPr>
              <a:t>系统测试方案与结果</a:t>
            </a:r>
            <a:endParaRPr sz="2100" b="1">
              <a:solidFill>
                <a:srgbClr val="2D5B99"/>
              </a:solidFill>
              <a:latin typeface="黑体" panose="02010609060101010101" charset="-122"/>
              <a:ea typeface="黑体" panose="02010609060101010101" charset="-122"/>
            </a:endParaRPr>
          </a:p>
        </p:txBody>
      </p:sp>
      <p:sp>
        <p:nvSpPr>
          <p:cNvPr id="49" name="矩形 48"/>
          <p:cNvSpPr/>
          <p:nvPr>
            <p:custDataLst>
              <p:tags r:id="rId3"/>
            </p:custDataLst>
          </p:nvPr>
        </p:nvSpPr>
        <p:spPr>
          <a:xfrm>
            <a:off x="385445" y="4934585"/>
            <a:ext cx="11420475" cy="1727835"/>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文本框 49"/>
          <p:cNvSpPr txBox="1"/>
          <p:nvPr>
            <p:custDataLst>
              <p:tags r:id="rId4"/>
            </p:custDataLst>
          </p:nvPr>
        </p:nvSpPr>
        <p:spPr>
          <a:xfrm>
            <a:off x="542925" y="5103495"/>
            <a:ext cx="11106150" cy="182880"/>
          </a:xfrm>
          <a:prstGeom prst="rect">
            <a:avLst/>
          </a:prstGeom>
          <a:noFill/>
        </p:spPr>
        <p:txBody>
          <a:bodyPr wrap="square" lIns="0" tIns="0" rIns="0" bIns="0" rtlCol="0" anchor="t">
            <a:noAutofit/>
          </a:bodyPr>
          <a:p>
            <a:pPr algn="l">
              <a:lnSpc>
                <a:spcPct val="133000"/>
              </a:lnSpc>
            </a:pPr>
            <a:r>
              <a:rPr sz="1050" b="1">
                <a:solidFill>
                  <a:srgbClr val="334155"/>
                </a:solidFill>
                <a:latin typeface="黑体" panose="02010609060101010101" charset="-122"/>
                <a:ea typeface="黑体" panose="02010609060101010101" charset="-122"/>
              </a:rPr>
              <a:t>【答辩备注】</a:t>
            </a:r>
            <a:endParaRPr sz="1050" b="1">
              <a:solidFill>
                <a:srgbClr val="334155"/>
              </a:solidFill>
              <a:latin typeface="黑体" panose="02010609060101010101" charset="-122"/>
              <a:ea typeface="黑体" panose="02010609060101010101" charset="-122"/>
            </a:endParaRPr>
          </a:p>
        </p:txBody>
      </p:sp>
      <p:sp>
        <p:nvSpPr>
          <p:cNvPr id="51" name="文本框 50"/>
          <p:cNvSpPr txBox="1"/>
          <p:nvPr>
            <p:custDataLst>
              <p:tags r:id="rId5"/>
            </p:custDataLst>
          </p:nvPr>
        </p:nvSpPr>
        <p:spPr>
          <a:xfrm>
            <a:off x="542925" y="5393055"/>
            <a:ext cx="11106150" cy="82296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讲解话术：</a:t>
            </a:r>
            <a:r>
              <a:rPr lang="en-US" sz="1050">
                <a:solidFill>
                  <a:srgbClr val="475569"/>
                </a:solidFill>
                <a:latin typeface="黑体" panose="02010609060101010101" charset="-122"/>
                <a:ea typeface="黑体" panose="02010609060101010101" charset="-122"/>
                <a:cs typeface="黑体" panose="02010609060101010101" charset="-122"/>
              </a:rPr>
              <a:t>"</a:t>
            </a:r>
            <a:r>
              <a:rPr lang="zh-CN" altLang="en-US" sz="1050">
                <a:solidFill>
                  <a:srgbClr val="475569"/>
                </a:solidFill>
                <a:latin typeface="黑体" panose="02010609060101010101" charset="-122"/>
                <a:ea typeface="黑体" panose="02010609060101010101" charset="-122"/>
                <a:cs typeface="黑体" panose="02010609060101010101" charset="-122"/>
              </a:rPr>
              <a:t>系统开发完成之后，我们做了完整的测试。测试环境我们是用</a:t>
            </a:r>
            <a:r>
              <a:rPr lang="en-US" altLang="zh-CN" sz="1050">
                <a:solidFill>
                  <a:srgbClr val="475569"/>
                </a:solidFill>
                <a:latin typeface="黑体" panose="02010609060101010101" charset="-122"/>
                <a:ea typeface="黑体" panose="02010609060101010101" charset="-122"/>
                <a:cs typeface="黑体" panose="02010609060101010101" charset="-122"/>
              </a:rPr>
              <a:t>Docker</a:t>
            </a:r>
            <a:r>
              <a:rPr lang="zh-CN" altLang="en-US" sz="1050">
                <a:solidFill>
                  <a:srgbClr val="475569"/>
                </a:solidFill>
                <a:latin typeface="黑体" panose="02010609060101010101" charset="-122"/>
                <a:ea typeface="黑体" panose="02010609060101010101" charset="-122"/>
                <a:cs typeface="黑体" panose="02010609060101010101" charset="-122"/>
              </a:rPr>
              <a:t>容器化部署的预发布环境，覆盖了安卓移动端和</a:t>
            </a:r>
            <a:r>
              <a:rPr lang="en-US" altLang="zh-CN" sz="1050">
                <a:solidFill>
                  <a:srgbClr val="475569"/>
                </a:solidFill>
                <a:latin typeface="黑体" panose="02010609060101010101" charset="-122"/>
                <a:ea typeface="黑体" panose="02010609060101010101" charset="-122"/>
                <a:cs typeface="黑体" panose="02010609060101010101" charset="-122"/>
              </a:rPr>
              <a:t>Web</a:t>
            </a:r>
            <a:r>
              <a:rPr lang="zh-CN" altLang="en-US" sz="1050">
                <a:solidFill>
                  <a:srgbClr val="475569"/>
                </a:solidFill>
                <a:latin typeface="黑体" panose="02010609060101010101" charset="-122"/>
                <a:ea typeface="黑体" panose="02010609060101010101" charset="-122"/>
                <a:cs typeface="黑体" panose="02010609060101010101" charset="-122"/>
              </a:rPr>
              <a:t>管理后台，和实际的线上环境是一致的。测试维度主要有两个：一个是多角色的权限隔离测试，我们测了横向越权和纵向越权的场景；另一个是任务全生命周期的流转测试，从任务创建到最后积分结算的整个流程都覆盖了。测试方法我们是黑盒功能测试和白盒代码审查结合，核心接口还做了自动化测试。测试结果也很理想：权限隔离这块，所有的越权请求都被拦截了，返回</a:t>
            </a:r>
            <a:r>
              <a:rPr lang="en-US" altLang="zh-CN" sz="1050">
                <a:solidFill>
                  <a:srgbClr val="475569"/>
                </a:solidFill>
                <a:latin typeface="黑体" panose="02010609060101010101" charset="-122"/>
                <a:ea typeface="黑体" panose="02010609060101010101" charset="-122"/>
                <a:cs typeface="黑体" panose="02010609060101010101" charset="-122"/>
              </a:rPr>
              <a:t>403</a:t>
            </a:r>
            <a:r>
              <a:rPr lang="zh-CN" altLang="en-US" sz="1050">
                <a:solidFill>
                  <a:srgbClr val="475569"/>
                </a:solidFill>
                <a:latin typeface="黑体" panose="02010609060101010101" charset="-122"/>
                <a:ea typeface="黑体" panose="02010609060101010101" charset="-122"/>
                <a:cs typeface="黑体" panose="02010609060101010101" charset="-122"/>
              </a:rPr>
              <a:t>，符合预期；任务流转的全链路没有异常，数据一致性是</a:t>
            </a:r>
            <a:r>
              <a:rPr lang="en-US" altLang="zh-CN" sz="1050">
                <a:solidFill>
                  <a:srgbClr val="475569"/>
                </a:solidFill>
                <a:latin typeface="黑体" panose="02010609060101010101" charset="-122"/>
                <a:ea typeface="黑体" panose="02010609060101010101" charset="-122"/>
                <a:cs typeface="黑体" panose="02010609060101010101" charset="-122"/>
              </a:rPr>
              <a:t>100%</a:t>
            </a:r>
            <a:r>
              <a:rPr lang="zh-CN" altLang="en-US" sz="1050">
                <a:solidFill>
                  <a:srgbClr val="475569"/>
                </a:solidFill>
                <a:latin typeface="黑体" panose="02010609060101010101" charset="-122"/>
                <a:ea typeface="黑体" panose="02010609060101010101" charset="-122"/>
                <a:cs typeface="黑体" panose="02010609060101010101" charset="-122"/>
              </a:rPr>
              <a:t>；性能测试在预期负载下响应时间也小于</a:t>
            </a:r>
            <a:r>
              <a:rPr lang="en-US" altLang="zh-CN" sz="1050">
                <a:solidFill>
                  <a:srgbClr val="475569"/>
                </a:solidFill>
                <a:latin typeface="黑体" panose="02010609060101010101" charset="-122"/>
                <a:ea typeface="黑体" panose="02010609060101010101" charset="-122"/>
                <a:cs typeface="黑体" panose="02010609060101010101" charset="-122"/>
              </a:rPr>
              <a:t>200</a:t>
            </a:r>
            <a:r>
              <a:rPr lang="zh-CN" altLang="en-US" sz="1050">
                <a:solidFill>
                  <a:srgbClr val="475569"/>
                </a:solidFill>
                <a:latin typeface="黑体" panose="02010609060101010101" charset="-122"/>
                <a:ea typeface="黑体" panose="02010609060101010101" charset="-122"/>
                <a:cs typeface="黑体" panose="02010609060101010101" charset="-122"/>
              </a:rPr>
              <a:t>毫秒，系统很稳定。所以我们的结论是核心业务流程稳定，已经达到了上线的要求。</a:t>
            </a:r>
            <a:r>
              <a:rPr lang="en-US" altLang="zh-CN" sz="1050">
                <a:solidFill>
                  <a:srgbClr val="475569"/>
                </a:solidFill>
                <a:latin typeface="黑体" panose="02010609060101010101" charset="-122"/>
                <a:ea typeface="黑体" panose="02010609060101010101" charset="-122"/>
                <a:cs typeface="黑体" panose="02010609060101010101" charset="-122"/>
              </a:rPr>
              <a:t>"</a:t>
            </a:r>
            <a:endParaRPr lang="en-US" altLang="zh-CN" sz="1050">
              <a:solidFill>
                <a:srgbClr val="475569"/>
              </a:solidFill>
              <a:latin typeface="黑体" panose="02010609060101010101" charset="-122"/>
              <a:ea typeface="黑体" panose="02010609060101010101" charset="-122"/>
              <a:cs typeface="黑体" panose="02010609060101010101" charset="-122"/>
            </a:endParaRPr>
          </a:p>
        </p:txBody>
      </p:sp>
      <p:sp>
        <p:nvSpPr>
          <p:cNvPr id="52" name="文本框 51"/>
          <p:cNvSpPr txBox="1"/>
          <p:nvPr>
            <p:custDataLst>
              <p:tags r:id="rId6"/>
            </p:custDataLst>
          </p:nvPr>
        </p:nvSpPr>
        <p:spPr>
          <a:xfrm>
            <a:off x="542925" y="6303645"/>
            <a:ext cx="11106150" cy="18288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要点提示：</a:t>
            </a:r>
            <a:r>
              <a:rPr lang="en-US" sz="1050">
                <a:solidFill>
                  <a:srgbClr val="475569"/>
                </a:solidFill>
                <a:latin typeface="黑体" panose="02010609060101010101" charset="-122"/>
                <a:ea typeface="黑体" panose="02010609060101010101" charset="-122"/>
                <a:cs typeface="黑体" panose="02010609060101010101" charset="-122"/>
              </a:rPr>
              <a:t>1. </a:t>
            </a:r>
            <a:r>
              <a:rPr lang="zh-CN" altLang="en-US" sz="1050">
                <a:solidFill>
                  <a:srgbClr val="475569"/>
                </a:solidFill>
                <a:latin typeface="黑体" panose="02010609060101010101" charset="-122"/>
                <a:ea typeface="黑体" panose="02010609060101010101" charset="-122"/>
                <a:cs typeface="黑体" panose="02010609060101010101" charset="-122"/>
              </a:rPr>
              <a:t>讲测试的时候要体现你的测试是严谨的，覆盖了核心场景，不是随便测的；</a:t>
            </a:r>
            <a:r>
              <a:rPr lang="en-US" altLang="zh-CN" sz="1050">
                <a:solidFill>
                  <a:srgbClr val="475569"/>
                </a:solidFill>
                <a:latin typeface="黑体" panose="02010609060101010101" charset="-122"/>
                <a:ea typeface="黑体" panose="02010609060101010101" charset="-122"/>
                <a:cs typeface="黑体" panose="02010609060101010101" charset="-122"/>
              </a:rPr>
              <a:t>2. </a:t>
            </a:r>
            <a:r>
              <a:rPr lang="zh-CN" altLang="en-US" sz="1050">
                <a:solidFill>
                  <a:srgbClr val="475569"/>
                </a:solidFill>
                <a:latin typeface="黑体" panose="02010609060101010101" charset="-122"/>
                <a:ea typeface="黑体" panose="02010609060101010101" charset="-122"/>
                <a:cs typeface="黑体" panose="02010609060101010101" charset="-122"/>
              </a:rPr>
              <a:t>重点突出测试结果，尤其是</a:t>
            </a:r>
            <a:r>
              <a:rPr lang="en-US" altLang="zh-CN" sz="1050">
                <a:solidFill>
                  <a:srgbClr val="475569"/>
                </a:solidFill>
                <a:latin typeface="黑体" panose="02010609060101010101" charset="-122"/>
                <a:ea typeface="黑体" panose="02010609060101010101" charset="-122"/>
                <a:cs typeface="黑体" panose="02010609060101010101" charset="-122"/>
              </a:rPr>
              <a:t>100%</a:t>
            </a:r>
            <a:r>
              <a:rPr lang="zh-CN" altLang="en-US" sz="1050">
                <a:solidFill>
                  <a:srgbClr val="475569"/>
                </a:solidFill>
                <a:latin typeface="黑体" panose="02010609060101010101" charset="-122"/>
                <a:ea typeface="黑体" panose="02010609060101010101" charset="-122"/>
                <a:cs typeface="黑体" panose="02010609060101010101" charset="-122"/>
              </a:rPr>
              <a:t>数据一致性和稳定运行的结论，说明你的系统是可靠的。</a:t>
            </a:r>
            <a:endParaRPr lang="zh-CN" altLang="en-US" sz="1050">
              <a:solidFill>
                <a:srgbClr val="475569"/>
              </a:solidFill>
              <a:latin typeface="黑体" panose="02010609060101010101" charset="-122"/>
              <a:ea typeface="黑体" panose="02010609060101010101" charset="-122"/>
              <a:cs typeface="黑体" panose="02010609060101010101" charset="-122"/>
            </a:endParaRPr>
          </a:p>
        </p:txBody>
      </p:sp>
      <p:sp>
        <p:nvSpPr>
          <p:cNvPr id="4" name="任意多边形 3"/>
          <p:cNvSpPr/>
          <p:nvPr>
            <p:custDataLst>
              <p:tags r:id="rId7"/>
            </p:custDataLst>
          </p:nvPr>
        </p:nvSpPr>
        <p:spPr>
          <a:xfrm>
            <a:off x="537845" y="966470"/>
            <a:ext cx="5419725" cy="3514725"/>
          </a:xfrm>
          <a:custGeom>
            <a:avLst/>
            <a:gdLst>
              <a:gd name="sw" fmla="*/ 1 w 8535"/>
              <a:gd name="sh" fmla="*/ 1 h 5535"/>
              <a:gd name="mins" fmla="min sw sh"/>
              <a:gd name="dsw" fmla="+- 0 sw mins"/>
              <a:gd name="dsh" fmla="+- 0 sh mins"/>
              <a:gd name="p0x0" fmla="*/ 90 w 8535"/>
              <a:gd name="p0y0" fmla="*/ 0 h 5535"/>
              <a:gd name="p0x1" fmla="*/ 8445 w 8535"/>
              <a:gd name="p0y1" fmla="*/ 0 h 5535"/>
              <a:gd name="p0x2" fmla="*/ 8494 w 8535"/>
              <a:gd name="p0y2" fmla="*/ 0 h 5535"/>
              <a:gd name="p0x3" fmla="*/ 8535 w 8535"/>
              <a:gd name="p0y3" fmla="*/ 40 h 5535"/>
              <a:gd name="p0x4" fmla="*/ 8535 w 8535"/>
              <a:gd name="p0y4" fmla="*/ 90 h 5535"/>
              <a:gd name="p0x5" fmla="*/ 8535 w 8535"/>
              <a:gd name="p0y5" fmla="*/ 5445 h 5535"/>
              <a:gd name="p0x6" fmla="*/ 8535 w 8535"/>
              <a:gd name="p0y6" fmla="*/ 5494 h 5535"/>
              <a:gd name="p0x7" fmla="*/ 8494 w 8535"/>
              <a:gd name="p0y7" fmla="*/ 5535 h 5535"/>
              <a:gd name="p0x8" fmla="*/ 8445 w 8535"/>
              <a:gd name="p0y8" fmla="*/ 5535 h 5535"/>
              <a:gd name="p0x9" fmla="*/ 90 w 8535"/>
              <a:gd name="p0y9" fmla="*/ 5535 h 5535"/>
              <a:gd name="p0x10" fmla="*/ 40 w 8535"/>
              <a:gd name="p0y10" fmla="*/ 5535 h 5535"/>
              <a:gd name="p0x11" fmla="*/ 0 w 8535"/>
              <a:gd name="p0y11" fmla="*/ 5494 h 5535"/>
              <a:gd name="p0x12" fmla="*/ 0 w 8535"/>
              <a:gd name="p0y12" fmla="*/ 5445 h 5535"/>
              <a:gd name="p0x13" fmla="*/ 0 w 8535"/>
              <a:gd name="p0y13" fmla="*/ 90 h 5535"/>
              <a:gd name="p0x14" fmla="*/ 0 w 8535"/>
              <a:gd name="p0y14" fmla="*/ 40 h 5535"/>
              <a:gd name="p0x15" fmla="*/ 40 w 8535"/>
              <a:gd name="p0y15" fmla="*/ 0 h 5535"/>
              <a:gd name="p0x16" fmla="*/ 90 w 8535"/>
              <a:gd name="p0y16" fmla="*/ 0 h 55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8"/>
            </p:custDataLst>
          </p:nvPr>
        </p:nvSpPr>
        <p:spPr>
          <a:xfrm>
            <a:off x="733425" y="1174432"/>
            <a:ext cx="50292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测试方案</a:t>
            </a:r>
            <a:endParaRPr sz="1350" b="1">
              <a:solidFill>
                <a:srgbClr val="2D5B99"/>
              </a:solidFill>
              <a:latin typeface="黑体" panose="02010609060101010101" charset="-122"/>
              <a:ea typeface="黑体" panose="02010609060101010101" charset="-122"/>
            </a:endParaRPr>
          </a:p>
        </p:txBody>
      </p:sp>
      <p:pic>
        <p:nvPicPr>
          <p:cNvPr id="7" name="图片 6"/>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t="-10000" b="-10000"/>
          <a:stretch>
            <a:fillRect/>
          </a:stretch>
        </p:blipFill>
        <p:spPr>
          <a:xfrm>
            <a:off x="733425" y="1602105"/>
            <a:ext cx="152400" cy="160020"/>
          </a:xfrm>
          <a:prstGeom prst="rect">
            <a:avLst/>
          </a:prstGeom>
        </p:spPr>
      </p:pic>
      <p:sp>
        <p:nvSpPr>
          <p:cNvPr id="8" name="文本框 7"/>
          <p:cNvSpPr txBox="1"/>
          <p:nvPr>
            <p:custDataLst>
              <p:tags r:id="rId12"/>
            </p:custDataLst>
          </p:nvPr>
        </p:nvSpPr>
        <p:spPr>
          <a:xfrm>
            <a:off x="962025" y="1586865"/>
            <a:ext cx="480060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测试环境</a:t>
            </a:r>
            <a:endParaRPr sz="1200" b="1">
              <a:solidFill>
                <a:srgbClr val="1E293B"/>
              </a:solidFill>
              <a:latin typeface="黑体" panose="02010609060101010101" charset="-122"/>
              <a:ea typeface="黑体" panose="02010609060101010101" charset="-122"/>
            </a:endParaRPr>
          </a:p>
        </p:txBody>
      </p:sp>
      <p:sp>
        <p:nvSpPr>
          <p:cNvPr id="9" name="文本框 8"/>
          <p:cNvSpPr txBox="1"/>
          <p:nvPr>
            <p:custDataLst>
              <p:tags r:id="rId13"/>
            </p:custDataLst>
          </p:nvPr>
        </p:nvSpPr>
        <p:spPr>
          <a:xfrm>
            <a:off x="733425" y="1892617"/>
            <a:ext cx="2266950" cy="196215"/>
          </a:xfrm>
          <a:prstGeom prst="rect">
            <a:avLst/>
          </a:prstGeom>
          <a:noFill/>
        </p:spPr>
        <p:txBody>
          <a:bodyPr wrap="square" lIns="0" tIns="0" rIns="0" bIns="0" rtlCol="0" anchor="t">
            <a:noAutofit/>
          </a:bodyPr>
          <a:p>
            <a:pPr algn="l">
              <a:lnSpc>
                <a:spcPct val="142000"/>
              </a:lnSpc>
            </a:pPr>
            <a:r>
              <a:rPr lang="en-US" sz="1050">
                <a:solidFill>
                  <a:srgbClr val="1E293B"/>
                </a:solidFill>
                <a:latin typeface="黑体" panose="02010609060101010101" charset="-122"/>
                <a:ea typeface="黑体" panose="02010609060101010101" charset="-122"/>
                <a:cs typeface="黑体" panose="02010609060101010101" charset="-122"/>
              </a:rPr>
              <a:t>Docker</a:t>
            </a:r>
            <a:r>
              <a:rPr lang="zh-CN" sz="1050">
                <a:solidFill>
                  <a:srgbClr val="1E293B"/>
                </a:solidFill>
                <a:latin typeface="黑体" panose="02010609060101010101" charset="-122"/>
                <a:ea typeface="黑体" panose="02010609060101010101" charset="-122"/>
                <a:cs typeface="黑体" panose="02010609060101010101" charset="-122"/>
              </a:rPr>
              <a:t>容器化部署预发布环境，覆盖</a:t>
            </a:r>
            <a:endParaRPr lang="zh-CN" sz="1050">
              <a:solidFill>
                <a:srgbClr val="1E293B"/>
              </a:solidFill>
              <a:latin typeface="黑体" panose="02010609060101010101" charset="-122"/>
              <a:ea typeface="黑体" panose="02010609060101010101" charset="-122"/>
              <a:cs typeface="黑体" panose="02010609060101010101" charset="-122"/>
            </a:endParaRPr>
          </a:p>
        </p:txBody>
      </p:sp>
      <p:sp>
        <p:nvSpPr>
          <p:cNvPr id="10" name="任意多边形 9"/>
          <p:cNvSpPr/>
          <p:nvPr>
            <p:custDataLst>
              <p:tags r:id="rId14"/>
            </p:custDataLst>
          </p:nvPr>
        </p:nvSpPr>
        <p:spPr>
          <a:xfrm>
            <a:off x="2867025" y="1876425"/>
            <a:ext cx="809625" cy="248285"/>
          </a:xfrm>
          <a:custGeom>
            <a:avLst/>
            <a:gdLst>
              <a:gd name="sw" fmla="*/ 1 w 1275"/>
              <a:gd name="sh" fmla="*/ 1 h 391"/>
              <a:gd name="mins" fmla="min sw sh"/>
              <a:gd name="dsw" fmla="+- 0 sw mins"/>
              <a:gd name="dsh" fmla="+- 0 sh mins"/>
              <a:gd name="p0x0" fmla="*/ 45 w 1275"/>
              <a:gd name="p0y0" fmla="*/ 0 h 391"/>
              <a:gd name="p0x1" fmla="*/ 1230 w 1275"/>
              <a:gd name="p0y1" fmla="*/ 0 h 391"/>
              <a:gd name="p0x2" fmla="*/ 1254 w 1275"/>
              <a:gd name="p0y2" fmla="*/ 0 h 391"/>
              <a:gd name="p0x3" fmla="*/ 1275 w 1275"/>
              <a:gd name="p0y3" fmla="*/ 20 h 391"/>
              <a:gd name="p0x4" fmla="*/ 1275 w 1275"/>
              <a:gd name="p0y4" fmla="*/ 45 h 391"/>
              <a:gd name="p0x5" fmla="*/ 1275 w 1275"/>
              <a:gd name="p0y5" fmla="*/ 346 h 391"/>
              <a:gd name="p0x6" fmla="*/ 1275 w 1275"/>
              <a:gd name="p0y6" fmla="*/ 371 h 391"/>
              <a:gd name="p0x7" fmla="*/ 1254 w 1275"/>
              <a:gd name="p0y7" fmla="*/ 391 h 391"/>
              <a:gd name="p0x8" fmla="*/ 1230 w 1275"/>
              <a:gd name="p0y8" fmla="*/ 391 h 391"/>
              <a:gd name="p0x9" fmla="*/ 45 w 1275"/>
              <a:gd name="p0y9" fmla="*/ 391 h 391"/>
              <a:gd name="p0x10" fmla="*/ 20 w 1275"/>
              <a:gd name="p0y10" fmla="*/ 391 h 391"/>
              <a:gd name="p0x11" fmla="*/ 0 w 1275"/>
              <a:gd name="p0y11" fmla="*/ 371 h 391"/>
              <a:gd name="p0x12" fmla="*/ 0 w 1275"/>
              <a:gd name="p0y12" fmla="*/ 346 h 391"/>
              <a:gd name="p0x13" fmla="*/ 0 w 1275"/>
              <a:gd name="p0y13" fmla="*/ 45 h 391"/>
              <a:gd name="p0x14" fmla="*/ 0 w 1275"/>
              <a:gd name="p0y14" fmla="*/ 20 h 391"/>
              <a:gd name="p0x15" fmla="*/ 20 w 1275"/>
              <a:gd name="p0y15" fmla="*/ 0 h 391"/>
              <a:gd name="p0x16" fmla="*/ 45 w 1275"/>
              <a:gd name="p0y16" fmla="*/ 0 h 391"/>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EF2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15"/>
            </p:custDataLst>
          </p:nvPr>
        </p:nvSpPr>
        <p:spPr>
          <a:xfrm>
            <a:off x="2962275" y="1902619"/>
            <a:ext cx="742950" cy="183833"/>
          </a:xfrm>
          <a:prstGeom prst="rect">
            <a:avLst/>
          </a:prstGeom>
          <a:noFill/>
        </p:spPr>
        <p:txBody>
          <a:bodyPr wrap="square" lIns="0" tIns="0" rIns="0" bIns="0" rtlCol="0" anchor="t">
            <a:noAutofit/>
          </a:bodyPr>
          <a:p>
            <a:pPr algn="l">
              <a:lnSpc>
                <a:spcPct val="142000"/>
              </a:lnSpc>
            </a:pPr>
            <a:r>
              <a:rPr sz="975">
                <a:solidFill>
                  <a:srgbClr val="2D5B99"/>
                </a:solidFill>
                <a:latin typeface="黑体" panose="02010609060101010101" charset="-122"/>
                <a:ea typeface="黑体" panose="02010609060101010101" charset="-122"/>
              </a:rPr>
              <a:t>安卓移动端</a:t>
            </a:r>
            <a:endParaRPr sz="975">
              <a:solidFill>
                <a:srgbClr val="2D5B99"/>
              </a:solidFill>
              <a:latin typeface="黑体" panose="02010609060101010101" charset="-122"/>
              <a:ea typeface="黑体" panose="02010609060101010101" charset="-122"/>
            </a:endParaRPr>
          </a:p>
        </p:txBody>
      </p:sp>
      <p:sp>
        <p:nvSpPr>
          <p:cNvPr id="12" name="任意多边形 11"/>
          <p:cNvSpPr/>
          <p:nvPr>
            <p:custDataLst>
              <p:tags r:id="rId16"/>
            </p:custDataLst>
          </p:nvPr>
        </p:nvSpPr>
        <p:spPr>
          <a:xfrm>
            <a:off x="3800475" y="1876425"/>
            <a:ext cx="871220" cy="248285"/>
          </a:xfrm>
          <a:custGeom>
            <a:avLst/>
            <a:gdLst>
              <a:gd name="sw" fmla="*/ 1 w 1372"/>
              <a:gd name="sh" fmla="*/ 1 h 391"/>
              <a:gd name="mins" fmla="min sw sh"/>
              <a:gd name="dsw" fmla="+- 0 sw mins"/>
              <a:gd name="dsh" fmla="+- 0 sh mins"/>
              <a:gd name="p0x0" fmla="*/ 45 w 1372"/>
              <a:gd name="p0y0" fmla="*/ 0 h 391"/>
              <a:gd name="p0x1" fmla="*/ 1327 w 1372"/>
              <a:gd name="p0y1" fmla="*/ 0 h 391"/>
              <a:gd name="p0x2" fmla="*/ 1352 w 1372"/>
              <a:gd name="p0y2" fmla="*/ 0 h 391"/>
              <a:gd name="p0x3" fmla="*/ 1372 w 1372"/>
              <a:gd name="p0y3" fmla="*/ 20 h 391"/>
              <a:gd name="p0x4" fmla="*/ 1372 w 1372"/>
              <a:gd name="p0y4" fmla="*/ 45 h 391"/>
              <a:gd name="p0x5" fmla="*/ 1372 w 1372"/>
              <a:gd name="p0y5" fmla="*/ 346 h 391"/>
              <a:gd name="p0x6" fmla="*/ 1372 w 1372"/>
              <a:gd name="p0y6" fmla="*/ 371 h 391"/>
              <a:gd name="p0x7" fmla="*/ 1352 w 1372"/>
              <a:gd name="p0y7" fmla="*/ 391 h 391"/>
              <a:gd name="p0x8" fmla="*/ 1327 w 1372"/>
              <a:gd name="p0y8" fmla="*/ 391 h 391"/>
              <a:gd name="p0x9" fmla="*/ 45 w 1372"/>
              <a:gd name="p0y9" fmla="*/ 391 h 391"/>
              <a:gd name="p0x10" fmla="*/ 20 w 1372"/>
              <a:gd name="p0y10" fmla="*/ 391 h 391"/>
              <a:gd name="p0x11" fmla="*/ 0 w 1372"/>
              <a:gd name="p0y11" fmla="*/ 371 h 391"/>
              <a:gd name="p0x12" fmla="*/ 0 w 1372"/>
              <a:gd name="p0y12" fmla="*/ 346 h 391"/>
              <a:gd name="p0x13" fmla="*/ 0 w 1372"/>
              <a:gd name="p0y13" fmla="*/ 45 h 391"/>
              <a:gd name="p0x14" fmla="*/ 0 w 1372"/>
              <a:gd name="p0y14" fmla="*/ 20 h 391"/>
              <a:gd name="p0x15" fmla="*/ 20 w 1372"/>
              <a:gd name="p0y15" fmla="*/ 0 h 391"/>
              <a:gd name="p0x16" fmla="*/ 45 w 1372"/>
              <a:gd name="p0y16" fmla="*/ 0 h 391"/>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EF2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custDataLst>
              <p:tags r:id="rId17"/>
            </p:custDataLst>
          </p:nvPr>
        </p:nvSpPr>
        <p:spPr>
          <a:xfrm>
            <a:off x="3895725" y="1902619"/>
            <a:ext cx="804863" cy="183833"/>
          </a:xfrm>
          <a:prstGeom prst="rect">
            <a:avLst/>
          </a:prstGeom>
          <a:noFill/>
        </p:spPr>
        <p:txBody>
          <a:bodyPr wrap="square" lIns="0" tIns="0" rIns="0" bIns="0" rtlCol="0" anchor="t">
            <a:noAutofit/>
          </a:bodyPr>
          <a:p>
            <a:pPr algn="l">
              <a:lnSpc>
                <a:spcPct val="142000"/>
              </a:lnSpc>
            </a:pPr>
            <a:r>
              <a:rPr lang="en-US" sz="975">
                <a:solidFill>
                  <a:srgbClr val="2D5B99"/>
                </a:solidFill>
                <a:latin typeface="黑体" panose="02010609060101010101" charset="-122"/>
                <a:ea typeface="黑体" panose="02010609060101010101" charset="-122"/>
                <a:cs typeface="黑体" panose="02010609060101010101" charset="-122"/>
              </a:rPr>
              <a:t>Web</a:t>
            </a:r>
            <a:r>
              <a:rPr lang="zh-CN" sz="975">
                <a:solidFill>
                  <a:srgbClr val="2D5B99"/>
                </a:solidFill>
                <a:latin typeface="黑体" panose="02010609060101010101" charset="-122"/>
                <a:ea typeface="黑体" panose="02010609060101010101" charset="-122"/>
                <a:cs typeface="黑体" panose="02010609060101010101" charset="-122"/>
              </a:rPr>
              <a:t>管理后台</a:t>
            </a:r>
            <a:endParaRPr lang="zh-CN" sz="975">
              <a:solidFill>
                <a:srgbClr val="2D5B99"/>
              </a:solidFill>
              <a:latin typeface="黑体" panose="02010609060101010101" charset="-122"/>
              <a:ea typeface="黑体" panose="02010609060101010101" charset="-122"/>
              <a:cs typeface="黑体" panose="02010609060101010101" charset="-122"/>
            </a:endParaRPr>
          </a:p>
        </p:txBody>
      </p:sp>
      <p:pic>
        <p:nvPicPr>
          <p:cNvPr id="14" name="图片 13"/>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rcRect l="-6250" t="-6000" r="-6250" b="-6000"/>
          <a:stretch>
            <a:fillRect/>
          </a:stretch>
        </p:blipFill>
        <p:spPr>
          <a:xfrm>
            <a:off x="733425" y="2326640"/>
            <a:ext cx="171450" cy="160020"/>
          </a:xfrm>
          <a:prstGeom prst="rect">
            <a:avLst/>
          </a:prstGeom>
        </p:spPr>
      </p:pic>
      <p:sp>
        <p:nvSpPr>
          <p:cNvPr id="15" name="文本框 14"/>
          <p:cNvSpPr txBox="1"/>
          <p:nvPr>
            <p:custDataLst>
              <p:tags r:id="rId21"/>
            </p:custDataLst>
          </p:nvPr>
        </p:nvSpPr>
        <p:spPr>
          <a:xfrm>
            <a:off x="981075" y="2311717"/>
            <a:ext cx="478155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测试维度</a:t>
            </a:r>
            <a:endParaRPr sz="1200" b="1">
              <a:solidFill>
                <a:srgbClr val="1E293B"/>
              </a:solidFill>
              <a:latin typeface="黑体" panose="02010609060101010101" charset="-122"/>
              <a:ea typeface="黑体" panose="02010609060101010101" charset="-122"/>
            </a:endParaRPr>
          </a:p>
        </p:txBody>
      </p:sp>
      <p:pic>
        <p:nvPicPr>
          <p:cNvPr id="20" name="图片 19"/>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rcRect l="-3333" t="-6000" r="-3333" b="-6000"/>
          <a:stretch>
            <a:fillRect/>
          </a:stretch>
        </p:blipFill>
        <p:spPr>
          <a:xfrm>
            <a:off x="733425" y="3313430"/>
            <a:ext cx="152400" cy="160020"/>
          </a:xfrm>
          <a:prstGeom prst="rect">
            <a:avLst/>
          </a:prstGeom>
        </p:spPr>
      </p:pic>
      <p:sp>
        <p:nvSpPr>
          <p:cNvPr id="21" name="文本框 20"/>
          <p:cNvSpPr txBox="1"/>
          <p:nvPr>
            <p:custDataLst>
              <p:tags r:id="rId25"/>
            </p:custDataLst>
          </p:nvPr>
        </p:nvSpPr>
        <p:spPr>
          <a:xfrm>
            <a:off x="962025" y="3298508"/>
            <a:ext cx="480060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测试方法</a:t>
            </a:r>
            <a:endParaRPr sz="1200" b="1">
              <a:solidFill>
                <a:srgbClr val="1E293B"/>
              </a:solidFill>
              <a:latin typeface="黑体" panose="02010609060101010101" charset="-122"/>
              <a:ea typeface="黑体" panose="02010609060101010101" charset="-122"/>
            </a:endParaRPr>
          </a:p>
        </p:txBody>
      </p:sp>
      <p:sp>
        <p:nvSpPr>
          <p:cNvPr id="5" name="任意多边形 4"/>
          <p:cNvSpPr/>
          <p:nvPr>
            <p:custDataLst>
              <p:tags r:id="rId26"/>
            </p:custDataLst>
          </p:nvPr>
        </p:nvSpPr>
        <p:spPr>
          <a:xfrm>
            <a:off x="542925" y="971550"/>
            <a:ext cx="28575" cy="3505200"/>
          </a:xfrm>
          <a:custGeom>
            <a:avLst/>
            <a:gdLst>
              <a:gd name="sw" fmla="*/ 1 w 45"/>
              <a:gd name="sh" fmla="*/ 1 h 5520"/>
              <a:gd name="mins" fmla="min sw sh"/>
              <a:gd name="dsw" fmla="+- 0 sw mins"/>
              <a:gd name="dsh" fmla="+- 0 sh mins"/>
              <a:gd name="p0x0" fmla="*/ 45 w 45"/>
              <a:gd name="p0y0" fmla="*/ 0 h 5520"/>
              <a:gd name="p0x1" fmla="*/ 45 w 45"/>
              <a:gd name="p0y1" fmla="*/ 5520 h 5520"/>
              <a:gd name="p0x2" fmla="*/ 20 w 45"/>
              <a:gd name="p0y2" fmla="*/ 5520 h 5520"/>
              <a:gd name="p0x3" fmla="*/ 0 w 45"/>
              <a:gd name="p0y3" fmla="*/ 5499 h 5520"/>
              <a:gd name="p0x4" fmla="*/ 0 w 45"/>
              <a:gd name="p0y4" fmla="*/ 5475 h 5520"/>
              <a:gd name="p0x5" fmla="*/ 0 w 45"/>
              <a:gd name="p0y5" fmla="*/ 45 h 5520"/>
              <a:gd name="p0x6" fmla="*/ 0 w 45"/>
              <a:gd name="p0y6" fmla="*/ 20 h 5520"/>
              <a:gd name="p0x7" fmla="*/ 20 w 45"/>
              <a:gd name="p0y7" fmla="*/ 0 h 5520"/>
              <a:gd name="p0x8" fmla="*/ 45 w 45"/>
              <a:gd name="p0y8" fmla="*/ 0 h 5520"/>
            </a:gdLst>
            <a:ahLst/>
            <a:cxnLst/>
            <a:pathLst>
              <a:path>
                <a:moveTo>
                  <a:pt x="p0x0" y="p0y0"/>
                </a:moveTo>
                <a:lnTo>
                  <a:pt x="p0x1" y="p0y1"/>
                </a:lnTo>
                <a:cubicBezTo>
                  <a:pt x="p0x2" y="p0y2"/>
                  <a:pt x="p0x3" y="p0y3"/>
                  <a:pt x="p0x4" y="p0y4"/>
                </a:cubicBezTo>
                <a:lnTo>
                  <a:pt x="p0x5" y="p0y5"/>
                </a:lnTo>
                <a:cubicBezTo>
                  <a:pt x="p0x6" y="p0y6"/>
                  <a:pt x="p0x7" y="p0y7"/>
                  <a:pt x="p0x8" y="p0y8"/>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custDataLst>
              <p:tags r:id="rId27"/>
            </p:custDataLst>
          </p:nvPr>
        </p:nvSpPr>
        <p:spPr>
          <a:xfrm>
            <a:off x="885825" y="2613660"/>
            <a:ext cx="487680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多角色权限隔离测试</a:t>
            </a:r>
            <a:endParaRPr sz="1050">
              <a:solidFill>
                <a:srgbClr val="1E293B"/>
              </a:solidFill>
              <a:latin typeface="黑体" panose="02010609060101010101" charset="-122"/>
              <a:ea typeface="黑体" panose="02010609060101010101" charset="-122"/>
            </a:endParaRPr>
          </a:p>
        </p:txBody>
      </p:sp>
      <p:sp>
        <p:nvSpPr>
          <p:cNvPr id="16" name="任意多边形 15"/>
          <p:cNvSpPr/>
          <p:nvPr>
            <p:custDataLst>
              <p:tags r:id="rId28"/>
            </p:custDataLst>
          </p:nvPr>
        </p:nvSpPr>
        <p:spPr>
          <a:xfrm>
            <a:off x="771525" y="2677160"/>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custDataLst>
              <p:tags r:id="rId29"/>
            </p:custDataLst>
          </p:nvPr>
        </p:nvSpPr>
        <p:spPr>
          <a:xfrm>
            <a:off x="885825" y="2897505"/>
            <a:ext cx="487680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任务全生命周期流转测试</a:t>
            </a:r>
            <a:endParaRPr sz="1050">
              <a:solidFill>
                <a:srgbClr val="1E293B"/>
              </a:solidFill>
              <a:latin typeface="黑体" panose="02010609060101010101" charset="-122"/>
              <a:ea typeface="黑体" panose="02010609060101010101" charset="-122"/>
            </a:endParaRPr>
          </a:p>
        </p:txBody>
      </p:sp>
      <p:sp>
        <p:nvSpPr>
          <p:cNvPr id="18" name="任意多边形 17"/>
          <p:cNvSpPr/>
          <p:nvPr>
            <p:custDataLst>
              <p:tags r:id="rId30"/>
            </p:custDataLst>
          </p:nvPr>
        </p:nvSpPr>
        <p:spPr>
          <a:xfrm>
            <a:off x="771525" y="296100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custDataLst>
              <p:tags r:id="rId31"/>
            </p:custDataLst>
          </p:nvPr>
        </p:nvSpPr>
        <p:spPr>
          <a:xfrm>
            <a:off x="885825" y="3600450"/>
            <a:ext cx="487680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黑盒功能测试与白盒代码审查结合</a:t>
            </a:r>
            <a:endParaRPr sz="1050">
              <a:solidFill>
                <a:srgbClr val="1E293B"/>
              </a:solidFill>
              <a:latin typeface="黑体" panose="02010609060101010101" charset="-122"/>
              <a:ea typeface="黑体" panose="02010609060101010101" charset="-122"/>
            </a:endParaRPr>
          </a:p>
        </p:txBody>
      </p:sp>
      <p:sp>
        <p:nvSpPr>
          <p:cNvPr id="22" name="任意多边形 21"/>
          <p:cNvSpPr/>
          <p:nvPr>
            <p:custDataLst>
              <p:tags r:id="rId32"/>
            </p:custDataLst>
          </p:nvPr>
        </p:nvSpPr>
        <p:spPr>
          <a:xfrm>
            <a:off x="771525" y="3663950"/>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33"/>
            </p:custDataLst>
          </p:nvPr>
        </p:nvSpPr>
        <p:spPr>
          <a:xfrm>
            <a:off x="885825" y="3884295"/>
            <a:ext cx="487680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自动化接口测试覆盖核心场景</a:t>
            </a:r>
            <a:endParaRPr sz="1050">
              <a:solidFill>
                <a:srgbClr val="1E293B"/>
              </a:solidFill>
              <a:latin typeface="黑体" panose="02010609060101010101" charset="-122"/>
              <a:ea typeface="黑体" panose="02010609060101010101" charset="-122"/>
            </a:endParaRPr>
          </a:p>
        </p:txBody>
      </p:sp>
      <p:sp>
        <p:nvSpPr>
          <p:cNvPr id="24" name="任意多边形 23"/>
          <p:cNvSpPr/>
          <p:nvPr>
            <p:custDataLst>
              <p:tags r:id="rId34"/>
            </p:custDataLst>
          </p:nvPr>
        </p:nvSpPr>
        <p:spPr>
          <a:xfrm>
            <a:off x="771525" y="3947795"/>
            <a:ext cx="47625" cy="47625"/>
          </a:xfrm>
          <a:custGeom>
            <a:avLst/>
            <a:gdLst>
              <a:gd name="sw" fmla="*/ 1 w 75"/>
              <a:gd name="sh" fmla="*/ 1 h 75"/>
              <a:gd name="mins" fmla="min sw sh"/>
              <a:gd name="dsw" fmla="+- 0 sw mins"/>
              <a:gd name="dsh" fmla="+- 0 sh mins"/>
              <a:gd name="p0x0" fmla="*/ 37 w 75"/>
              <a:gd name="p0y0" fmla="*/ 0 h 75"/>
              <a:gd name="p0x1" fmla="*/ 58 w 75"/>
              <a:gd name="p0y1" fmla="*/ 0 h 75"/>
              <a:gd name="p0x2" fmla="*/ 75 w 75"/>
              <a:gd name="p0y2" fmla="*/ 16 h 75"/>
              <a:gd name="p0x3" fmla="*/ 75 w 75"/>
              <a:gd name="p0y3" fmla="*/ 37 h 75"/>
              <a:gd name="p0x4" fmla="*/ 75 w 75"/>
              <a:gd name="p0y4" fmla="*/ 58 h 75"/>
              <a:gd name="p0x5" fmla="*/ 58 w 75"/>
              <a:gd name="p0y5" fmla="*/ 75 h 75"/>
              <a:gd name="p0x6" fmla="*/ 37 w 75"/>
              <a:gd name="p0y6" fmla="*/ 75 h 75"/>
              <a:gd name="p0x7" fmla="*/ 16 w 75"/>
              <a:gd name="p0y7" fmla="*/ 75 h 75"/>
              <a:gd name="p0x8" fmla="*/ 0 w 75"/>
              <a:gd name="p0y8" fmla="*/ 58 h 75"/>
              <a:gd name="p0x9" fmla="*/ 0 w 75"/>
              <a:gd name="p0y9" fmla="*/ 37 h 75"/>
              <a:gd name="p0x10" fmla="*/ 0 w 75"/>
              <a:gd name="p0y10" fmla="*/ 16 h 75"/>
              <a:gd name="p0x11" fmla="*/ 16 w 75"/>
              <a:gd name="p0y11" fmla="*/ 0 h 75"/>
              <a:gd name="p0x12" fmla="*/ 37 w 75"/>
              <a:gd name="p0y12" fmla="*/ 0 h 75"/>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custDataLst>
              <p:tags r:id="rId35"/>
            </p:custDataLst>
          </p:nvPr>
        </p:nvSpPr>
        <p:spPr>
          <a:xfrm>
            <a:off x="6233795" y="966470"/>
            <a:ext cx="5419725" cy="3514725"/>
          </a:xfrm>
          <a:custGeom>
            <a:avLst/>
            <a:gdLst>
              <a:gd name="sw" fmla="*/ 1 w 8535"/>
              <a:gd name="sh" fmla="*/ 1 h 5535"/>
              <a:gd name="mins" fmla="min sw sh"/>
              <a:gd name="dsw" fmla="+- 0 sw mins"/>
              <a:gd name="dsh" fmla="+- 0 sh mins"/>
              <a:gd name="p0x0" fmla="*/ 90 w 8535"/>
              <a:gd name="p0y0" fmla="*/ 0 h 5535"/>
              <a:gd name="p0x1" fmla="*/ 8445 w 8535"/>
              <a:gd name="p0y1" fmla="*/ 0 h 5535"/>
              <a:gd name="p0x2" fmla="*/ 8494 w 8535"/>
              <a:gd name="p0y2" fmla="*/ 0 h 5535"/>
              <a:gd name="p0x3" fmla="*/ 8535 w 8535"/>
              <a:gd name="p0y3" fmla="*/ 40 h 5535"/>
              <a:gd name="p0x4" fmla="*/ 8535 w 8535"/>
              <a:gd name="p0y4" fmla="*/ 90 h 5535"/>
              <a:gd name="p0x5" fmla="*/ 8535 w 8535"/>
              <a:gd name="p0y5" fmla="*/ 5445 h 5535"/>
              <a:gd name="p0x6" fmla="*/ 8535 w 8535"/>
              <a:gd name="p0y6" fmla="*/ 5494 h 5535"/>
              <a:gd name="p0x7" fmla="*/ 8494 w 8535"/>
              <a:gd name="p0y7" fmla="*/ 5535 h 5535"/>
              <a:gd name="p0x8" fmla="*/ 8445 w 8535"/>
              <a:gd name="p0y8" fmla="*/ 5535 h 5535"/>
              <a:gd name="p0x9" fmla="*/ 90 w 8535"/>
              <a:gd name="p0y9" fmla="*/ 5535 h 5535"/>
              <a:gd name="p0x10" fmla="*/ 40 w 8535"/>
              <a:gd name="p0y10" fmla="*/ 5535 h 5535"/>
              <a:gd name="p0x11" fmla="*/ 0 w 8535"/>
              <a:gd name="p0y11" fmla="*/ 5494 h 5535"/>
              <a:gd name="p0x12" fmla="*/ 0 w 8535"/>
              <a:gd name="p0y12" fmla="*/ 5445 h 5535"/>
              <a:gd name="p0x13" fmla="*/ 0 w 8535"/>
              <a:gd name="p0y13" fmla="*/ 90 h 5535"/>
              <a:gd name="p0x14" fmla="*/ 0 w 8535"/>
              <a:gd name="p0y14" fmla="*/ 40 h 5535"/>
              <a:gd name="p0x15" fmla="*/ 40 w 8535"/>
              <a:gd name="p0y15" fmla="*/ 0 h 5535"/>
              <a:gd name="p0x16" fmla="*/ 90 w 8535"/>
              <a:gd name="p0y16" fmla="*/ 0 h 55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E2E8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3" name="组合 52"/>
          <p:cNvGrpSpPr/>
          <p:nvPr/>
        </p:nvGrpSpPr>
        <p:grpSpPr>
          <a:xfrm>
            <a:off x="6429375" y="3556635"/>
            <a:ext cx="5029200" cy="466090"/>
            <a:chOff x="10125" y="5601"/>
            <a:chExt cx="7920" cy="734"/>
          </a:xfrm>
        </p:grpSpPr>
        <p:sp>
          <p:nvSpPr>
            <p:cNvPr id="44" name="任意多边形 43"/>
            <p:cNvSpPr/>
            <p:nvPr>
              <p:custDataLst>
                <p:tags r:id="rId36"/>
              </p:custDataLst>
            </p:nvPr>
          </p:nvSpPr>
          <p:spPr>
            <a:xfrm>
              <a:off x="10125" y="5601"/>
              <a:ext cx="7920" cy="735"/>
            </a:xfrm>
            <a:custGeom>
              <a:avLst/>
              <a:gdLst>
                <a:gd name="sw" fmla="*/ 1 w 7920"/>
                <a:gd name="sh" fmla="*/ 1 h 735"/>
                <a:gd name="mins" fmla="min sw sh"/>
                <a:gd name="dsw" fmla="+- 0 sw mins"/>
                <a:gd name="dsh" fmla="+- 0 sh mins"/>
                <a:gd name="p0x0" fmla="*/ 0 w 7920"/>
                <a:gd name="p0y0" fmla="*/ 0 h 735"/>
                <a:gd name="p0x1" fmla="*/ 7920 w 7920"/>
                <a:gd name="p0y1" fmla="*/ 0 h 735"/>
                <a:gd name="p0x2" fmla="*/ 7920 w 7920"/>
                <a:gd name="p0y2" fmla="*/ 735 h 735"/>
                <a:gd name="p0x3" fmla="*/ 0 w 7920"/>
                <a:gd name="p0y3" fmla="*/ 735 h 735"/>
                <a:gd name="p0x4" fmla="*/ 0 w 7920"/>
                <a:gd name="p0y4" fmla="*/ 0 h 735"/>
              </a:gdLst>
              <a:ahLst/>
              <a:cxnLst/>
              <a:pathLst>
                <a:path>
                  <a:moveTo>
                    <a:pt x="p0x0" y="p0y0"/>
                  </a:moveTo>
                  <a:lnTo>
                    <a:pt x="p0x1" y="p0y1"/>
                  </a:lnTo>
                  <a:lnTo>
                    <a:pt x="p0x2" y="p0y2"/>
                  </a:lnTo>
                  <a:lnTo>
                    <a:pt x="p0x3" y="p0y3"/>
                  </a:lnTo>
                  <a:lnTo>
                    <a:pt x="p0x4" y="p0y4"/>
                  </a:lnTo>
                  <a:close/>
                </a:path>
              </a:pathLst>
            </a:custGeom>
            <a:solidFill>
              <a:srgbClr val="EEF2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任意多边形 44"/>
            <p:cNvSpPr/>
            <p:nvPr>
              <p:custDataLst>
                <p:tags r:id="rId37"/>
              </p:custDataLst>
            </p:nvPr>
          </p:nvSpPr>
          <p:spPr>
            <a:xfrm>
              <a:off x="10125" y="5601"/>
              <a:ext cx="45" cy="735"/>
            </a:xfrm>
            <a:custGeom>
              <a:avLst/>
              <a:gdLst>
                <a:gd name="sw" fmla="*/ 1 w 45"/>
                <a:gd name="sh" fmla="*/ 1 h 735"/>
                <a:gd name="mins" fmla="min sw sh"/>
                <a:gd name="dsw" fmla="+- 0 sw mins"/>
                <a:gd name="dsh" fmla="+- 0 sh mins"/>
                <a:gd name="p0x0" fmla="*/ 0 w 45"/>
                <a:gd name="p0y0" fmla="*/ 735 h 735"/>
                <a:gd name="p0x1" fmla="*/ 0 w 45"/>
                <a:gd name="p0y1" fmla="*/ 0 h 735"/>
                <a:gd name="p0x2" fmla="*/ 45 w 45"/>
                <a:gd name="p0y2" fmla="*/ 0 h 735"/>
                <a:gd name="p0x3" fmla="*/ 45 w 45"/>
                <a:gd name="p0y3" fmla="*/ 735 h 735"/>
                <a:gd name="p0x4" fmla="*/ 0 w 45"/>
                <a:gd name="p0y4" fmla="*/ 735 h 735"/>
              </a:gdLst>
              <a:ahLst/>
              <a:cxnLst/>
              <a:pathLst>
                <a:path>
                  <a:moveTo>
                    <a:pt x="p0x0" y="p0y0"/>
                  </a:moveTo>
                  <a:lnTo>
                    <a:pt x="p0x1" y="p0y1"/>
                  </a:lnTo>
                  <a:lnTo>
                    <a:pt x="p0x2" y="p0y2"/>
                  </a:lnTo>
                  <a:lnTo>
                    <a:pt x="p0x3" y="p0y3"/>
                  </a:lnTo>
                  <a:lnTo>
                    <a:pt x="p0x4" y="p0y4"/>
                  </a:ln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8" name="文本框 27"/>
          <p:cNvSpPr txBox="1"/>
          <p:nvPr>
            <p:custDataLst>
              <p:tags r:id="rId38"/>
            </p:custDataLst>
          </p:nvPr>
        </p:nvSpPr>
        <p:spPr>
          <a:xfrm>
            <a:off x="6429375" y="1174432"/>
            <a:ext cx="5029200" cy="219075"/>
          </a:xfrm>
          <a:prstGeom prst="rect">
            <a:avLst/>
          </a:prstGeom>
          <a:noFill/>
        </p:spPr>
        <p:txBody>
          <a:bodyPr wrap="square" lIns="0" tIns="0" rIns="0" bIns="0" rtlCol="0" anchor="t">
            <a:noAutofit/>
          </a:bodyPr>
          <a:p>
            <a:pPr algn="l">
              <a:lnSpc>
                <a:spcPct val="125000"/>
              </a:lnSpc>
            </a:pPr>
            <a:r>
              <a:rPr sz="1350" b="1">
                <a:solidFill>
                  <a:srgbClr val="2D5B99"/>
                </a:solidFill>
                <a:latin typeface="黑体" panose="02010609060101010101" charset="-122"/>
                <a:ea typeface="黑体" panose="02010609060101010101" charset="-122"/>
              </a:rPr>
              <a:t>测试结果</a:t>
            </a:r>
            <a:endParaRPr sz="1350" b="1">
              <a:solidFill>
                <a:srgbClr val="2D5B99"/>
              </a:solidFill>
              <a:latin typeface="黑体" panose="02010609060101010101" charset="-122"/>
              <a:ea typeface="黑体" panose="02010609060101010101" charset="-122"/>
            </a:endParaRPr>
          </a:p>
        </p:txBody>
      </p:sp>
      <p:pic>
        <p:nvPicPr>
          <p:cNvPr id="29" name="图片 28"/>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rcRect l="-3333" t="-6000" r="-3333" b="-6000"/>
          <a:stretch>
            <a:fillRect/>
          </a:stretch>
        </p:blipFill>
        <p:spPr>
          <a:xfrm>
            <a:off x="6429375" y="1602105"/>
            <a:ext cx="152400" cy="160020"/>
          </a:xfrm>
          <a:prstGeom prst="rect">
            <a:avLst/>
          </a:prstGeom>
        </p:spPr>
      </p:pic>
      <p:sp>
        <p:nvSpPr>
          <p:cNvPr id="30" name="文本框 29"/>
          <p:cNvSpPr txBox="1"/>
          <p:nvPr>
            <p:custDataLst>
              <p:tags r:id="rId42"/>
            </p:custDataLst>
          </p:nvPr>
        </p:nvSpPr>
        <p:spPr>
          <a:xfrm>
            <a:off x="6657975" y="1586865"/>
            <a:ext cx="480060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权限隔离</a:t>
            </a:r>
            <a:endParaRPr sz="1200" b="1">
              <a:solidFill>
                <a:srgbClr val="1E293B"/>
              </a:solidFill>
              <a:latin typeface="黑体" panose="02010609060101010101" charset="-122"/>
              <a:ea typeface="黑体" panose="02010609060101010101" charset="-122"/>
            </a:endParaRPr>
          </a:p>
        </p:txBody>
      </p:sp>
      <p:sp>
        <p:nvSpPr>
          <p:cNvPr id="31" name="文本框 30"/>
          <p:cNvSpPr txBox="1"/>
          <p:nvPr>
            <p:custDataLst>
              <p:tags r:id="rId43"/>
            </p:custDataLst>
          </p:nvPr>
        </p:nvSpPr>
        <p:spPr>
          <a:xfrm>
            <a:off x="6429375" y="1869758"/>
            <a:ext cx="2400300" cy="196215"/>
          </a:xfrm>
          <a:prstGeom prst="rect">
            <a:avLst/>
          </a:prstGeom>
          <a:noFill/>
        </p:spPr>
        <p:txBody>
          <a:bodyPr wrap="square" lIns="0" tIns="0" rIns="0" bIns="0" rtlCol="0" anchor="t">
            <a:noAutofit/>
          </a:bodyPr>
          <a:p>
            <a:pPr algn="l">
              <a:lnSpc>
                <a:spcPct val="142000"/>
              </a:lnSpc>
            </a:pPr>
            <a:r>
              <a:rPr lang="zh-CN" altLang="en-US" sz="1050">
                <a:solidFill>
                  <a:srgbClr val="1E293B"/>
                </a:solidFill>
                <a:latin typeface="黑体" panose="02010609060101010101" charset="-122"/>
                <a:ea typeface="黑体" panose="02010609060101010101" charset="-122"/>
                <a:cs typeface="黑体" panose="02010609060101010101" charset="-122"/>
              </a:rPr>
              <a:t>横向</a:t>
            </a:r>
            <a:r>
              <a:rPr lang="en-US" altLang="zh-CN" sz="1050">
                <a:solidFill>
                  <a:srgbClr val="1E293B"/>
                </a:solidFill>
                <a:latin typeface="黑体" panose="02010609060101010101" charset="-122"/>
                <a:ea typeface="黑体" panose="02010609060101010101" charset="-122"/>
                <a:cs typeface="黑体" panose="02010609060101010101" charset="-122"/>
              </a:rPr>
              <a:t>/</a:t>
            </a:r>
            <a:r>
              <a:rPr lang="zh-CN" altLang="en-US" sz="1050">
                <a:solidFill>
                  <a:srgbClr val="1E293B"/>
                </a:solidFill>
                <a:latin typeface="黑体" panose="02010609060101010101" charset="-122"/>
                <a:ea typeface="黑体" panose="02010609060101010101" charset="-122"/>
                <a:cs typeface="黑体" panose="02010609060101010101" charset="-122"/>
              </a:rPr>
              <a:t>纵向越权请求全部拦截，返回</a:t>
            </a:r>
            <a:r>
              <a:rPr lang="en-US" altLang="zh-CN" sz="1050">
                <a:solidFill>
                  <a:srgbClr val="1E293B"/>
                </a:solidFill>
                <a:latin typeface="黑体" panose="02010609060101010101" charset="-122"/>
                <a:ea typeface="黑体" panose="02010609060101010101" charset="-122"/>
                <a:cs typeface="黑体" panose="02010609060101010101" charset="-122"/>
              </a:rPr>
              <a:t>403</a:t>
            </a:r>
            <a:endParaRPr lang="en-US" altLang="zh-CN" sz="1050">
              <a:solidFill>
                <a:srgbClr val="1E293B"/>
              </a:solidFill>
              <a:latin typeface="黑体" panose="02010609060101010101" charset="-122"/>
              <a:ea typeface="黑体" panose="02010609060101010101" charset="-122"/>
              <a:cs typeface="黑体" panose="02010609060101010101" charset="-122"/>
            </a:endParaRPr>
          </a:p>
        </p:txBody>
      </p:sp>
      <p:sp>
        <p:nvSpPr>
          <p:cNvPr id="32" name="任意多边形 31"/>
          <p:cNvSpPr/>
          <p:nvPr>
            <p:custDataLst>
              <p:tags r:id="rId44"/>
            </p:custDataLst>
          </p:nvPr>
        </p:nvSpPr>
        <p:spPr>
          <a:xfrm>
            <a:off x="8772525" y="1861185"/>
            <a:ext cx="381000" cy="232410"/>
          </a:xfrm>
          <a:custGeom>
            <a:avLst/>
            <a:gdLst>
              <a:gd name="sw" fmla="*/ 1 w 600"/>
              <a:gd name="sh" fmla="*/ 1 h 365"/>
              <a:gd name="mins" fmla="min sw sh"/>
              <a:gd name="dsw" fmla="+- 0 sw mins"/>
              <a:gd name="dsh" fmla="+- 0 sh mins"/>
              <a:gd name="p0x0" fmla="*/ 45 w 600"/>
              <a:gd name="p0y0" fmla="*/ 0 h 365"/>
              <a:gd name="p0x1" fmla="*/ 555 w 600"/>
              <a:gd name="p0y1" fmla="*/ 0 h 365"/>
              <a:gd name="p0x2" fmla="*/ 579 w 600"/>
              <a:gd name="p0y2" fmla="*/ 0 h 365"/>
              <a:gd name="p0x3" fmla="*/ 600 w 600"/>
              <a:gd name="p0y3" fmla="*/ 20 h 365"/>
              <a:gd name="p0x4" fmla="*/ 600 w 600"/>
              <a:gd name="p0y4" fmla="*/ 45 h 365"/>
              <a:gd name="p0x5" fmla="*/ 600 w 600"/>
              <a:gd name="p0y5" fmla="*/ 320 h 365"/>
              <a:gd name="p0x6" fmla="*/ 600 w 600"/>
              <a:gd name="p0y6" fmla="*/ 345 h 365"/>
              <a:gd name="p0x7" fmla="*/ 579 w 600"/>
              <a:gd name="p0y7" fmla="*/ 365 h 365"/>
              <a:gd name="p0x8" fmla="*/ 555 w 600"/>
              <a:gd name="p0y8" fmla="*/ 365 h 365"/>
              <a:gd name="p0x9" fmla="*/ 45 w 600"/>
              <a:gd name="p0y9" fmla="*/ 365 h 365"/>
              <a:gd name="p0x10" fmla="*/ 20 w 600"/>
              <a:gd name="p0y10" fmla="*/ 365 h 365"/>
              <a:gd name="p0x11" fmla="*/ 0 w 600"/>
              <a:gd name="p0y11" fmla="*/ 345 h 365"/>
              <a:gd name="p0x12" fmla="*/ 0 w 600"/>
              <a:gd name="p0y12" fmla="*/ 320 h 365"/>
              <a:gd name="p0x13" fmla="*/ 0 w 600"/>
              <a:gd name="p0y13" fmla="*/ 45 h 365"/>
              <a:gd name="p0x14" fmla="*/ 0 w 600"/>
              <a:gd name="p0y14" fmla="*/ 20 h 365"/>
              <a:gd name="p0x15" fmla="*/ 20 w 600"/>
              <a:gd name="p0y15" fmla="*/ 0 h 365"/>
              <a:gd name="p0x16" fmla="*/ 45 w 600"/>
              <a:gd name="p0y16" fmla="*/ 0 h 3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0F2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custDataLst>
              <p:tags r:id="rId45"/>
            </p:custDataLst>
          </p:nvPr>
        </p:nvSpPr>
        <p:spPr>
          <a:xfrm>
            <a:off x="8848725" y="1889760"/>
            <a:ext cx="342900" cy="171450"/>
          </a:xfrm>
          <a:prstGeom prst="rect">
            <a:avLst/>
          </a:prstGeom>
          <a:noFill/>
        </p:spPr>
        <p:txBody>
          <a:bodyPr wrap="square" lIns="0" tIns="0" rIns="0" bIns="0" rtlCol="0" anchor="t">
            <a:noAutofit/>
          </a:bodyPr>
          <a:p>
            <a:pPr algn="l">
              <a:lnSpc>
                <a:spcPct val="142000"/>
              </a:lnSpc>
            </a:pPr>
            <a:r>
              <a:rPr sz="900" b="1">
                <a:solidFill>
                  <a:srgbClr val="2D5B99"/>
                </a:solidFill>
                <a:latin typeface="黑体" panose="02010609060101010101" charset="-122"/>
                <a:ea typeface="黑体" panose="02010609060101010101" charset="-122"/>
              </a:rPr>
              <a:t>通过</a:t>
            </a:r>
            <a:endParaRPr sz="900" b="1">
              <a:solidFill>
                <a:srgbClr val="2D5B99"/>
              </a:solidFill>
              <a:latin typeface="黑体" panose="02010609060101010101" charset="-122"/>
              <a:ea typeface="黑体" panose="02010609060101010101" charset="-122"/>
            </a:endParaRPr>
          </a:p>
        </p:txBody>
      </p:sp>
      <p:pic>
        <p:nvPicPr>
          <p:cNvPr id="34" name="图片 33"/>
          <p:cNvPicPr>
            <a:picLocks noChangeAspect="1"/>
          </p:cNvPicPr>
          <p:nvPr>
            <p:custDataLst>
              <p:tags r:id="rId46"/>
            </p:custDataLst>
          </p:nvPr>
        </p:nvPicPr>
        <p:blipFill>
          <a:blip r:embed="rId47">
            <a:extLst>
              <a:ext uri="{96DAC541-7B7A-43D3-8B79-37D633B846F1}">
                <asvg:svgBlip xmlns:asvg="http://schemas.microsoft.com/office/drawing/2016/SVG/main" r:embed="rId48"/>
              </a:ext>
            </a:extLst>
          </a:blip>
          <a:srcRect t="-2500" b="-2500"/>
          <a:stretch>
            <a:fillRect/>
          </a:stretch>
        </p:blipFill>
        <p:spPr>
          <a:xfrm>
            <a:off x="6429375" y="2257425"/>
            <a:ext cx="152400" cy="160020"/>
          </a:xfrm>
          <a:prstGeom prst="rect">
            <a:avLst/>
          </a:prstGeom>
        </p:spPr>
      </p:pic>
      <p:sp>
        <p:nvSpPr>
          <p:cNvPr id="35" name="文本框 34"/>
          <p:cNvSpPr txBox="1"/>
          <p:nvPr>
            <p:custDataLst>
              <p:tags r:id="rId49"/>
            </p:custDataLst>
          </p:nvPr>
        </p:nvSpPr>
        <p:spPr>
          <a:xfrm>
            <a:off x="6657975" y="2242185"/>
            <a:ext cx="480060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任务流转</a:t>
            </a:r>
            <a:endParaRPr sz="1200" b="1">
              <a:solidFill>
                <a:srgbClr val="1E293B"/>
              </a:solidFill>
              <a:latin typeface="黑体" panose="02010609060101010101" charset="-122"/>
              <a:ea typeface="黑体" panose="02010609060101010101" charset="-122"/>
            </a:endParaRPr>
          </a:p>
        </p:txBody>
      </p:sp>
      <p:sp>
        <p:nvSpPr>
          <p:cNvPr id="36" name="文本框 35"/>
          <p:cNvSpPr txBox="1"/>
          <p:nvPr>
            <p:custDataLst>
              <p:tags r:id="rId50"/>
            </p:custDataLst>
          </p:nvPr>
        </p:nvSpPr>
        <p:spPr>
          <a:xfrm>
            <a:off x="6429375" y="2525077"/>
            <a:ext cx="200025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全链路无异常，数据一致性</a:t>
            </a:r>
            <a:r>
              <a:rPr sz="1050" b="1">
                <a:solidFill>
                  <a:srgbClr val="2D5B99"/>
                </a:solidFill>
                <a:latin typeface="黑体" panose="02010609060101010101" charset="-122"/>
                <a:ea typeface="黑体" panose="02010609060101010101" charset="-122"/>
              </a:rPr>
              <a:t>100%</a:t>
            </a:r>
            <a:endParaRPr sz="1050" b="1">
              <a:solidFill>
                <a:srgbClr val="2D5B99"/>
              </a:solidFill>
              <a:latin typeface="黑体" panose="02010609060101010101" charset="-122"/>
              <a:ea typeface="黑体" panose="02010609060101010101" charset="-122"/>
            </a:endParaRPr>
          </a:p>
        </p:txBody>
      </p:sp>
      <p:sp>
        <p:nvSpPr>
          <p:cNvPr id="37" name="任意多边形 36"/>
          <p:cNvSpPr/>
          <p:nvPr>
            <p:custDataLst>
              <p:tags r:id="rId51"/>
            </p:custDataLst>
          </p:nvPr>
        </p:nvSpPr>
        <p:spPr>
          <a:xfrm>
            <a:off x="8439150" y="2516505"/>
            <a:ext cx="381000" cy="232410"/>
          </a:xfrm>
          <a:custGeom>
            <a:avLst/>
            <a:gdLst>
              <a:gd name="sw" fmla="*/ 1 w 600"/>
              <a:gd name="sh" fmla="*/ 1 h 365"/>
              <a:gd name="mins" fmla="min sw sh"/>
              <a:gd name="dsw" fmla="+- 0 sw mins"/>
              <a:gd name="dsh" fmla="+- 0 sh mins"/>
              <a:gd name="p0x0" fmla="*/ 45 w 600"/>
              <a:gd name="p0y0" fmla="*/ 0 h 365"/>
              <a:gd name="p0x1" fmla="*/ 555 w 600"/>
              <a:gd name="p0y1" fmla="*/ 0 h 365"/>
              <a:gd name="p0x2" fmla="*/ 579 w 600"/>
              <a:gd name="p0y2" fmla="*/ 0 h 365"/>
              <a:gd name="p0x3" fmla="*/ 600 w 600"/>
              <a:gd name="p0y3" fmla="*/ 20 h 365"/>
              <a:gd name="p0x4" fmla="*/ 600 w 600"/>
              <a:gd name="p0y4" fmla="*/ 45 h 365"/>
              <a:gd name="p0x5" fmla="*/ 600 w 600"/>
              <a:gd name="p0y5" fmla="*/ 320 h 365"/>
              <a:gd name="p0x6" fmla="*/ 600 w 600"/>
              <a:gd name="p0y6" fmla="*/ 345 h 365"/>
              <a:gd name="p0x7" fmla="*/ 579 w 600"/>
              <a:gd name="p0y7" fmla="*/ 365 h 365"/>
              <a:gd name="p0x8" fmla="*/ 555 w 600"/>
              <a:gd name="p0y8" fmla="*/ 365 h 365"/>
              <a:gd name="p0x9" fmla="*/ 45 w 600"/>
              <a:gd name="p0y9" fmla="*/ 365 h 365"/>
              <a:gd name="p0x10" fmla="*/ 20 w 600"/>
              <a:gd name="p0y10" fmla="*/ 365 h 365"/>
              <a:gd name="p0x11" fmla="*/ 0 w 600"/>
              <a:gd name="p0y11" fmla="*/ 345 h 365"/>
              <a:gd name="p0x12" fmla="*/ 0 w 600"/>
              <a:gd name="p0y12" fmla="*/ 320 h 365"/>
              <a:gd name="p0x13" fmla="*/ 0 w 600"/>
              <a:gd name="p0y13" fmla="*/ 45 h 365"/>
              <a:gd name="p0x14" fmla="*/ 0 w 600"/>
              <a:gd name="p0y14" fmla="*/ 20 h 365"/>
              <a:gd name="p0x15" fmla="*/ 20 w 600"/>
              <a:gd name="p0y15" fmla="*/ 0 h 365"/>
              <a:gd name="p0x16" fmla="*/ 45 w 600"/>
              <a:gd name="p0y16" fmla="*/ 0 h 3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0F2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custDataLst>
              <p:tags r:id="rId52"/>
            </p:custDataLst>
          </p:nvPr>
        </p:nvSpPr>
        <p:spPr>
          <a:xfrm>
            <a:off x="8515350" y="2545080"/>
            <a:ext cx="342900" cy="171450"/>
          </a:xfrm>
          <a:prstGeom prst="rect">
            <a:avLst/>
          </a:prstGeom>
          <a:noFill/>
        </p:spPr>
        <p:txBody>
          <a:bodyPr wrap="square" lIns="0" tIns="0" rIns="0" bIns="0" rtlCol="0" anchor="t">
            <a:noAutofit/>
          </a:bodyPr>
          <a:p>
            <a:pPr algn="l">
              <a:lnSpc>
                <a:spcPct val="142000"/>
              </a:lnSpc>
            </a:pPr>
            <a:r>
              <a:rPr sz="900" b="1">
                <a:solidFill>
                  <a:srgbClr val="2D5B99"/>
                </a:solidFill>
                <a:latin typeface="黑体" panose="02010609060101010101" charset="-122"/>
                <a:ea typeface="黑体" panose="02010609060101010101" charset="-122"/>
              </a:rPr>
              <a:t>通过</a:t>
            </a:r>
            <a:endParaRPr sz="900" b="1">
              <a:solidFill>
                <a:srgbClr val="2D5B99"/>
              </a:solidFill>
              <a:latin typeface="黑体" panose="02010609060101010101" charset="-122"/>
              <a:ea typeface="黑体" panose="02010609060101010101" charset="-122"/>
            </a:endParaRPr>
          </a:p>
        </p:txBody>
      </p:sp>
      <p:pic>
        <p:nvPicPr>
          <p:cNvPr id="39" name="图片 38"/>
          <p:cNvPicPr>
            <a:picLocks noChangeAspect="1"/>
          </p:cNvPicPr>
          <p:nvPr>
            <p:custDataLst>
              <p:tags r:id="rId53"/>
            </p:custDataLst>
          </p:nvPr>
        </p:nvPicPr>
        <p:blipFill>
          <a:blip r:embed="rId54">
            <a:extLst>
              <a:ext uri="{96DAC541-7B7A-43D3-8B79-37D633B846F1}">
                <asvg:svgBlip xmlns:asvg="http://schemas.microsoft.com/office/drawing/2016/SVG/main" r:embed="rId55"/>
              </a:ext>
            </a:extLst>
          </a:blip>
          <a:srcRect t="-2500" b="-2500"/>
          <a:stretch>
            <a:fillRect/>
          </a:stretch>
        </p:blipFill>
        <p:spPr>
          <a:xfrm>
            <a:off x="6429375" y="2912745"/>
            <a:ext cx="152400" cy="160020"/>
          </a:xfrm>
          <a:prstGeom prst="rect">
            <a:avLst/>
          </a:prstGeom>
        </p:spPr>
      </p:pic>
      <p:sp>
        <p:nvSpPr>
          <p:cNvPr id="40" name="文本框 39"/>
          <p:cNvSpPr txBox="1"/>
          <p:nvPr>
            <p:custDataLst>
              <p:tags r:id="rId56"/>
            </p:custDataLst>
          </p:nvPr>
        </p:nvSpPr>
        <p:spPr>
          <a:xfrm>
            <a:off x="6657975" y="2897505"/>
            <a:ext cx="4800600" cy="198120"/>
          </a:xfrm>
          <a:prstGeom prst="rect">
            <a:avLst/>
          </a:prstGeom>
          <a:noFill/>
        </p:spPr>
        <p:txBody>
          <a:bodyPr wrap="square" lIns="0" tIns="0" rIns="0" bIns="0" rtlCol="0" anchor="t">
            <a:noAutofit/>
          </a:bodyPr>
          <a:p>
            <a:pPr algn="l">
              <a:lnSpc>
                <a:spcPct val="125000"/>
              </a:lnSpc>
            </a:pPr>
            <a:r>
              <a:rPr sz="1200" b="1">
                <a:solidFill>
                  <a:srgbClr val="1E293B"/>
                </a:solidFill>
                <a:latin typeface="黑体" panose="02010609060101010101" charset="-122"/>
                <a:ea typeface="黑体" panose="02010609060101010101" charset="-122"/>
              </a:rPr>
              <a:t>性能测试</a:t>
            </a:r>
            <a:endParaRPr sz="1200" b="1">
              <a:solidFill>
                <a:srgbClr val="1E293B"/>
              </a:solidFill>
              <a:latin typeface="黑体" panose="02010609060101010101" charset="-122"/>
              <a:ea typeface="黑体" panose="02010609060101010101" charset="-122"/>
            </a:endParaRPr>
          </a:p>
        </p:txBody>
      </p:sp>
      <p:sp>
        <p:nvSpPr>
          <p:cNvPr id="41" name="文本框 40"/>
          <p:cNvSpPr txBox="1"/>
          <p:nvPr>
            <p:custDataLst>
              <p:tags r:id="rId57"/>
            </p:custDataLst>
          </p:nvPr>
        </p:nvSpPr>
        <p:spPr>
          <a:xfrm>
            <a:off x="6429375" y="3180398"/>
            <a:ext cx="1733550" cy="196215"/>
          </a:xfrm>
          <a:prstGeom prst="rect">
            <a:avLst/>
          </a:prstGeom>
          <a:noFill/>
        </p:spPr>
        <p:txBody>
          <a:bodyPr wrap="square" lIns="0" tIns="0" rIns="0" bIns="0" rtlCol="0" anchor="t">
            <a:noAutofit/>
          </a:bodyPr>
          <a:p>
            <a:pPr algn="l">
              <a:lnSpc>
                <a:spcPct val="142000"/>
              </a:lnSpc>
            </a:pPr>
            <a:r>
              <a:rPr sz="1050">
                <a:solidFill>
                  <a:srgbClr val="1E293B"/>
                </a:solidFill>
                <a:latin typeface="黑体" panose="02010609060101010101" charset="-122"/>
                <a:ea typeface="黑体" panose="02010609060101010101" charset="-122"/>
              </a:rPr>
              <a:t>响应时间</a:t>
            </a:r>
            <a:r>
              <a:rPr sz="1050" b="1">
                <a:solidFill>
                  <a:srgbClr val="2D5B99"/>
                </a:solidFill>
                <a:latin typeface="黑体" panose="02010609060101010101" charset="-122"/>
                <a:ea typeface="黑体" panose="02010609060101010101" charset="-122"/>
              </a:rPr>
              <a:t>&lt;200ms</a:t>
            </a:r>
            <a:r>
              <a:rPr sz="1050">
                <a:solidFill>
                  <a:srgbClr val="1E293B"/>
                </a:solidFill>
                <a:latin typeface="黑体" panose="02010609060101010101" charset="-122"/>
                <a:ea typeface="黑体" panose="02010609060101010101" charset="-122"/>
              </a:rPr>
              <a:t>，系统稳定</a:t>
            </a:r>
            <a:endParaRPr sz="1050">
              <a:solidFill>
                <a:srgbClr val="1E293B"/>
              </a:solidFill>
              <a:latin typeface="黑体" panose="02010609060101010101" charset="-122"/>
              <a:ea typeface="黑体" panose="02010609060101010101" charset="-122"/>
            </a:endParaRPr>
          </a:p>
        </p:txBody>
      </p:sp>
      <p:sp>
        <p:nvSpPr>
          <p:cNvPr id="42" name="任意多边形 41"/>
          <p:cNvSpPr/>
          <p:nvPr>
            <p:custDataLst>
              <p:tags r:id="rId58"/>
            </p:custDataLst>
          </p:nvPr>
        </p:nvSpPr>
        <p:spPr>
          <a:xfrm>
            <a:off x="8105775" y="3171825"/>
            <a:ext cx="381000" cy="232410"/>
          </a:xfrm>
          <a:custGeom>
            <a:avLst/>
            <a:gdLst>
              <a:gd name="sw" fmla="*/ 1 w 600"/>
              <a:gd name="sh" fmla="*/ 1 h 365"/>
              <a:gd name="mins" fmla="min sw sh"/>
              <a:gd name="dsw" fmla="+- 0 sw mins"/>
              <a:gd name="dsh" fmla="+- 0 sh mins"/>
              <a:gd name="p0x0" fmla="*/ 45 w 600"/>
              <a:gd name="p0y0" fmla="*/ 0 h 365"/>
              <a:gd name="p0x1" fmla="*/ 555 w 600"/>
              <a:gd name="p0y1" fmla="*/ 0 h 365"/>
              <a:gd name="p0x2" fmla="*/ 579 w 600"/>
              <a:gd name="p0y2" fmla="*/ 0 h 365"/>
              <a:gd name="p0x3" fmla="*/ 600 w 600"/>
              <a:gd name="p0y3" fmla="*/ 20 h 365"/>
              <a:gd name="p0x4" fmla="*/ 600 w 600"/>
              <a:gd name="p0y4" fmla="*/ 45 h 365"/>
              <a:gd name="p0x5" fmla="*/ 600 w 600"/>
              <a:gd name="p0y5" fmla="*/ 320 h 365"/>
              <a:gd name="p0x6" fmla="*/ 600 w 600"/>
              <a:gd name="p0y6" fmla="*/ 345 h 365"/>
              <a:gd name="p0x7" fmla="*/ 579 w 600"/>
              <a:gd name="p0y7" fmla="*/ 365 h 365"/>
              <a:gd name="p0x8" fmla="*/ 555 w 600"/>
              <a:gd name="p0y8" fmla="*/ 365 h 365"/>
              <a:gd name="p0x9" fmla="*/ 45 w 600"/>
              <a:gd name="p0y9" fmla="*/ 365 h 365"/>
              <a:gd name="p0x10" fmla="*/ 20 w 600"/>
              <a:gd name="p0y10" fmla="*/ 365 h 365"/>
              <a:gd name="p0x11" fmla="*/ 0 w 600"/>
              <a:gd name="p0y11" fmla="*/ 345 h 365"/>
              <a:gd name="p0x12" fmla="*/ 0 w 600"/>
              <a:gd name="p0y12" fmla="*/ 320 h 365"/>
              <a:gd name="p0x13" fmla="*/ 0 w 600"/>
              <a:gd name="p0y13" fmla="*/ 45 h 365"/>
              <a:gd name="p0x14" fmla="*/ 0 w 600"/>
              <a:gd name="p0y14" fmla="*/ 20 h 365"/>
              <a:gd name="p0x15" fmla="*/ 20 w 600"/>
              <a:gd name="p0y15" fmla="*/ 0 h 365"/>
              <a:gd name="p0x16" fmla="*/ 45 w 600"/>
              <a:gd name="p0y16" fmla="*/ 0 h 3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0F2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文本框 42"/>
          <p:cNvSpPr txBox="1"/>
          <p:nvPr>
            <p:custDataLst>
              <p:tags r:id="rId59"/>
            </p:custDataLst>
          </p:nvPr>
        </p:nvSpPr>
        <p:spPr>
          <a:xfrm>
            <a:off x="8181975" y="3200400"/>
            <a:ext cx="342900" cy="171450"/>
          </a:xfrm>
          <a:prstGeom prst="rect">
            <a:avLst/>
          </a:prstGeom>
          <a:noFill/>
        </p:spPr>
        <p:txBody>
          <a:bodyPr wrap="square" lIns="0" tIns="0" rIns="0" bIns="0" rtlCol="0" anchor="t">
            <a:noAutofit/>
          </a:bodyPr>
          <a:p>
            <a:pPr algn="l">
              <a:lnSpc>
                <a:spcPct val="142000"/>
              </a:lnSpc>
            </a:pPr>
            <a:r>
              <a:rPr sz="900" b="1">
                <a:solidFill>
                  <a:srgbClr val="2D5B99"/>
                </a:solidFill>
                <a:latin typeface="黑体" panose="02010609060101010101" charset="-122"/>
                <a:ea typeface="黑体" panose="02010609060101010101" charset="-122"/>
              </a:rPr>
              <a:t>通过</a:t>
            </a:r>
            <a:endParaRPr sz="900" b="1">
              <a:solidFill>
                <a:srgbClr val="2D5B99"/>
              </a:solidFill>
              <a:latin typeface="黑体" panose="02010609060101010101" charset="-122"/>
              <a:ea typeface="黑体" panose="02010609060101010101" charset="-122"/>
            </a:endParaRPr>
          </a:p>
        </p:txBody>
      </p:sp>
      <p:pic>
        <p:nvPicPr>
          <p:cNvPr id="47" name="图片 46"/>
          <p:cNvPicPr>
            <a:picLocks noChangeAspect="1"/>
          </p:cNvPicPr>
          <p:nvPr>
            <p:custDataLst>
              <p:tags r:id="rId60"/>
            </p:custDataLst>
          </p:nvPr>
        </p:nvPicPr>
        <p:blipFill>
          <a:blip r:embed="rId61">
            <a:extLst>
              <a:ext uri="{96DAC541-7B7A-43D3-8B79-37D633B846F1}">
                <asvg:svgBlip xmlns:asvg="http://schemas.microsoft.com/office/drawing/2016/SVG/main" r:embed="rId62"/>
              </a:ext>
            </a:extLst>
          </a:blip>
          <a:srcRect l="-3846" t="-2308" r="-3846" b="-2308"/>
          <a:stretch>
            <a:fillRect/>
          </a:stretch>
        </p:blipFill>
        <p:spPr>
          <a:xfrm>
            <a:off x="6591300" y="3720465"/>
            <a:ext cx="133350" cy="129540"/>
          </a:xfrm>
          <a:prstGeom prst="rect">
            <a:avLst/>
          </a:prstGeom>
        </p:spPr>
      </p:pic>
      <p:sp>
        <p:nvSpPr>
          <p:cNvPr id="48" name="文本框 47"/>
          <p:cNvSpPr txBox="1"/>
          <p:nvPr>
            <p:custDataLst>
              <p:tags r:id="rId63"/>
            </p:custDataLst>
          </p:nvPr>
        </p:nvSpPr>
        <p:spPr>
          <a:xfrm>
            <a:off x="6800850" y="3700463"/>
            <a:ext cx="4524375" cy="169545"/>
          </a:xfrm>
          <a:prstGeom prst="rect">
            <a:avLst/>
          </a:prstGeom>
          <a:noFill/>
        </p:spPr>
        <p:txBody>
          <a:bodyPr wrap="square" lIns="0" tIns="0" rIns="0" bIns="0" rtlCol="0" anchor="t">
            <a:noAutofit/>
          </a:bodyPr>
          <a:p>
            <a:pPr algn="l">
              <a:lnSpc>
                <a:spcPct val="125000"/>
              </a:lnSpc>
            </a:pPr>
            <a:r>
              <a:rPr sz="1050" b="1">
                <a:solidFill>
                  <a:srgbClr val="2D5B99"/>
                </a:solidFill>
                <a:latin typeface="黑体" panose="02010609060101010101" charset="-122"/>
                <a:ea typeface="黑体" panose="02010609060101010101" charset="-122"/>
              </a:rPr>
              <a:t>结论：核心业务流程稳定，达到上线要求</a:t>
            </a:r>
            <a:endParaRPr sz="1050" b="1">
              <a:solidFill>
                <a:srgbClr val="2D5B99"/>
              </a:solidFill>
              <a:latin typeface="黑体" panose="02010609060101010101" charset="-122"/>
              <a:ea typeface="黑体" panose="02010609060101010101" charset="-122"/>
            </a:endParaRPr>
          </a:p>
        </p:txBody>
      </p:sp>
      <p:sp>
        <p:nvSpPr>
          <p:cNvPr id="27" name="任意多边形 26"/>
          <p:cNvSpPr/>
          <p:nvPr>
            <p:custDataLst>
              <p:tags r:id="rId64"/>
            </p:custDataLst>
          </p:nvPr>
        </p:nvSpPr>
        <p:spPr>
          <a:xfrm>
            <a:off x="6238875" y="971550"/>
            <a:ext cx="28575" cy="3505200"/>
          </a:xfrm>
          <a:custGeom>
            <a:avLst/>
            <a:gdLst>
              <a:gd name="sw" fmla="*/ 1 w 45"/>
              <a:gd name="sh" fmla="*/ 1 h 5520"/>
              <a:gd name="mins" fmla="min sw sh"/>
              <a:gd name="dsw" fmla="+- 0 sw mins"/>
              <a:gd name="dsh" fmla="+- 0 sh mins"/>
              <a:gd name="p0x0" fmla="*/ 45 w 45"/>
              <a:gd name="p0y0" fmla="*/ 0 h 5520"/>
              <a:gd name="p0x1" fmla="*/ 45 w 45"/>
              <a:gd name="p0y1" fmla="*/ 5520 h 5520"/>
              <a:gd name="p0x2" fmla="*/ 20 w 45"/>
              <a:gd name="p0y2" fmla="*/ 5520 h 5520"/>
              <a:gd name="p0x3" fmla="*/ 0 w 45"/>
              <a:gd name="p0y3" fmla="*/ 5499 h 5520"/>
              <a:gd name="p0x4" fmla="*/ 0 w 45"/>
              <a:gd name="p0y4" fmla="*/ 5475 h 5520"/>
              <a:gd name="p0x5" fmla="*/ 0 w 45"/>
              <a:gd name="p0y5" fmla="*/ 45 h 5520"/>
              <a:gd name="p0x6" fmla="*/ 0 w 45"/>
              <a:gd name="p0y6" fmla="*/ 20 h 5520"/>
              <a:gd name="p0x7" fmla="*/ 20 w 45"/>
              <a:gd name="p0y7" fmla="*/ 0 h 5520"/>
              <a:gd name="p0x8" fmla="*/ 45 w 45"/>
              <a:gd name="p0y8" fmla="*/ 0 h 5520"/>
            </a:gdLst>
            <a:ahLst/>
            <a:cxnLst/>
            <a:pathLst>
              <a:path>
                <a:moveTo>
                  <a:pt x="p0x0" y="p0y0"/>
                </a:moveTo>
                <a:lnTo>
                  <a:pt x="p0x1" y="p0y1"/>
                </a:lnTo>
                <a:cubicBezTo>
                  <a:pt x="p0x2" y="p0y2"/>
                  <a:pt x="p0x3" y="p0y3"/>
                  <a:pt x="p0x4" y="p0y4"/>
                </a:cubicBezTo>
                <a:lnTo>
                  <a:pt x="p0x5" y="p0y5"/>
                </a:lnTo>
                <a:cubicBezTo>
                  <a:pt x="p0x6" y="p0y6"/>
                  <a:pt x="p0x7" y="p0y7"/>
                  <a:pt x="p0x8" y="p0y8"/>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图片 1"/>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rcRect t="-9259" b="-9259"/>
          <a:stretch>
            <a:fillRect/>
          </a:stretch>
        </p:blipFill>
        <p:spPr>
          <a:xfrm>
            <a:off x="571500" y="533400"/>
            <a:ext cx="304800" cy="304800"/>
          </a:xfrm>
          <a:prstGeom prst="rect">
            <a:avLst/>
          </a:prstGeom>
        </p:spPr>
      </p:pic>
      <p:sp>
        <p:nvSpPr>
          <p:cNvPr id="3" name="文本框 2"/>
          <p:cNvSpPr txBox="1"/>
          <p:nvPr>
            <p:custDataLst>
              <p:tags r:id="rId4"/>
            </p:custDataLst>
          </p:nvPr>
        </p:nvSpPr>
        <p:spPr>
          <a:xfrm>
            <a:off x="990600" y="487680"/>
            <a:ext cx="11201400" cy="396240"/>
          </a:xfrm>
          <a:prstGeom prst="rect">
            <a:avLst/>
          </a:prstGeom>
          <a:noFill/>
        </p:spPr>
        <p:txBody>
          <a:bodyPr wrap="square" lIns="0" tIns="0" rIns="0" bIns="0" rtlCol="0" anchor="ctr">
            <a:noAutofit/>
          </a:bodyPr>
          <a:p>
            <a:pPr algn="l">
              <a:lnSpc>
                <a:spcPct val="125000"/>
              </a:lnSpc>
            </a:pPr>
            <a:r>
              <a:rPr sz="2400" b="1">
                <a:solidFill>
                  <a:srgbClr val="2D5B99"/>
                </a:solidFill>
                <a:latin typeface="黑体" panose="02010609060101010101" charset="-122"/>
                <a:ea typeface="黑体" panose="02010609060101010101" charset="-122"/>
              </a:rPr>
              <a:t>总结与展望</a:t>
            </a:r>
            <a:endParaRPr sz="2400" b="1">
              <a:solidFill>
                <a:srgbClr val="2D5B99"/>
              </a:solidFill>
              <a:latin typeface="黑体" panose="02010609060101010101" charset="-122"/>
              <a:ea typeface="黑体" panose="02010609060101010101" charset="-122"/>
            </a:endParaRPr>
          </a:p>
        </p:txBody>
      </p:sp>
      <p:grpSp>
        <p:nvGrpSpPr>
          <p:cNvPr id="41" name="组合 40"/>
          <p:cNvGrpSpPr/>
          <p:nvPr/>
        </p:nvGrpSpPr>
        <p:grpSpPr>
          <a:xfrm>
            <a:off x="571500" y="1219200"/>
            <a:ext cx="5334000" cy="3042920"/>
            <a:chOff x="900" y="1920"/>
            <a:chExt cx="8400" cy="4792"/>
          </a:xfrm>
        </p:grpSpPr>
        <p:sp>
          <p:nvSpPr>
            <p:cNvPr id="4" name="任意多边形 3"/>
            <p:cNvSpPr/>
            <p:nvPr>
              <p:custDataLst>
                <p:tags r:id="rId5"/>
              </p:custDataLst>
            </p:nvPr>
          </p:nvSpPr>
          <p:spPr>
            <a:xfrm>
              <a:off x="900" y="1920"/>
              <a:ext cx="8400" cy="4792"/>
            </a:xfrm>
            <a:custGeom>
              <a:avLst/>
              <a:gdLst>
                <a:gd name="sw" fmla="*/ 1 w 8400"/>
                <a:gd name="sh" fmla="*/ 1 h 4792"/>
                <a:gd name="mins" fmla="min sw sh"/>
                <a:gd name="dsw" fmla="+- 0 sw mins"/>
                <a:gd name="dsh" fmla="+- 0 sh mins"/>
                <a:gd name="p0x0" fmla="*/ 60 w 8400"/>
                <a:gd name="p0y0" fmla="*/ 0 h 4792"/>
                <a:gd name="p0x1" fmla="*/ 8340 w 8400"/>
                <a:gd name="p0y1" fmla="*/ 0 h 4792"/>
                <a:gd name="p0x2" fmla="*/ 8373 w 8400"/>
                <a:gd name="p0y2" fmla="*/ 0 h 4792"/>
                <a:gd name="p0x3" fmla="*/ 8400 w 8400"/>
                <a:gd name="p0y3" fmla="*/ 26 h 4792"/>
                <a:gd name="p0x4" fmla="*/ 8400 w 8400"/>
                <a:gd name="p0y4" fmla="*/ 60 h 4792"/>
                <a:gd name="p0x5" fmla="*/ 8400 w 8400"/>
                <a:gd name="p0y5" fmla="*/ 4732 h 4792"/>
                <a:gd name="p0x6" fmla="*/ 8400 w 8400"/>
                <a:gd name="p0y6" fmla="*/ 4765 h 4792"/>
                <a:gd name="p0x7" fmla="*/ 8373 w 8400"/>
                <a:gd name="p0y7" fmla="*/ 4792 h 4792"/>
                <a:gd name="p0x8" fmla="*/ 8340 w 8400"/>
                <a:gd name="p0y8" fmla="*/ 4792 h 4792"/>
                <a:gd name="p0x9" fmla="*/ 60 w 8400"/>
                <a:gd name="p0y9" fmla="*/ 4792 h 4792"/>
                <a:gd name="p0x10" fmla="*/ 26 w 8400"/>
                <a:gd name="p0y10" fmla="*/ 4792 h 4792"/>
                <a:gd name="p0x11" fmla="*/ 0 w 8400"/>
                <a:gd name="p0y11" fmla="*/ 4765 h 4792"/>
                <a:gd name="p0x12" fmla="*/ 0 w 8400"/>
                <a:gd name="p0y12" fmla="*/ 4732 h 4792"/>
                <a:gd name="p0x13" fmla="*/ 0 w 8400"/>
                <a:gd name="p0y13" fmla="*/ 60 h 4792"/>
                <a:gd name="p0x14" fmla="*/ 0 w 8400"/>
                <a:gd name="p0y14" fmla="*/ 26 h 4792"/>
                <a:gd name="p0x15" fmla="*/ 26 w 8400"/>
                <a:gd name="p0y15" fmla="*/ 0 h 4792"/>
                <a:gd name="p0x16" fmla="*/ 60 w 8400"/>
                <a:gd name="p0y16" fmla="*/ 0 h 4792"/>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6"/>
              </p:custDataLst>
            </p:nvPr>
          </p:nvSpPr>
          <p:spPr>
            <a:xfrm>
              <a:off x="941" y="1920"/>
              <a:ext cx="8341" cy="28"/>
            </a:xfrm>
            <a:custGeom>
              <a:avLst/>
              <a:gdLst>
                <a:gd name="sw" fmla="*/ 1 w 8340"/>
                <a:gd name="sh" fmla="*/ 1 h 28"/>
                <a:gd name="mins" fmla="min sw sh"/>
                <a:gd name="dsw" fmla="+- 0 sw mins"/>
                <a:gd name="dsh" fmla="+- 0 sh mins"/>
                <a:gd name="p0x0" fmla="*/ 18 w 8340"/>
                <a:gd name="p0y0" fmla="*/ 0 h 28"/>
                <a:gd name="p0x1" fmla="*/ 8298 w 8340"/>
                <a:gd name="p0y1" fmla="*/ 0 h 28"/>
                <a:gd name="p0x2" fmla="*/ 8315 w 8340"/>
                <a:gd name="p0y2" fmla="*/ 0 h 28"/>
                <a:gd name="p0x3" fmla="*/ 8330 w 8340"/>
                <a:gd name="p0y3" fmla="*/ 6 h 28"/>
                <a:gd name="p0x4" fmla="*/ 8340 w 8340"/>
                <a:gd name="p0y4" fmla="*/ 17 h 28"/>
                <a:gd name="p0x5" fmla="*/ 8330 w 8340"/>
                <a:gd name="p0y5" fmla="*/ 28 h 28"/>
                <a:gd name="p0x6" fmla="*/ 8322 w 8340"/>
                <a:gd name="p0y6" fmla="*/ 20 h 28"/>
                <a:gd name="p0x7" fmla="*/ 8310 w 8340"/>
                <a:gd name="p0y7" fmla="*/ 15 h 28"/>
                <a:gd name="p0x8" fmla="*/ 8298 w 8340"/>
                <a:gd name="p0y8" fmla="*/ 15 h 28"/>
                <a:gd name="p0x9" fmla="*/ 18 w 8340"/>
                <a:gd name="p0y9" fmla="*/ 15 h 28"/>
                <a:gd name="p0x10" fmla="*/ 0 w 8340"/>
                <a:gd name="p0y10" fmla="*/ 2 h 28"/>
                <a:gd name="p0x11" fmla="*/ 0 w 8340"/>
                <a:gd name="p0y11" fmla="*/ 2 h 28"/>
                <a:gd name="p0x12" fmla="*/ 5 w 8340"/>
                <a:gd name="p0y12" fmla="*/ 1 h 28"/>
                <a:gd name="p0x13" fmla="*/ 12 w 8340"/>
                <a:gd name="p0y13" fmla="*/ 0 h 28"/>
                <a:gd name="p0x14" fmla="*/ 18 w 834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7"/>
              </p:custDataLst>
            </p:nvPr>
          </p:nvSpPr>
          <p:spPr>
            <a:xfrm>
              <a:off x="9271" y="1937"/>
              <a:ext cx="29" cy="4757"/>
            </a:xfrm>
            <a:custGeom>
              <a:avLst/>
              <a:gdLst>
                <a:gd name="sw" fmla="*/ 1 w 28"/>
                <a:gd name="sh" fmla="*/ 1 h 4757"/>
                <a:gd name="mins" fmla="min sw sh"/>
                <a:gd name="dsw" fmla="+- 0 sw mins"/>
                <a:gd name="dsh" fmla="+- 0 sh mins"/>
                <a:gd name="p0x0" fmla="*/ 28 w 28"/>
                <a:gd name="p0y0" fmla="*/ 42 h 4757"/>
                <a:gd name="p0x1" fmla="*/ 28 w 28"/>
                <a:gd name="p0y1" fmla="*/ 4714 h 4757"/>
                <a:gd name="p0x2" fmla="*/ 28 w 28"/>
                <a:gd name="p0y2" fmla="*/ 4731 h 4757"/>
                <a:gd name="p0x3" fmla="*/ 21 w 28"/>
                <a:gd name="p0y3" fmla="*/ 4746 h 4757"/>
                <a:gd name="p0x4" fmla="*/ 10 w 28"/>
                <a:gd name="p0y4" fmla="*/ 4757 h 4757"/>
                <a:gd name="p0x5" fmla="*/ 0 w 28"/>
                <a:gd name="p0y5" fmla="*/ 4746 h 4757"/>
                <a:gd name="p0x6" fmla="*/ 8 w 28"/>
                <a:gd name="p0y6" fmla="*/ 4738 h 4757"/>
                <a:gd name="p0x7" fmla="*/ 13 w 28"/>
                <a:gd name="p0y7" fmla="*/ 4727 h 4757"/>
                <a:gd name="p0x8" fmla="*/ 13 w 28"/>
                <a:gd name="p0y8" fmla="*/ 4714 h 4757"/>
                <a:gd name="p0x9" fmla="*/ 13 w 28"/>
                <a:gd name="p0y9" fmla="*/ 42 h 4757"/>
                <a:gd name="p0x10" fmla="*/ 13 w 28"/>
                <a:gd name="p0y10" fmla="*/ 30 h 4757"/>
                <a:gd name="p0x11" fmla="*/ 8 w 28"/>
                <a:gd name="p0y11" fmla="*/ 18 h 4757"/>
                <a:gd name="p0x12" fmla="*/ 0 w 28"/>
                <a:gd name="p0y12" fmla="*/ 10 h 4757"/>
                <a:gd name="p0x13" fmla="*/ 10 w 28"/>
                <a:gd name="p0y13" fmla="*/ 0 h 4757"/>
                <a:gd name="p0x14" fmla="*/ 21 w 28"/>
                <a:gd name="p0y14" fmla="*/ 10 h 4757"/>
                <a:gd name="p0x15" fmla="*/ 28 w 28"/>
                <a:gd name="p0y15" fmla="*/ 25 h 4757"/>
                <a:gd name="p0x16" fmla="*/ 28 w 28"/>
                <a:gd name="p0y16" fmla="*/ 42 h 475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8"/>
              </p:custDataLst>
            </p:nvPr>
          </p:nvSpPr>
          <p:spPr>
            <a:xfrm>
              <a:off x="941" y="6684"/>
              <a:ext cx="8341" cy="28"/>
            </a:xfrm>
            <a:custGeom>
              <a:avLst/>
              <a:gdLst>
                <a:gd name="sw" fmla="*/ 1 w 8340"/>
                <a:gd name="sh" fmla="*/ 1 h 28"/>
                <a:gd name="mins" fmla="min sw sh"/>
                <a:gd name="dsw" fmla="+- 0 sw mins"/>
                <a:gd name="dsh" fmla="+- 0 sh mins"/>
                <a:gd name="p0x0" fmla="*/ 8298 w 8340"/>
                <a:gd name="p0y0" fmla="*/ 28 h 28"/>
                <a:gd name="p0x1" fmla="*/ 18 w 8340"/>
                <a:gd name="p0y1" fmla="*/ 28 h 28"/>
                <a:gd name="p0x2" fmla="*/ 12 w 8340"/>
                <a:gd name="p0y2" fmla="*/ 28 h 28"/>
                <a:gd name="p0x3" fmla="*/ 5 w 8340"/>
                <a:gd name="p0y3" fmla="*/ 27 h 28"/>
                <a:gd name="p0x4" fmla="*/ 0 w 8340"/>
                <a:gd name="p0y4" fmla="*/ 25 h 28"/>
                <a:gd name="p0x5" fmla="*/ 18 w 8340"/>
                <a:gd name="p0y5" fmla="*/ 13 h 28"/>
                <a:gd name="p0x6" fmla="*/ 8298 w 8340"/>
                <a:gd name="p0y6" fmla="*/ 13 h 28"/>
                <a:gd name="p0x7" fmla="*/ 8310 w 8340"/>
                <a:gd name="p0y7" fmla="*/ 13 h 28"/>
                <a:gd name="p0x8" fmla="*/ 8322 w 8340"/>
                <a:gd name="p0y8" fmla="*/ 8 h 28"/>
                <a:gd name="p0x9" fmla="*/ 8330 w 8340"/>
                <a:gd name="p0y9" fmla="*/ 0 h 28"/>
                <a:gd name="p0x10" fmla="*/ 8340 w 8340"/>
                <a:gd name="p0y10" fmla="*/ 10 h 28"/>
                <a:gd name="p0x11" fmla="*/ 8330 w 8340"/>
                <a:gd name="p0y11" fmla="*/ 21 h 28"/>
                <a:gd name="p0x12" fmla="*/ 8315 w 8340"/>
                <a:gd name="p0y12" fmla="*/ 28 h 28"/>
                <a:gd name="p0x13" fmla="*/ 8298 w 834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p:custDataLst>
                <p:tags r:id="rId9"/>
              </p:custDataLst>
            </p:nvPr>
          </p:nvSpPr>
          <p:spPr>
            <a:xfrm>
              <a:off x="900" y="1922"/>
              <a:ext cx="60" cy="4787"/>
            </a:xfrm>
            <a:custGeom>
              <a:avLst/>
              <a:gdLst>
                <a:gd name="sw" fmla="*/ 1 w 60"/>
                <a:gd name="sh" fmla="*/ 1 h 4786"/>
                <a:gd name="mins" fmla="min sw sh"/>
                <a:gd name="dsw" fmla="+- 0 sw mins"/>
                <a:gd name="dsh" fmla="+- 0 sh mins"/>
                <a:gd name="p0x0" fmla="*/ 0 w 60"/>
                <a:gd name="p0y0" fmla="*/ 4729 h 4786"/>
                <a:gd name="p0x1" fmla="*/ 0 w 60"/>
                <a:gd name="p0y1" fmla="*/ 57 h 4786"/>
                <a:gd name="p0x2" fmla="*/ 0 w 60"/>
                <a:gd name="p0y2" fmla="*/ 30 h 4786"/>
                <a:gd name="p0x3" fmla="*/ 17 w 60"/>
                <a:gd name="p0y3" fmla="*/ 7 h 4786"/>
                <a:gd name="p0x4" fmla="*/ 41 w 60"/>
                <a:gd name="p0y4" fmla="*/ 0 h 4786"/>
                <a:gd name="p0x5" fmla="*/ 60 w 60"/>
                <a:gd name="p0y5" fmla="*/ 12 h 4786"/>
                <a:gd name="p0x6" fmla="*/ 60 w 60"/>
                <a:gd name="p0y6" fmla="*/ 4729 h 4786"/>
                <a:gd name="p0x7" fmla="*/ 41 w 60"/>
                <a:gd name="p0y7" fmla="*/ 4786 h 4786"/>
                <a:gd name="p0x8" fmla="*/ 41 w 60"/>
                <a:gd name="p0y8" fmla="*/ 4786 h 4786"/>
                <a:gd name="p0x9" fmla="*/ 17 w 60"/>
                <a:gd name="p0y9" fmla="*/ 4778 h 4786"/>
                <a:gd name="p0x10" fmla="*/ 0 w 60"/>
                <a:gd name="p0y10" fmla="*/ 4756 h 4786"/>
                <a:gd name="p0x11" fmla="*/ 0 w 60"/>
                <a:gd name="p0y11" fmla="*/ 4729 h 4786"/>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2" name="任意多边形 11"/>
          <p:cNvSpPr/>
          <p:nvPr>
            <p:custDataLst>
              <p:tags r:id="rId10"/>
            </p:custDataLst>
          </p:nvPr>
        </p:nvSpPr>
        <p:spPr>
          <a:xfrm>
            <a:off x="838200" y="2000250"/>
            <a:ext cx="247650" cy="247650"/>
          </a:xfrm>
          <a:custGeom>
            <a:avLst/>
            <a:gdLst>
              <a:gd name="sw" fmla="*/ 1 w 390"/>
              <a:gd name="sh" fmla="*/ 1 h 390"/>
              <a:gd name="mins" fmla="min sw sh"/>
              <a:gd name="dsw" fmla="+- 0 sw mins"/>
              <a:gd name="dsh" fmla="+- 0 sh mins"/>
              <a:gd name="p0x0" fmla="*/ 60 w 390"/>
              <a:gd name="p0y0" fmla="*/ 0 h 390"/>
              <a:gd name="p0x1" fmla="*/ 330 w 390"/>
              <a:gd name="p0y1" fmla="*/ 0 h 390"/>
              <a:gd name="p0x2" fmla="*/ 363 w 390"/>
              <a:gd name="p0y2" fmla="*/ 0 h 390"/>
              <a:gd name="p0x3" fmla="*/ 390 w 390"/>
              <a:gd name="p0y3" fmla="*/ 26 h 390"/>
              <a:gd name="p0x4" fmla="*/ 390 w 390"/>
              <a:gd name="p0y4" fmla="*/ 60 h 390"/>
              <a:gd name="p0x5" fmla="*/ 390 w 390"/>
              <a:gd name="p0y5" fmla="*/ 330 h 390"/>
              <a:gd name="p0x6" fmla="*/ 390 w 390"/>
              <a:gd name="p0y6" fmla="*/ 363 h 390"/>
              <a:gd name="p0x7" fmla="*/ 363 w 390"/>
              <a:gd name="p0y7" fmla="*/ 390 h 390"/>
              <a:gd name="p0x8" fmla="*/ 330 w 390"/>
              <a:gd name="p0y8" fmla="*/ 390 h 390"/>
              <a:gd name="p0x9" fmla="*/ 60 w 390"/>
              <a:gd name="p0y9" fmla="*/ 390 h 390"/>
              <a:gd name="p0x10" fmla="*/ 26 w 390"/>
              <a:gd name="p0y10" fmla="*/ 390 h 390"/>
              <a:gd name="p0x11" fmla="*/ 0 w 390"/>
              <a:gd name="p0y11" fmla="*/ 363 h 390"/>
              <a:gd name="p0x12" fmla="*/ 0 w 390"/>
              <a:gd name="p0y12" fmla="*/ 330 h 390"/>
              <a:gd name="p0x13" fmla="*/ 0 w 390"/>
              <a:gd name="p0y13" fmla="*/ 60 h 390"/>
              <a:gd name="p0x14" fmla="*/ 0 w 390"/>
              <a:gd name="p0y14" fmla="*/ 26 h 390"/>
              <a:gd name="p0x15" fmla="*/ 26 w 390"/>
              <a:gd name="p0y15" fmla="*/ 0 h 390"/>
              <a:gd name="p0x16" fmla="*/ 60 w 390"/>
              <a:gd name="p0y16" fmla="*/ 0 h 39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任意多边形 14"/>
          <p:cNvSpPr/>
          <p:nvPr>
            <p:custDataLst>
              <p:tags r:id="rId11"/>
            </p:custDataLst>
          </p:nvPr>
        </p:nvSpPr>
        <p:spPr>
          <a:xfrm>
            <a:off x="838200" y="2661920"/>
            <a:ext cx="247650" cy="247650"/>
          </a:xfrm>
          <a:custGeom>
            <a:avLst/>
            <a:gdLst>
              <a:gd name="sw" fmla="*/ 1 w 390"/>
              <a:gd name="sh" fmla="*/ 1 h 390"/>
              <a:gd name="mins" fmla="min sw sh"/>
              <a:gd name="dsw" fmla="+- 0 sw mins"/>
              <a:gd name="dsh" fmla="+- 0 sh mins"/>
              <a:gd name="p0x0" fmla="*/ 60 w 390"/>
              <a:gd name="p0y0" fmla="*/ 0 h 390"/>
              <a:gd name="p0x1" fmla="*/ 330 w 390"/>
              <a:gd name="p0y1" fmla="*/ 0 h 390"/>
              <a:gd name="p0x2" fmla="*/ 363 w 390"/>
              <a:gd name="p0y2" fmla="*/ 0 h 390"/>
              <a:gd name="p0x3" fmla="*/ 390 w 390"/>
              <a:gd name="p0y3" fmla="*/ 26 h 390"/>
              <a:gd name="p0x4" fmla="*/ 390 w 390"/>
              <a:gd name="p0y4" fmla="*/ 60 h 390"/>
              <a:gd name="p0x5" fmla="*/ 390 w 390"/>
              <a:gd name="p0y5" fmla="*/ 330 h 390"/>
              <a:gd name="p0x6" fmla="*/ 390 w 390"/>
              <a:gd name="p0y6" fmla="*/ 363 h 390"/>
              <a:gd name="p0x7" fmla="*/ 363 w 390"/>
              <a:gd name="p0y7" fmla="*/ 390 h 390"/>
              <a:gd name="p0x8" fmla="*/ 330 w 390"/>
              <a:gd name="p0y8" fmla="*/ 390 h 390"/>
              <a:gd name="p0x9" fmla="*/ 60 w 390"/>
              <a:gd name="p0y9" fmla="*/ 390 h 390"/>
              <a:gd name="p0x10" fmla="*/ 26 w 390"/>
              <a:gd name="p0y10" fmla="*/ 390 h 390"/>
              <a:gd name="p0x11" fmla="*/ 0 w 390"/>
              <a:gd name="p0y11" fmla="*/ 363 h 390"/>
              <a:gd name="p0x12" fmla="*/ 0 w 390"/>
              <a:gd name="p0y12" fmla="*/ 330 h 390"/>
              <a:gd name="p0x13" fmla="*/ 0 w 390"/>
              <a:gd name="p0y13" fmla="*/ 60 h 390"/>
              <a:gd name="p0x14" fmla="*/ 0 w 390"/>
              <a:gd name="p0y14" fmla="*/ 26 h 390"/>
              <a:gd name="p0x15" fmla="*/ 26 w 390"/>
              <a:gd name="p0y15" fmla="*/ 0 h 390"/>
              <a:gd name="p0x16" fmla="*/ 60 w 390"/>
              <a:gd name="p0y16" fmla="*/ 0 h 39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12"/>
            </p:custDataLst>
          </p:nvPr>
        </p:nvSpPr>
        <p:spPr>
          <a:xfrm>
            <a:off x="838200" y="3324225"/>
            <a:ext cx="247650" cy="247650"/>
          </a:xfrm>
          <a:custGeom>
            <a:avLst/>
            <a:gdLst>
              <a:gd name="sw" fmla="*/ 1 w 390"/>
              <a:gd name="sh" fmla="*/ 1 h 390"/>
              <a:gd name="mins" fmla="min sw sh"/>
              <a:gd name="dsw" fmla="+- 0 sw mins"/>
              <a:gd name="dsh" fmla="+- 0 sh mins"/>
              <a:gd name="p0x0" fmla="*/ 60 w 390"/>
              <a:gd name="p0y0" fmla="*/ 0 h 390"/>
              <a:gd name="p0x1" fmla="*/ 330 w 390"/>
              <a:gd name="p0y1" fmla="*/ 0 h 390"/>
              <a:gd name="p0x2" fmla="*/ 363 w 390"/>
              <a:gd name="p0y2" fmla="*/ 0 h 390"/>
              <a:gd name="p0x3" fmla="*/ 390 w 390"/>
              <a:gd name="p0y3" fmla="*/ 26 h 390"/>
              <a:gd name="p0x4" fmla="*/ 390 w 390"/>
              <a:gd name="p0y4" fmla="*/ 60 h 390"/>
              <a:gd name="p0x5" fmla="*/ 390 w 390"/>
              <a:gd name="p0y5" fmla="*/ 330 h 390"/>
              <a:gd name="p0x6" fmla="*/ 390 w 390"/>
              <a:gd name="p0y6" fmla="*/ 363 h 390"/>
              <a:gd name="p0x7" fmla="*/ 363 w 390"/>
              <a:gd name="p0y7" fmla="*/ 390 h 390"/>
              <a:gd name="p0x8" fmla="*/ 330 w 390"/>
              <a:gd name="p0y8" fmla="*/ 390 h 390"/>
              <a:gd name="p0x9" fmla="*/ 60 w 390"/>
              <a:gd name="p0y9" fmla="*/ 390 h 390"/>
              <a:gd name="p0x10" fmla="*/ 26 w 390"/>
              <a:gd name="p0y10" fmla="*/ 390 h 390"/>
              <a:gd name="p0x11" fmla="*/ 0 w 390"/>
              <a:gd name="p0y11" fmla="*/ 363 h 390"/>
              <a:gd name="p0x12" fmla="*/ 0 w 390"/>
              <a:gd name="p0y12" fmla="*/ 330 h 390"/>
              <a:gd name="p0x13" fmla="*/ 0 w 390"/>
              <a:gd name="p0y13" fmla="*/ 60 h 390"/>
              <a:gd name="p0x14" fmla="*/ 0 w 390"/>
              <a:gd name="p0y14" fmla="*/ 26 h 390"/>
              <a:gd name="p0x15" fmla="*/ 26 w 390"/>
              <a:gd name="p0y15" fmla="*/ 0 h 390"/>
              <a:gd name="p0x16" fmla="*/ 60 w 390"/>
              <a:gd name="p0y16" fmla="*/ 0 h 39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2D5B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rcRect l="-1458" t="-1429" r="-1458" b="-1429"/>
          <a:stretch>
            <a:fillRect/>
          </a:stretch>
        </p:blipFill>
        <p:spPr>
          <a:xfrm>
            <a:off x="838200" y="1547495"/>
            <a:ext cx="156845" cy="205740"/>
          </a:xfrm>
          <a:prstGeom prst="rect">
            <a:avLst/>
          </a:prstGeom>
        </p:spPr>
      </p:pic>
      <p:sp>
        <p:nvSpPr>
          <p:cNvPr id="11" name="文本框 10"/>
          <p:cNvSpPr txBox="1"/>
          <p:nvPr>
            <p:custDataLst>
              <p:tags r:id="rId16"/>
            </p:custDataLst>
          </p:nvPr>
        </p:nvSpPr>
        <p:spPr>
          <a:xfrm>
            <a:off x="1090613" y="1509713"/>
            <a:ext cx="4576763" cy="276225"/>
          </a:xfrm>
          <a:prstGeom prst="rect">
            <a:avLst/>
          </a:prstGeom>
          <a:noFill/>
        </p:spPr>
        <p:txBody>
          <a:bodyPr wrap="square" lIns="0" tIns="0" rIns="0" bIns="0" rtlCol="0" anchor="ctr">
            <a:noAutofit/>
          </a:bodyPr>
          <a:p>
            <a:pPr algn="l">
              <a:lnSpc>
                <a:spcPct val="125000"/>
              </a:lnSpc>
            </a:pPr>
            <a:r>
              <a:rPr sz="1650" b="1">
                <a:solidFill>
                  <a:srgbClr val="2D5B99"/>
                </a:solidFill>
                <a:latin typeface="黑体" panose="02010609060101010101" charset="-122"/>
                <a:ea typeface="黑体" panose="02010609060101010101" charset="-122"/>
              </a:rPr>
              <a:t>工作总结</a:t>
            </a:r>
            <a:endParaRPr sz="1650" b="1">
              <a:solidFill>
                <a:srgbClr val="2D5B99"/>
              </a:solidFill>
              <a:latin typeface="黑体" panose="02010609060101010101" charset="-122"/>
              <a:ea typeface="黑体" panose="02010609060101010101" charset="-122"/>
            </a:endParaRPr>
          </a:p>
        </p:txBody>
      </p:sp>
      <p:sp>
        <p:nvSpPr>
          <p:cNvPr id="13" name="文本框 12"/>
          <p:cNvSpPr txBox="1"/>
          <p:nvPr>
            <p:custDataLst>
              <p:tags r:id="rId17"/>
            </p:custDataLst>
          </p:nvPr>
        </p:nvSpPr>
        <p:spPr>
          <a:xfrm>
            <a:off x="928688" y="2034540"/>
            <a:ext cx="200025"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1</a:t>
            </a:r>
            <a:endParaRPr sz="1050" b="1">
              <a:solidFill>
                <a:srgbClr val="FFFFFF"/>
              </a:solidFill>
              <a:latin typeface="黑体" panose="02010609060101010101" charset="-122"/>
              <a:ea typeface="黑体" panose="02010609060101010101" charset="-122"/>
            </a:endParaRPr>
          </a:p>
        </p:txBody>
      </p:sp>
      <p:sp>
        <p:nvSpPr>
          <p:cNvPr id="14" name="文本框 13"/>
          <p:cNvSpPr txBox="1"/>
          <p:nvPr>
            <p:custDataLst>
              <p:tags r:id="rId18"/>
            </p:custDataLst>
          </p:nvPr>
        </p:nvSpPr>
        <p:spPr>
          <a:xfrm>
            <a:off x="838200" y="2257901"/>
            <a:ext cx="4829175" cy="216218"/>
          </a:xfrm>
          <a:prstGeom prst="rect">
            <a:avLst/>
          </a:prstGeom>
          <a:noFill/>
        </p:spPr>
        <p:txBody>
          <a:bodyPr wrap="square" lIns="0" tIns="0" rIns="0" bIns="0" rtlCol="0" anchor="t">
            <a:noAutofit/>
          </a:bodyPr>
          <a:p>
            <a:pPr algn="l">
              <a:lnSpc>
                <a:spcPct val="142000"/>
              </a:lnSpc>
            </a:pPr>
            <a:r>
              <a:rPr sz="1125">
                <a:solidFill>
                  <a:srgbClr val="1E293B"/>
                </a:solidFill>
                <a:latin typeface="黑体" panose="02010609060101010101" charset="-122"/>
                <a:ea typeface="黑体" panose="02010609060101010101" charset="-122"/>
              </a:rPr>
              <a:t>完成了</a:t>
            </a:r>
            <a:r>
              <a:rPr lang="zh-CN" sz="1125" b="1">
                <a:solidFill>
                  <a:srgbClr val="2D5B99"/>
                </a:solidFill>
                <a:latin typeface="黑体" panose="02010609060101010101" charset="-122"/>
                <a:ea typeface="黑体" panose="02010609060101010101" charset="-122"/>
                <a:cs typeface="黑体" panose="02010609060101010101" charset="-122"/>
              </a:rPr>
              <a:t>三端协同的</a:t>
            </a:r>
            <a:r>
              <a:rPr lang="en-US" altLang="zh-CN" sz="1125" b="1">
                <a:solidFill>
                  <a:srgbClr val="2D5B99"/>
                </a:solidFill>
                <a:latin typeface="黑体" panose="02010609060101010101" charset="-122"/>
                <a:ea typeface="黑体" panose="02010609060101010101" charset="-122"/>
                <a:cs typeface="黑体" panose="02010609060101010101" charset="-122"/>
              </a:rPr>
              <a:t>ADHD</a:t>
            </a:r>
            <a:r>
              <a:rPr lang="zh-CN" altLang="en-US" sz="1125" b="1">
                <a:solidFill>
                  <a:srgbClr val="2D5B99"/>
                </a:solidFill>
                <a:latin typeface="黑体" panose="02010609060101010101" charset="-122"/>
                <a:ea typeface="黑体" panose="02010609060101010101" charset="-122"/>
                <a:cs typeface="黑体" panose="02010609060101010101" charset="-122"/>
              </a:rPr>
              <a:t>行为辅助系统</a:t>
            </a:r>
            <a:r>
              <a:rPr sz="1125">
                <a:solidFill>
                  <a:srgbClr val="1E293B"/>
                </a:solidFill>
                <a:latin typeface="黑体" panose="02010609060101010101" charset="-122"/>
                <a:ea typeface="黑体" panose="02010609060101010101" charset="-122"/>
              </a:rPr>
              <a:t>全链路开发，核心功能全部落地</a:t>
            </a:r>
            <a:endParaRPr sz="1125">
              <a:solidFill>
                <a:srgbClr val="1E293B"/>
              </a:solidFill>
              <a:latin typeface="黑体" panose="02010609060101010101" charset="-122"/>
              <a:ea typeface="黑体" panose="02010609060101010101" charset="-122"/>
            </a:endParaRPr>
          </a:p>
        </p:txBody>
      </p:sp>
      <p:sp>
        <p:nvSpPr>
          <p:cNvPr id="16" name="文本框 15"/>
          <p:cNvSpPr txBox="1"/>
          <p:nvPr>
            <p:custDataLst>
              <p:tags r:id="rId19"/>
            </p:custDataLst>
          </p:nvPr>
        </p:nvSpPr>
        <p:spPr>
          <a:xfrm>
            <a:off x="928688" y="2696527"/>
            <a:ext cx="200025"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2</a:t>
            </a:r>
            <a:endParaRPr sz="1050" b="1">
              <a:solidFill>
                <a:srgbClr val="FFFFFF"/>
              </a:solidFill>
              <a:latin typeface="黑体" panose="02010609060101010101" charset="-122"/>
              <a:ea typeface="黑体" panose="02010609060101010101" charset="-122"/>
            </a:endParaRPr>
          </a:p>
        </p:txBody>
      </p:sp>
      <p:sp>
        <p:nvSpPr>
          <p:cNvPr id="17" name="文本框 16"/>
          <p:cNvSpPr txBox="1"/>
          <p:nvPr>
            <p:custDataLst>
              <p:tags r:id="rId20"/>
            </p:custDataLst>
          </p:nvPr>
        </p:nvSpPr>
        <p:spPr>
          <a:xfrm>
            <a:off x="838200" y="2919889"/>
            <a:ext cx="4829175" cy="216218"/>
          </a:xfrm>
          <a:prstGeom prst="rect">
            <a:avLst/>
          </a:prstGeom>
          <a:noFill/>
        </p:spPr>
        <p:txBody>
          <a:bodyPr wrap="square" lIns="0" tIns="0" rIns="0" bIns="0" rtlCol="0" anchor="t">
            <a:noAutofit/>
          </a:bodyPr>
          <a:p>
            <a:pPr algn="l">
              <a:lnSpc>
                <a:spcPct val="142000"/>
              </a:lnSpc>
            </a:pPr>
            <a:r>
              <a:rPr sz="1125">
                <a:solidFill>
                  <a:srgbClr val="1E293B"/>
                </a:solidFill>
                <a:latin typeface="黑体" panose="02010609060101010101" charset="-122"/>
                <a:ea typeface="黑体" panose="02010609060101010101" charset="-122"/>
              </a:rPr>
              <a:t>验证了</a:t>
            </a:r>
            <a:r>
              <a:rPr lang="en-US" sz="1125" b="1">
                <a:solidFill>
                  <a:srgbClr val="2D5B99"/>
                </a:solidFill>
                <a:latin typeface="黑体" panose="02010609060101010101" charset="-122"/>
                <a:ea typeface="黑体" panose="02010609060101010101" charset="-122"/>
                <a:cs typeface="黑体" panose="02010609060101010101" charset="-122"/>
              </a:rPr>
              <a:t>LLM</a:t>
            </a:r>
            <a:r>
              <a:rPr lang="zh-CN" altLang="en-US" sz="1125" b="1">
                <a:solidFill>
                  <a:srgbClr val="2D5B99"/>
                </a:solidFill>
                <a:latin typeface="黑体" panose="02010609060101010101" charset="-122"/>
                <a:ea typeface="黑体" panose="02010609060101010101" charset="-122"/>
                <a:cs typeface="黑体" panose="02010609060101010101" charset="-122"/>
              </a:rPr>
              <a:t>在儿童行为干预场景</a:t>
            </a:r>
            <a:r>
              <a:rPr sz="1125">
                <a:solidFill>
                  <a:srgbClr val="1E293B"/>
                </a:solidFill>
                <a:latin typeface="黑体" panose="02010609060101010101" charset="-122"/>
                <a:ea typeface="黑体" panose="02010609060101010101" charset="-122"/>
              </a:rPr>
              <a:t>的落地价值，有效降低家长干预负担</a:t>
            </a:r>
            <a:endParaRPr sz="1125">
              <a:solidFill>
                <a:srgbClr val="1E293B"/>
              </a:solidFill>
              <a:latin typeface="黑体" panose="02010609060101010101" charset="-122"/>
              <a:ea typeface="黑体" panose="02010609060101010101" charset="-122"/>
            </a:endParaRPr>
          </a:p>
        </p:txBody>
      </p:sp>
      <p:sp>
        <p:nvSpPr>
          <p:cNvPr id="19" name="文本框 18"/>
          <p:cNvSpPr txBox="1"/>
          <p:nvPr>
            <p:custDataLst>
              <p:tags r:id="rId21"/>
            </p:custDataLst>
          </p:nvPr>
        </p:nvSpPr>
        <p:spPr>
          <a:xfrm>
            <a:off x="928688" y="3358515"/>
            <a:ext cx="200025"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3</a:t>
            </a:r>
            <a:endParaRPr sz="1050" b="1">
              <a:solidFill>
                <a:srgbClr val="FFFFFF"/>
              </a:solidFill>
              <a:latin typeface="黑体" panose="02010609060101010101" charset="-122"/>
              <a:ea typeface="黑体" panose="02010609060101010101" charset="-122"/>
            </a:endParaRPr>
          </a:p>
        </p:txBody>
      </p:sp>
      <p:sp>
        <p:nvSpPr>
          <p:cNvPr id="20" name="文本框 19"/>
          <p:cNvSpPr txBox="1"/>
          <p:nvPr>
            <p:custDataLst>
              <p:tags r:id="rId22"/>
            </p:custDataLst>
          </p:nvPr>
        </p:nvSpPr>
        <p:spPr>
          <a:xfrm>
            <a:off x="838200" y="3581876"/>
            <a:ext cx="2286000" cy="216218"/>
          </a:xfrm>
          <a:prstGeom prst="rect">
            <a:avLst/>
          </a:prstGeom>
          <a:noFill/>
        </p:spPr>
        <p:txBody>
          <a:bodyPr wrap="square" lIns="0" tIns="0" rIns="0" bIns="0" rtlCol="0" anchor="t">
            <a:noAutofit/>
          </a:bodyPr>
          <a:p>
            <a:pPr algn="l">
              <a:lnSpc>
                <a:spcPct val="142000"/>
              </a:lnSpc>
            </a:pPr>
            <a:r>
              <a:rPr sz="1125">
                <a:solidFill>
                  <a:srgbClr val="1E293B"/>
                </a:solidFill>
                <a:latin typeface="黑体" panose="02010609060101010101" charset="-122"/>
                <a:ea typeface="黑体" panose="02010609060101010101" charset="-122"/>
              </a:rPr>
              <a:t>系统通过完整测试，</a:t>
            </a:r>
            <a:r>
              <a:rPr sz="1125" b="1">
                <a:solidFill>
                  <a:srgbClr val="2D5B99"/>
                </a:solidFill>
                <a:latin typeface="黑体" panose="02010609060101010101" charset="-122"/>
                <a:ea typeface="黑体" panose="02010609060101010101" charset="-122"/>
              </a:rPr>
              <a:t>核心流程稳定</a:t>
            </a:r>
            <a:endParaRPr sz="1125" b="1">
              <a:solidFill>
                <a:srgbClr val="2D5B99"/>
              </a:solidFill>
              <a:latin typeface="黑体" panose="02010609060101010101" charset="-122"/>
              <a:ea typeface="黑体" panose="02010609060101010101" charset="-122"/>
            </a:endParaRPr>
          </a:p>
        </p:txBody>
      </p:sp>
      <p:grpSp>
        <p:nvGrpSpPr>
          <p:cNvPr id="42" name="组合 41"/>
          <p:cNvGrpSpPr/>
          <p:nvPr/>
        </p:nvGrpSpPr>
        <p:grpSpPr>
          <a:xfrm>
            <a:off x="6286500" y="1219200"/>
            <a:ext cx="5334000" cy="3042920"/>
            <a:chOff x="9900" y="1920"/>
            <a:chExt cx="8400" cy="4792"/>
          </a:xfrm>
        </p:grpSpPr>
        <p:sp>
          <p:nvSpPr>
            <p:cNvPr id="21" name="任意多边形 20"/>
            <p:cNvSpPr/>
            <p:nvPr>
              <p:custDataLst>
                <p:tags r:id="rId23"/>
              </p:custDataLst>
            </p:nvPr>
          </p:nvSpPr>
          <p:spPr>
            <a:xfrm>
              <a:off x="9900" y="1920"/>
              <a:ext cx="8400" cy="4792"/>
            </a:xfrm>
            <a:custGeom>
              <a:avLst/>
              <a:gdLst>
                <a:gd name="sw" fmla="*/ 1 w 8400"/>
                <a:gd name="sh" fmla="*/ 1 h 4792"/>
                <a:gd name="mins" fmla="min sw sh"/>
                <a:gd name="dsw" fmla="+- 0 sw mins"/>
                <a:gd name="dsh" fmla="+- 0 sh mins"/>
                <a:gd name="p0x0" fmla="*/ 60 w 8400"/>
                <a:gd name="p0y0" fmla="*/ 0 h 4792"/>
                <a:gd name="p0x1" fmla="*/ 8340 w 8400"/>
                <a:gd name="p0y1" fmla="*/ 0 h 4792"/>
                <a:gd name="p0x2" fmla="*/ 8373 w 8400"/>
                <a:gd name="p0y2" fmla="*/ 0 h 4792"/>
                <a:gd name="p0x3" fmla="*/ 8400 w 8400"/>
                <a:gd name="p0y3" fmla="*/ 26 h 4792"/>
                <a:gd name="p0x4" fmla="*/ 8400 w 8400"/>
                <a:gd name="p0y4" fmla="*/ 60 h 4792"/>
                <a:gd name="p0x5" fmla="*/ 8400 w 8400"/>
                <a:gd name="p0y5" fmla="*/ 4732 h 4792"/>
                <a:gd name="p0x6" fmla="*/ 8400 w 8400"/>
                <a:gd name="p0y6" fmla="*/ 4765 h 4792"/>
                <a:gd name="p0x7" fmla="*/ 8373 w 8400"/>
                <a:gd name="p0y7" fmla="*/ 4792 h 4792"/>
                <a:gd name="p0x8" fmla="*/ 8340 w 8400"/>
                <a:gd name="p0y8" fmla="*/ 4792 h 4792"/>
                <a:gd name="p0x9" fmla="*/ 60 w 8400"/>
                <a:gd name="p0y9" fmla="*/ 4792 h 4792"/>
                <a:gd name="p0x10" fmla="*/ 26 w 8400"/>
                <a:gd name="p0y10" fmla="*/ 4792 h 4792"/>
                <a:gd name="p0x11" fmla="*/ 0 w 8400"/>
                <a:gd name="p0y11" fmla="*/ 4765 h 4792"/>
                <a:gd name="p0x12" fmla="*/ 0 w 8400"/>
                <a:gd name="p0y12" fmla="*/ 4732 h 4792"/>
                <a:gd name="p0x13" fmla="*/ 0 w 8400"/>
                <a:gd name="p0y13" fmla="*/ 60 h 4792"/>
                <a:gd name="p0x14" fmla="*/ 0 w 8400"/>
                <a:gd name="p0y14" fmla="*/ 26 h 4792"/>
                <a:gd name="p0x15" fmla="*/ 26 w 8400"/>
                <a:gd name="p0y15" fmla="*/ 0 h 4792"/>
                <a:gd name="p0x16" fmla="*/ 60 w 8400"/>
                <a:gd name="p0y16" fmla="*/ 0 h 4792"/>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custDataLst>
                <p:tags r:id="rId24"/>
              </p:custDataLst>
            </p:nvPr>
          </p:nvSpPr>
          <p:spPr>
            <a:xfrm>
              <a:off x="9941" y="1920"/>
              <a:ext cx="8341" cy="28"/>
            </a:xfrm>
            <a:custGeom>
              <a:avLst/>
              <a:gdLst>
                <a:gd name="sw" fmla="*/ 1 w 8340"/>
                <a:gd name="sh" fmla="*/ 1 h 28"/>
                <a:gd name="mins" fmla="min sw sh"/>
                <a:gd name="dsw" fmla="+- 0 sw mins"/>
                <a:gd name="dsh" fmla="+- 0 sh mins"/>
                <a:gd name="p0x0" fmla="*/ 18 w 8340"/>
                <a:gd name="p0y0" fmla="*/ 0 h 28"/>
                <a:gd name="p0x1" fmla="*/ 8298 w 8340"/>
                <a:gd name="p0y1" fmla="*/ 0 h 28"/>
                <a:gd name="p0x2" fmla="*/ 8315 w 8340"/>
                <a:gd name="p0y2" fmla="*/ 0 h 28"/>
                <a:gd name="p0x3" fmla="*/ 8330 w 8340"/>
                <a:gd name="p0y3" fmla="*/ 6 h 28"/>
                <a:gd name="p0x4" fmla="*/ 8340 w 8340"/>
                <a:gd name="p0y4" fmla="*/ 17 h 28"/>
                <a:gd name="p0x5" fmla="*/ 8330 w 8340"/>
                <a:gd name="p0y5" fmla="*/ 28 h 28"/>
                <a:gd name="p0x6" fmla="*/ 8322 w 8340"/>
                <a:gd name="p0y6" fmla="*/ 20 h 28"/>
                <a:gd name="p0x7" fmla="*/ 8310 w 8340"/>
                <a:gd name="p0y7" fmla="*/ 15 h 28"/>
                <a:gd name="p0x8" fmla="*/ 8298 w 8340"/>
                <a:gd name="p0y8" fmla="*/ 15 h 28"/>
                <a:gd name="p0x9" fmla="*/ 18 w 8340"/>
                <a:gd name="p0y9" fmla="*/ 15 h 28"/>
                <a:gd name="p0x10" fmla="*/ 0 w 8340"/>
                <a:gd name="p0y10" fmla="*/ 2 h 28"/>
                <a:gd name="p0x11" fmla="*/ 0 w 8340"/>
                <a:gd name="p0y11" fmla="*/ 2 h 28"/>
                <a:gd name="p0x12" fmla="*/ 5 w 8340"/>
                <a:gd name="p0y12" fmla="*/ 1 h 28"/>
                <a:gd name="p0x13" fmla="*/ 12 w 8340"/>
                <a:gd name="p0y13" fmla="*/ 0 h 28"/>
                <a:gd name="p0x14" fmla="*/ 18 w 8340"/>
                <a:gd name="p0y14" fmla="*/ 0 h 2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lnTo>
                    <a:pt x="p0x10" y="p0y10"/>
                  </a:lnTo>
                  <a:lnTo>
                    <a:pt x="p0x11" y="p0y11"/>
                  </a:lnTo>
                  <a:cubicBezTo>
                    <a:pt x="p0x12" y="p0y12"/>
                    <a:pt x="p0x13" y="p0y13"/>
                    <a:pt x="p0x14" y="p0y14"/>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任意多边形 22"/>
            <p:cNvSpPr/>
            <p:nvPr>
              <p:custDataLst>
                <p:tags r:id="rId25"/>
              </p:custDataLst>
            </p:nvPr>
          </p:nvSpPr>
          <p:spPr>
            <a:xfrm>
              <a:off x="18271" y="1937"/>
              <a:ext cx="29" cy="4757"/>
            </a:xfrm>
            <a:custGeom>
              <a:avLst/>
              <a:gdLst>
                <a:gd name="sw" fmla="*/ 1 w 28"/>
                <a:gd name="sh" fmla="*/ 1 h 4757"/>
                <a:gd name="mins" fmla="min sw sh"/>
                <a:gd name="dsw" fmla="+- 0 sw mins"/>
                <a:gd name="dsh" fmla="+- 0 sh mins"/>
                <a:gd name="p0x0" fmla="*/ 28 w 28"/>
                <a:gd name="p0y0" fmla="*/ 42 h 4757"/>
                <a:gd name="p0x1" fmla="*/ 28 w 28"/>
                <a:gd name="p0y1" fmla="*/ 4714 h 4757"/>
                <a:gd name="p0x2" fmla="*/ 28 w 28"/>
                <a:gd name="p0y2" fmla="*/ 4731 h 4757"/>
                <a:gd name="p0x3" fmla="*/ 21 w 28"/>
                <a:gd name="p0y3" fmla="*/ 4746 h 4757"/>
                <a:gd name="p0x4" fmla="*/ 10 w 28"/>
                <a:gd name="p0y4" fmla="*/ 4757 h 4757"/>
                <a:gd name="p0x5" fmla="*/ 0 w 28"/>
                <a:gd name="p0y5" fmla="*/ 4746 h 4757"/>
                <a:gd name="p0x6" fmla="*/ 8 w 28"/>
                <a:gd name="p0y6" fmla="*/ 4738 h 4757"/>
                <a:gd name="p0x7" fmla="*/ 13 w 28"/>
                <a:gd name="p0y7" fmla="*/ 4727 h 4757"/>
                <a:gd name="p0x8" fmla="*/ 13 w 28"/>
                <a:gd name="p0y8" fmla="*/ 4714 h 4757"/>
                <a:gd name="p0x9" fmla="*/ 13 w 28"/>
                <a:gd name="p0y9" fmla="*/ 42 h 4757"/>
                <a:gd name="p0x10" fmla="*/ 13 w 28"/>
                <a:gd name="p0y10" fmla="*/ 30 h 4757"/>
                <a:gd name="p0x11" fmla="*/ 8 w 28"/>
                <a:gd name="p0y11" fmla="*/ 18 h 4757"/>
                <a:gd name="p0x12" fmla="*/ 0 w 28"/>
                <a:gd name="p0y12" fmla="*/ 10 h 4757"/>
                <a:gd name="p0x13" fmla="*/ 10 w 28"/>
                <a:gd name="p0y13" fmla="*/ 0 h 4757"/>
                <a:gd name="p0x14" fmla="*/ 21 w 28"/>
                <a:gd name="p0y14" fmla="*/ 10 h 4757"/>
                <a:gd name="p0x15" fmla="*/ 28 w 28"/>
                <a:gd name="p0y15" fmla="*/ 25 h 4757"/>
                <a:gd name="p0x16" fmla="*/ 28 w 28"/>
                <a:gd name="p0y16" fmla="*/ 42 h 475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任意多边形 23"/>
            <p:cNvSpPr/>
            <p:nvPr>
              <p:custDataLst>
                <p:tags r:id="rId26"/>
              </p:custDataLst>
            </p:nvPr>
          </p:nvSpPr>
          <p:spPr>
            <a:xfrm>
              <a:off x="9941" y="6684"/>
              <a:ext cx="8341" cy="28"/>
            </a:xfrm>
            <a:custGeom>
              <a:avLst/>
              <a:gdLst>
                <a:gd name="sw" fmla="*/ 1 w 8340"/>
                <a:gd name="sh" fmla="*/ 1 h 28"/>
                <a:gd name="mins" fmla="min sw sh"/>
                <a:gd name="dsw" fmla="+- 0 sw mins"/>
                <a:gd name="dsh" fmla="+- 0 sh mins"/>
                <a:gd name="p0x0" fmla="*/ 8298 w 8340"/>
                <a:gd name="p0y0" fmla="*/ 28 h 28"/>
                <a:gd name="p0x1" fmla="*/ 18 w 8340"/>
                <a:gd name="p0y1" fmla="*/ 28 h 28"/>
                <a:gd name="p0x2" fmla="*/ 12 w 8340"/>
                <a:gd name="p0y2" fmla="*/ 28 h 28"/>
                <a:gd name="p0x3" fmla="*/ 5 w 8340"/>
                <a:gd name="p0y3" fmla="*/ 27 h 28"/>
                <a:gd name="p0x4" fmla="*/ 0 w 8340"/>
                <a:gd name="p0y4" fmla="*/ 25 h 28"/>
                <a:gd name="p0x5" fmla="*/ 18 w 8340"/>
                <a:gd name="p0y5" fmla="*/ 13 h 28"/>
                <a:gd name="p0x6" fmla="*/ 8298 w 8340"/>
                <a:gd name="p0y6" fmla="*/ 13 h 28"/>
                <a:gd name="p0x7" fmla="*/ 8310 w 8340"/>
                <a:gd name="p0y7" fmla="*/ 13 h 28"/>
                <a:gd name="p0x8" fmla="*/ 8322 w 8340"/>
                <a:gd name="p0y8" fmla="*/ 8 h 28"/>
                <a:gd name="p0x9" fmla="*/ 8330 w 8340"/>
                <a:gd name="p0y9" fmla="*/ 0 h 28"/>
                <a:gd name="p0x10" fmla="*/ 8340 w 8340"/>
                <a:gd name="p0y10" fmla="*/ 10 h 28"/>
                <a:gd name="p0x11" fmla="*/ 8330 w 8340"/>
                <a:gd name="p0y11" fmla="*/ 21 h 28"/>
                <a:gd name="p0x12" fmla="*/ 8315 w 8340"/>
                <a:gd name="p0y12" fmla="*/ 28 h 28"/>
                <a:gd name="p0x13" fmla="*/ 8298 w 8340"/>
                <a:gd name="p0y13" fmla="*/ 28 h 28"/>
              </a:gdLst>
              <a:ahLst/>
              <a:cxnLst/>
              <a:pathLst>
                <a:path>
                  <a:moveTo>
                    <a:pt x="p0x0" y="p0y0"/>
                  </a:moveTo>
                  <a:lnTo>
                    <a:pt x="p0x1" y="p0y1"/>
                  </a:lnTo>
                  <a:cubicBezTo>
                    <a:pt x="p0x2" y="p0y2"/>
                    <a:pt x="p0x3" y="p0y3"/>
                    <a:pt x="p0x4" y="p0y4"/>
                  </a:cubicBezTo>
                  <a:lnTo>
                    <a:pt x="p0x5" y="p0y5"/>
                  </a:lnTo>
                  <a:lnTo>
                    <a:pt x="p0x6" y="p0y6"/>
                  </a:lnTo>
                  <a:cubicBezTo>
                    <a:pt x="p0x7" y="p0y7"/>
                    <a:pt x="p0x8" y="p0y8"/>
                    <a:pt x="p0x9" y="p0y9"/>
                  </a:cubicBezTo>
                  <a:lnTo>
                    <a:pt x="p0x10" y="p0y10"/>
                  </a:lnTo>
                  <a:cubicBezTo>
                    <a:pt x="p0x11" y="p0y11"/>
                    <a:pt x="p0x12" y="p0y12"/>
                    <a:pt x="p0x13" y="p0y13"/>
                  </a:cubicBezTo>
                  <a:close/>
                </a:path>
              </a:pathLst>
            </a:custGeom>
            <a:solidFill>
              <a:srgbClr val="E2E8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custDataLst>
                <p:tags r:id="rId27"/>
              </p:custDataLst>
            </p:nvPr>
          </p:nvSpPr>
          <p:spPr>
            <a:xfrm>
              <a:off x="9900" y="1922"/>
              <a:ext cx="60" cy="4787"/>
            </a:xfrm>
            <a:custGeom>
              <a:avLst/>
              <a:gdLst>
                <a:gd name="sw" fmla="*/ 1 w 60"/>
                <a:gd name="sh" fmla="*/ 1 h 4786"/>
                <a:gd name="mins" fmla="min sw sh"/>
                <a:gd name="dsw" fmla="+- 0 sw mins"/>
                <a:gd name="dsh" fmla="+- 0 sh mins"/>
                <a:gd name="p0x0" fmla="*/ 0 w 60"/>
                <a:gd name="p0y0" fmla="*/ 4729 h 4786"/>
                <a:gd name="p0x1" fmla="*/ 0 w 60"/>
                <a:gd name="p0y1" fmla="*/ 57 h 4786"/>
                <a:gd name="p0x2" fmla="*/ 0 w 60"/>
                <a:gd name="p0y2" fmla="*/ 30 h 4786"/>
                <a:gd name="p0x3" fmla="*/ 17 w 60"/>
                <a:gd name="p0y3" fmla="*/ 7 h 4786"/>
                <a:gd name="p0x4" fmla="*/ 41 w 60"/>
                <a:gd name="p0y4" fmla="*/ 0 h 4786"/>
                <a:gd name="p0x5" fmla="*/ 60 w 60"/>
                <a:gd name="p0y5" fmla="*/ 12 h 4786"/>
                <a:gd name="p0x6" fmla="*/ 60 w 60"/>
                <a:gd name="p0y6" fmla="*/ 4729 h 4786"/>
                <a:gd name="p0x7" fmla="*/ 41 w 60"/>
                <a:gd name="p0y7" fmla="*/ 4786 h 4786"/>
                <a:gd name="p0x8" fmla="*/ 41 w 60"/>
                <a:gd name="p0y8" fmla="*/ 4786 h 4786"/>
                <a:gd name="p0x9" fmla="*/ 17 w 60"/>
                <a:gd name="p0y9" fmla="*/ 4778 h 4786"/>
                <a:gd name="p0x10" fmla="*/ 0 w 60"/>
                <a:gd name="p0y10" fmla="*/ 4756 h 4786"/>
                <a:gd name="p0x11" fmla="*/ 0 w 60"/>
                <a:gd name="p0y11" fmla="*/ 4729 h 4786"/>
              </a:gdLst>
              <a:ahLst/>
              <a:cxnLst/>
              <a:pathLst>
                <a:path>
                  <a:moveTo>
                    <a:pt x="p0x0" y="p0y0"/>
                  </a:moveTo>
                  <a:lnTo>
                    <a:pt x="p0x1" y="p0y1"/>
                  </a:lnTo>
                  <a:cubicBezTo>
                    <a:pt x="p0x2" y="p0y2"/>
                    <a:pt x="p0x3" y="p0y3"/>
                    <a:pt x="p0x4" y="p0y4"/>
                  </a:cubicBezTo>
                  <a:lnTo>
                    <a:pt x="p0x5" y="p0y5"/>
                  </a:lnTo>
                  <a:lnTo>
                    <a:pt x="p0x6" y="p0y6"/>
                  </a:lnTo>
                  <a:lnTo>
                    <a:pt x="p0x7" y="p0y7"/>
                  </a:lnTo>
                  <a:lnTo>
                    <a:pt x="p0x8" y="p0y8"/>
                  </a:lnTo>
                  <a:cubicBezTo>
                    <a:pt x="p0x9" y="p0y9"/>
                    <a:pt x="p0x10" y="p0y10"/>
                    <a:pt x="p0x11" y="p0y11"/>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9" name="任意多边形 28"/>
          <p:cNvSpPr/>
          <p:nvPr>
            <p:custDataLst>
              <p:tags r:id="rId28"/>
            </p:custDataLst>
          </p:nvPr>
        </p:nvSpPr>
        <p:spPr>
          <a:xfrm>
            <a:off x="6553200" y="2000250"/>
            <a:ext cx="247650" cy="247650"/>
          </a:xfrm>
          <a:custGeom>
            <a:avLst/>
            <a:gdLst>
              <a:gd name="sw" fmla="*/ 1 w 390"/>
              <a:gd name="sh" fmla="*/ 1 h 390"/>
              <a:gd name="mins" fmla="min sw sh"/>
              <a:gd name="dsw" fmla="+- 0 sw mins"/>
              <a:gd name="dsh" fmla="+- 0 sh mins"/>
              <a:gd name="p0x0" fmla="*/ 60 w 390"/>
              <a:gd name="p0y0" fmla="*/ 0 h 390"/>
              <a:gd name="p0x1" fmla="*/ 330 w 390"/>
              <a:gd name="p0y1" fmla="*/ 0 h 390"/>
              <a:gd name="p0x2" fmla="*/ 363 w 390"/>
              <a:gd name="p0y2" fmla="*/ 0 h 390"/>
              <a:gd name="p0x3" fmla="*/ 390 w 390"/>
              <a:gd name="p0y3" fmla="*/ 26 h 390"/>
              <a:gd name="p0x4" fmla="*/ 390 w 390"/>
              <a:gd name="p0y4" fmla="*/ 60 h 390"/>
              <a:gd name="p0x5" fmla="*/ 390 w 390"/>
              <a:gd name="p0y5" fmla="*/ 330 h 390"/>
              <a:gd name="p0x6" fmla="*/ 390 w 390"/>
              <a:gd name="p0y6" fmla="*/ 363 h 390"/>
              <a:gd name="p0x7" fmla="*/ 363 w 390"/>
              <a:gd name="p0y7" fmla="*/ 390 h 390"/>
              <a:gd name="p0x8" fmla="*/ 330 w 390"/>
              <a:gd name="p0y8" fmla="*/ 390 h 390"/>
              <a:gd name="p0x9" fmla="*/ 60 w 390"/>
              <a:gd name="p0y9" fmla="*/ 390 h 390"/>
              <a:gd name="p0x10" fmla="*/ 26 w 390"/>
              <a:gd name="p0y10" fmla="*/ 390 h 390"/>
              <a:gd name="p0x11" fmla="*/ 0 w 390"/>
              <a:gd name="p0y11" fmla="*/ 363 h 390"/>
              <a:gd name="p0x12" fmla="*/ 0 w 390"/>
              <a:gd name="p0y12" fmla="*/ 330 h 390"/>
              <a:gd name="p0x13" fmla="*/ 0 w 390"/>
              <a:gd name="p0y13" fmla="*/ 60 h 390"/>
              <a:gd name="p0x14" fmla="*/ 0 w 390"/>
              <a:gd name="p0y14" fmla="*/ 26 h 390"/>
              <a:gd name="p0x15" fmla="*/ 26 w 390"/>
              <a:gd name="p0y15" fmla="*/ 0 h 390"/>
              <a:gd name="p0x16" fmla="*/ 60 w 390"/>
              <a:gd name="p0y16" fmla="*/ 0 h 39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任意多边形 31"/>
          <p:cNvSpPr/>
          <p:nvPr>
            <p:custDataLst>
              <p:tags r:id="rId29"/>
            </p:custDataLst>
          </p:nvPr>
        </p:nvSpPr>
        <p:spPr>
          <a:xfrm>
            <a:off x="6553200" y="2905125"/>
            <a:ext cx="247650" cy="247650"/>
          </a:xfrm>
          <a:custGeom>
            <a:avLst/>
            <a:gdLst>
              <a:gd name="sw" fmla="*/ 1 w 390"/>
              <a:gd name="sh" fmla="*/ 1 h 390"/>
              <a:gd name="mins" fmla="min sw sh"/>
              <a:gd name="dsw" fmla="+- 0 sw mins"/>
              <a:gd name="dsh" fmla="+- 0 sh mins"/>
              <a:gd name="p0x0" fmla="*/ 60 w 390"/>
              <a:gd name="p0y0" fmla="*/ 0 h 390"/>
              <a:gd name="p0x1" fmla="*/ 330 w 390"/>
              <a:gd name="p0y1" fmla="*/ 0 h 390"/>
              <a:gd name="p0x2" fmla="*/ 363 w 390"/>
              <a:gd name="p0y2" fmla="*/ 0 h 390"/>
              <a:gd name="p0x3" fmla="*/ 390 w 390"/>
              <a:gd name="p0y3" fmla="*/ 26 h 390"/>
              <a:gd name="p0x4" fmla="*/ 390 w 390"/>
              <a:gd name="p0y4" fmla="*/ 60 h 390"/>
              <a:gd name="p0x5" fmla="*/ 390 w 390"/>
              <a:gd name="p0y5" fmla="*/ 330 h 390"/>
              <a:gd name="p0x6" fmla="*/ 390 w 390"/>
              <a:gd name="p0y6" fmla="*/ 363 h 390"/>
              <a:gd name="p0x7" fmla="*/ 363 w 390"/>
              <a:gd name="p0y7" fmla="*/ 390 h 390"/>
              <a:gd name="p0x8" fmla="*/ 330 w 390"/>
              <a:gd name="p0y8" fmla="*/ 390 h 390"/>
              <a:gd name="p0x9" fmla="*/ 60 w 390"/>
              <a:gd name="p0y9" fmla="*/ 390 h 390"/>
              <a:gd name="p0x10" fmla="*/ 26 w 390"/>
              <a:gd name="p0y10" fmla="*/ 390 h 390"/>
              <a:gd name="p0x11" fmla="*/ 0 w 390"/>
              <a:gd name="p0y11" fmla="*/ 363 h 390"/>
              <a:gd name="p0x12" fmla="*/ 0 w 390"/>
              <a:gd name="p0y12" fmla="*/ 330 h 390"/>
              <a:gd name="p0x13" fmla="*/ 0 w 390"/>
              <a:gd name="p0y13" fmla="*/ 60 h 390"/>
              <a:gd name="p0x14" fmla="*/ 0 w 390"/>
              <a:gd name="p0y14" fmla="*/ 26 h 390"/>
              <a:gd name="p0x15" fmla="*/ 26 w 390"/>
              <a:gd name="p0y15" fmla="*/ 0 h 390"/>
              <a:gd name="p0x16" fmla="*/ 60 w 390"/>
              <a:gd name="p0y16" fmla="*/ 0 h 39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rcRect l="-2381" t="-1429" r="-2381" b="-1429"/>
          <a:stretch>
            <a:fillRect/>
          </a:stretch>
        </p:blipFill>
        <p:spPr>
          <a:xfrm>
            <a:off x="6553200" y="1547495"/>
            <a:ext cx="209550" cy="205740"/>
          </a:xfrm>
          <a:prstGeom prst="rect">
            <a:avLst/>
          </a:prstGeom>
        </p:spPr>
      </p:pic>
      <p:sp>
        <p:nvSpPr>
          <p:cNvPr id="28" name="文本框 27"/>
          <p:cNvSpPr txBox="1"/>
          <p:nvPr>
            <p:custDataLst>
              <p:tags r:id="rId33"/>
            </p:custDataLst>
          </p:nvPr>
        </p:nvSpPr>
        <p:spPr>
          <a:xfrm>
            <a:off x="6858000" y="1509713"/>
            <a:ext cx="4524375" cy="276225"/>
          </a:xfrm>
          <a:prstGeom prst="rect">
            <a:avLst/>
          </a:prstGeom>
          <a:noFill/>
        </p:spPr>
        <p:txBody>
          <a:bodyPr wrap="square" lIns="0" tIns="0" rIns="0" bIns="0" rtlCol="0" anchor="ctr">
            <a:noAutofit/>
          </a:bodyPr>
          <a:p>
            <a:pPr algn="l">
              <a:lnSpc>
                <a:spcPct val="125000"/>
              </a:lnSpc>
            </a:pPr>
            <a:r>
              <a:rPr sz="1650" b="1">
                <a:solidFill>
                  <a:srgbClr val="64748B"/>
                </a:solidFill>
                <a:latin typeface="黑体" panose="02010609060101010101" charset="-122"/>
                <a:ea typeface="黑体" panose="02010609060101010101" charset="-122"/>
              </a:rPr>
              <a:t>未来展望</a:t>
            </a:r>
            <a:endParaRPr sz="1650" b="1">
              <a:solidFill>
                <a:srgbClr val="64748B"/>
              </a:solidFill>
              <a:latin typeface="黑体" panose="02010609060101010101" charset="-122"/>
              <a:ea typeface="黑体" panose="02010609060101010101" charset="-122"/>
            </a:endParaRPr>
          </a:p>
        </p:txBody>
      </p:sp>
      <p:sp>
        <p:nvSpPr>
          <p:cNvPr id="30" name="文本框 29"/>
          <p:cNvSpPr txBox="1"/>
          <p:nvPr>
            <p:custDataLst>
              <p:tags r:id="rId34"/>
            </p:custDataLst>
          </p:nvPr>
        </p:nvSpPr>
        <p:spPr>
          <a:xfrm>
            <a:off x="6643688" y="2034540"/>
            <a:ext cx="200025"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1</a:t>
            </a:r>
            <a:endParaRPr sz="1050" b="1">
              <a:solidFill>
                <a:srgbClr val="FFFFFF"/>
              </a:solidFill>
              <a:latin typeface="黑体" panose="02010609060101010101" charset="-122"/>
              <a:ea typeface="黑体" panose="02010609060101010101" charset="-122"/>
            </a:endParaRPr>
          </a:p>
        </p:txBody>
      </p:sp>
      <p:sp>
        <p:nvSpPr>
          <p:cNvPr id="31" name="文本框 30"/>
          <p:cNvSpPr txBox="1"/>
          <p:nvPr>
            <p:custDataLst>
              <p:tags r:id="rId35"/>
            </p:custDataLst>
          </p:nvPr>
        </p:nvSpPr>
        <p:spPr>
          <a:xfrm>
            <a:off x="6553200" y="2257901"/>
            <a:ext cx="4829175" cy="459105"/>
          </a:xfrm>
          <a:prstGeom prst="rect">
            <a:avLst/>
          </a:prstGeom>
          <a:noFill/>
        </p:spPr>
        <p:txBody>
          <a:bodyPr wrap="square" lIns="0" tIns="0" rIns="0" bIns="0" rtlCol="0" anchor="t">
            <a:noAutofit/>
          </a:bodyPr>
          <a:p>
            <a:pPr algn="l">
              <a:lnSpc>
                <a:spcPct val="142000"/>
              </a:lnSpc>
            </a:pPr>
            <a:r>
              <a:rPr lang="zh-CN" altLang="en-US" sz="1125">
                <a:solidFill>
                  <a:srgbClr val="1E293B"/>
                </a:solidFill>
                <a:latin typeface="黑体" panose="02010609060101010101" charset="-122"/>
                <a:ea typeface="黑体" panose="02010609060101010101" charset="-122"/>
                <a:cs typeface="黑体" panose="02010609060101010101" charset="-122"/>
              </a:rPr>
              <a:t>接入</a:t>
            </a:r>
            <a:r>
              <a:rPr lang="en-US" altLang="zh-CN" sz="1125">
                <a:solidFill>
                  <a:srgbClr val="1E293B"/>
                </a:solidFill>
                <a:latin typeface="黑体" panose="02010609060101010101" charset="-122"/>
                <a:ea typeface="黑体" panose="02010609060101010101" charset="-122"/>
                <a:cs typeface="黑体" panose="02010609060101010101" charset="-122"/>
              </a:rPr>
              <a:t>IoT</a:t>
            </a:r>
            <a:r>
              <a:rPr lang="zh-CN" altLang="en-US" sz="1125">
                <a:solidFill>
                  <a:srgbClr val="1E293B"/>
                </a:solidFill>
                <a:latin typeface="黑体" panose="02010609060101010101" charset="-122"/>
                <a:ea typeface="黑体" panose="02010609060101010101" charset="-122"/>
                <a:cs typeface="黑体" panose="02010609060101010101" charset="-122"/>
              </a:rPr>
              <a:t>可穿戴设备，实现心率、血氧等</a:t>
            </a:r>
            <a:r>
              <a:rPr sz="1125" b="1">
                <a:solidFill>
                  <a:srgbClr val="2D5B99"/>
                </a:solidFill>
                <a:latin typeface="黑体" panose="02010609060101010101" charset="-122"/>
                <a:ea typeface="黑体" panose="02010609060101010101" charset="-122"/>
              </a:rPr>
              <a:t>多模态数据感知</a:t>
            </a:r>
            <a:r>
              <a:rPr sz="1125">
                <a:solidFill>
                  <a:srgbClr val="1E293B"/>
                </a:solidFill>
                <a:latin typeface="黑体" panose="02010609060101010101" charset="-122"/>
                <a:ea typeface="黑体" panose="02010609060101010101" charset="-122"/>
              </a:rPr>
              <a:t>，更精准判断儿童状态</a:t>
            </a:r>
            <a:endParaRPr sz="1125">
              <a:solidFill>
                <a:srgbClr val="1E293B"/>
              </a:solidFill>
              <a:latin typeface="黑体" panose="02010609060101010101" charset="-122"/>
              <a:ea typeface="黑体" panose="02010609060101010101" charset="-122"/>
            </a:endParaRPr>
          </a:p>
        </p:txBody>
      </p:sp>
      <p:sp>
        <p:nvSpPr>
          <p:cNvPr id="33" name="文本框 32"/>
          <p:cNvSpPr txBox="1"/>
          <p:nvPr>
            <p:custDataLst>
              <p:tags r:id="rId36"/>
            </p:custDataLst>
          </p:nvPr>
        </p:nvSpPr>
        <p:spPr>
          <a:xfrm>
            <a:off x="6643688" y="2939415"/>
            <a:ext cx="200025" cy="169545"/>
          </a:xfrm>
          <a:prstGeom prst="rect">
            <a:avLst/>
          </a:prstGeom>
          <a:noFill/>
        </p:spPr>
        <p:txBody>
          <a:bodyPr wrap="square" lIns="0" tIns="0" rIns="0" bIns="0" rtlCol="0" anchor="ctr">
            <a:noAutofit/>
          </a:bodyPr>
          <a:p>
            <a:pPr algn="l">
              <a:lnSpc>
                <a:spcPct val="125000"/>
              </a:lnSpc>
            </a:pPr>
            <a:r>
              <a:rPr sz="1050" b="1">
                <a:solidFill>
                  <a:srgbClr val="FFFFFF"/>
                </a:solidFill>
                <a:latin typeface="黑体" panose="02010609060101010101" charset="-122"/>
                <a:ea typeface="黑体" panose="02010609060101010101" charset="-122"/>
              </a:rPr>
              <a:t>2</a:t>
            </a:r>
            <a:endParaRPr sz="1050" b="1">
              <a:solidFill>
                <a:srgbClr val="FFFFFF"/>
              </a:solidFill>
              <a:latin typeface="黑体" panose="02010609060101010101" charset="-122"/>
              <a:ea typeface="黑体" panose="02010609060101010101" charset="-122"/>
            </a:endParaRPr>
          </a:p>
        </p:txBody>
      </p:sp>
      <p:sp>
        <p:nvSpPr>
          <p:cNvPr id="34" name="文本框 33"/>
          <p:cNvSpPr txBox="1"/>
          <p:nvPr>
            <p:custDataLst>
              <p:tags r:id="rId37"/>
            </p:custDataLst>
          </p:nvPr>
        </p:nvSpPr>
        <p:spPr>
          <a:xfrm>
            <a:off x="6553200" y="3162776"/>
            <a:ext cx="4829175" cy="216218"/>
          </a:xfrm>
          <a:prstGeom prst="rect">
            <a:avLst/>
          </a:prstGeom>
          <a:noFill/>
        </p:spPr>
        <p:txBody>
          <a:bodyPr wrap="square" lIns="0" tIns="0" rIns="0" bIns="0" rtlCol="0" anchor="t">
            <a:noAutofit/>
          </a:bodyPr>
          <a:p>
            <a:pPr algn="l">
              <a:lnSpc>
                <a:spcPct val="142000"/>
              </a:lnSpc>
            </a:pPr>
            <a:r>
              <a:rPr sz="1125">
                <a:solidFill>
                  <a:srgbClr val="1E293B"/>
                </a:solidFill>
                <a:latin typeface="黑体" panose="02010609060101010101" charset="-122"/>
                <a:ea typeface="黑体" panose="02010609060101010101" charset="-122"/>
              </a:rPr>
              <a:t>探索边缘大模型本地化部署，保障</a:t>
            </a:r>
            <a:r>
              <a:rPr sz="1125" b="1">
                <a:solidFill>
                  <a:srgbClr val="2D5B99"/>
                </a:solidFill>
                <a:latin typeface="黑体" panose="02010609060101010101" charset="-122"/>
                <a:ea typeface="黑体" panose="02010609060101010101" charset="-122"/>
              </a:rPr>
              <a:t>敏感数据隐私</a:t>
            </a:r>
            <a:r>
              <a:rPr lang="zh-CN" sz="1125">
                <a:solidFill>
                  <a:srgbClr val="1E293B"/>
                </a:solidFill>
                <a:latin typeface="黑体" panose="02010609060101010101" charset="-122"/>
                <a:ea typeface="黑体" panose="02010609060101010101" charset="-122"/>
                <a:cs typeface="黑体" panose="02010609060101010101" charset="-122"/>
              </a:rPr>
              <a:t>，降低</a:t>
            </a:r>
            <a:r>
              <a:rPr lang="en-US" altLang="zh-CN" sz="1125">
                <a:solidFill>
                  <a:srgbClr val="1E293B"/>
                </a:solidFill>
                <a:latin typeface="黑体" panose="02010609060101010101" charset="-122"/>
                <a:ea typeface="黑体" panose="02010609060101010101" charset="-122"/>
                <a:cs typeface="黑体" panose="02010609060101010101" charset="-122"/>
              </a:rPr>
              <a:t>API</a:t>
            </a:r>
            <a:r>
              <a:rPr lang="zh-CN" altLang="en-US" sz="1125">
                <a:solidFill>
                  <a:srgbClr val="1E293B"/>
                </a:solidFill>
                <a:latin typeface="黑体" panose="02010609060101010101" charset="-122"/>
                <a:ea typeface="黑体" panose="02010609060101010101" charset="-122"/>
                <a:cs typeface="黑体" panose="02010609060101010101" charset="-122"/>
              </a:rPr>
              <a:t>调用成本</a:t>
            </a:r>
            <a:endParaRPr lang="zh-CN" altLang="en-US" sz="1125">
              <a:solidFill>
                <a:srgbClr val="1E293B"/>
              </a:solidFill>
              <a:latin typeface="黑体" panose="02010609060101010101" charset="-122"/>
              <a:ea typeface="黑体" panose="02010609060101010101" charset="-122"/>
              <a:cs typeface="黑体" panose="02010609060101010101" charset="-122"/>
            </a:endParaRPr>
          </a:p>
        </p:txBody>
      </p:sp>
      <p:grpSp>
        <p:nvGrpSpPr>
          <p:cNvPr id="43" name="组合 42"/>
          <p:cNvGrpSpPr/>
          <p:nvPr/>
        </p:nvGrpSpPr>
        <p:grpSpPr>
          <a:xfrm>
            <a:off x="0" y="5137785"/>
            <a:ext cx="12192000" cy="1719580"/>
            <a:chOff x="0" y="8091"/>
            <a:chExt cx="19200" cy="2708"/>
          </a:xfrm>
        </p:grpSpPr>
        <p:sp>
          <p:nvSpPr>
            <p:cNvPr id="35" name="任意多边形 34"/>
            <p:cNvSpPr/>
            <p:nvPr>
              <p:custDataLst>
                <p:tags r:id="rId38"/>
              </p:custDataLst>
            </p:nvPr>
          </p:nvSpPr>
          <p:spPr>
            <a:xfrm>
              <a:off x="0" y="8091"/>
              <a:ext cx="19200" cy="2709"/>
            </a:xfrm>
            <a:custGeom>
              <a:avLst/>
              <a:gdLst>
                <a:gd name="sw" fmla="*/ 1 w 19200"/>
                <a:gd name="sh" fmla="*/ 1 h 2709"/>
                <a:gd name="mins" fmla="min sw sh"/>
                <a:gd name="dsw" fmla="+- 0 sw mins"/>
                <a:gd name="dsh" fmla="+- 0 sh mins"/>
                <a:gd name="p0x0" fmla="*/ 0 w 19200"/>
                <a:gd name="p0y0" fmla="*/ 0 h 2709"/>
                <a:gd name="p0x1" fmla="*/ 19200 w 19200"/>
                <a:gd name="p0y1" fmla="*/ 0 h 2709"/>
                <a:gd name="p0x2" fmla="*/ 19200 w 19200"/>
                <a:gd name="p0y2" fmla="*/ 2709 h 2709"/>
                <a:gd name="p0x3" fmla="*/ 0 w 19200"/>
                <a:gd name="p0y3" fmla="*/ 2709 h 2709"/>
                <a:gd name="p0x4" fmla="*/ 0 w 19200"/>
                <a:gd name="p0y4" fmla="*/ 0 h 2709"/>
              </a:gdLst>
              <a:ahLst/>
              <a:cxnLst/>
              <a:pathLst>
                <a:path>
                  <a:moveTo>
                    <a:pt x="p0x0" y="p0y0"/>
                  </a:moveTo>
                  <a:lnTo>
                    <a:pt x="p0x1" y="p0y1"/>
                  </a:lnTo>
                  <a:lnTo>
                    <a:pt x="p0x2" y="p0y2"/>
                  </a:lnTo>
                  <a:lnTo>
                    <a:pt x="p0x3" y="p0y3"/>
                  </a:lnTo>
                  <a:lnTo>
                    <a:pt x="p0x4" y="p0y4"/>
                  </a:lnTo>
                  <a:close/>
                </a:path>
              </a:pathLst>
            </a:custGeom>
            <a:solidFill>
              <a:srgbClr val="F1F5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任意多边形 35"/>
            <p:cNvSpPr/>
            <p:nvPr>
              <p:custDataLst>
                <p:tags r:id="rId39"/>
              </p:custDataLst>
            </p:nvPr>
          </p:nvSpPr>
          <p:spPr>
            <a:xfrm>
              <a:off x="0" y="8091"/>
              <a:ext cx="19200" cy="15"/>
            </a:xfrm>
            <a:custGeom>
              <a:avLst/>
              <a:gdLst>
                <a:gd name="sw" fmla="*/ 1 w 19200"/>
                <a:gd name="sh" fmla="*/ 1 h 15"/>
                <a:gd name="mins" fmla="min sw sh"/>
                <a:gd name="dsw" fmla="+- 0 sw mins"/>
                <a:gd name="dsh" fmla="+- 0 sh mins"/>
                <a:gd name="p0x0" fmla="*/ 0 w 19200"/>
                <a:gd name="p0y0" fmla="*/ 0 h 15"/>
                <a:gd name="p0x1" fmla="*/ 19200 w 19200"/>
                <a:gd name="p0y1" fmla="*/ 0 h 15"/>
                <a:gd name="p0x2" fmla="*/ 19200 w 19200"/>
                <a:gd name="p0y2" fmla="*/ 15 h 15"/>
                <a:gd name="p0x3" fmla="*/ 0 w 19200"/>
                <a:gd name="p0y3" fmla="*/ 15 h 15"/>
                <a:gd name="p0x4" fmla="*/ 0 w 19200"/>
                <a:gd name="p0y4" fmla="*/ 0 h 15"/>
              </a:gdLst>
              <a:ahLst/>
              <a:cxnLst/>
              <a:pathLst>
                <a:path>
                  <a:moveTo>
                    <a:pt x="p0x0" y="p0y0"/>
                  </a:moveTo>
                  <a:lnTo>
                    <a:pt x="p0x1" y="p0y1"/>
                  </a:lnTo>
                  <a:lnTo>
                    <a:pt x="p0x2" y="p0y2"/>
                  </a:lnTo>
                  <a:lnTo>
                    <a:pt x="p0x3" y="p0y3"/>
                  </a:lnTo>
                  <a:lnTo>
                    <a:pt x="p0x4" y="p0y4"/>
                  </a:lnTo>
                  <a:close/>
                </a:path>
              </a:pathLst>
            </a:custGeom>
            <a:solidFill>
              <a:srgbClr val="CBD5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8" name="文本框 37"/>
          <p:cNvSpPr txBox="1"/>
          <p:nvPr>
            <p:custDataLst>
              <p:tags r:id="rId40"/>
            </p:custDataLst>
          </p:nvPr>
        </p:nvSpPr>
        <p:spPr>
          <a:xfrm>
            <a:off x="152400" y="5310188"/>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【答辩备注】</a:t>
            </a:r>
            <a:endParaRPr sz="1050" b="1">
              <a:solidFill>
                <a:srgbClr val="475569"/>
              </a:solidFill>
              <a:latin typeface="黑体" panose="02010609060101010101" charset="-122"/>
              <a:ea typeface="黑体" panose="02010609060101010101" charset="-122"/>
            </a:endParaRPr>
          </a:p>
        </p:txBody>
      </p:sp>
      <p:sp>
        <p:nvSpPr>
          <p:cNvPr id="39" name="文本框 38"/>
          <p:cNvSpPr txBox="1"/>
          <p:nvPr>
            <p:custDataLst>
              <p:tags r:id="rId41"/>
            </p:custDataLst>
          </p:nvPr>
        </p:nvSpPr>
        <p:spPr>
          <a:xfrm>
            <a:off x="152400" y="5587365"/>
            <a:ext cx="11887200" cy="822960"/>
          </a:xfrm>
          <a:prstGeom prst="rect">
            <a:avLst/>
          </a:prstGeom>
          <a:noFill/>
        </p:spPr>
        <p:txBody>
          <a:bodyPr wrap="square" lIns="0" tIns="0" rIns="0" bIns="0" rtlCol="0" anchor="t">
            <a:noAutofit/>
          </a:bodyPr>
          <a:p>
            <a:pPr algn="l">
              <a:lnSpc>
                <a:spcPct val="133000"/>
              </a:lnSpc>
            </a:pPr>
            <a:r>
              <a:rPr sz="1050" b="1">
                <a:solidFill>
                  <a:srgbClr val="475569"/>
                </a:solidFill>
                <a:latin typeface="黑体" panose="02010609060101010101" charset="-122"/>
                <a:ea typeface="黑体" panose="02010609060101010101" charset="-122"/>
              </a:rPr>
              <a:t>讲解话术：</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最后是总结与展望。首先做个工作总结：第一，我们完成了三端协同的</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ADHD</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行为辅助系统的全链路开发，所有核心功能都已经落地实现；第二，我们验证了大语言模型在儿童行为干预这个场景的落地价值，确实能够有效降低家长的干预负担；第三，我们的系统通过了完整的测试，核心流程非常稳定，已经可以投入实际使用。未来的话，我们有两个方向的规划：第一个是接入</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IoT</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可穿戴设备，比如智能手表，获取心率、血氧这些多模态的数据，这样就能更精准地判断孩子的状态，给出更合适的干预建议；第二个是探索边缘大模型的本地化部署，这样孩子的敏感数据就不用传到云端，更好地保障隐私，同时也能降低</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API</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调用的成本。总的来说，这个项目不仅解决了实际的社会痛点，也有很好的扩展和落地前景。</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a:t>
            </a:r>
            <a:endPar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
        <p:nvSpPr>
          <p:cNvPr id="40" name="文本框 39"/>
          <p:cNvSpPr txBox="1"/>
          <p:nvPr>
            <p:custDataLst>
              <p:tags r:id="rId42"/>
            </p:custDataLst>
          </p:nvPr>
        </p:nvSpPr>
        <p:spPr>
          <a:xfrm>
            <a:off x="152400" y="6516053"/>
            <a:ext cx="11887200" cy="169545"/>
          </a:xfrm>
          <a:prstGeom prst="rect">
            <a:avLst/>
          </a:prstGeom>
          <a:noFill/>
        </p:spPr>
        <p:txBody>
          <a:bodyPr wrap="square" lIns="0" tIns="0" rIns="0" bIns="0" rtlCol="0" anchor="t">
            <a:noAutofit/>
          </a:bodyPr>
          <a:p>
            <a:pPr algn="l">
              <a:lnSpc>
                <a:spcPct val="125000"/>
              </a:lnSpc>
            </a:pPr>
            <a:r>
              <a:rPr sz="1050" b="1">
                <a:solidFill>
                  <a:srgbClr val="475569"/>
                </a:solidFill>
                <a:latin typeface="黑体" panose="02010609060101010101" charset="-122"/>
                <a:ea typeface="黑体" panose="02010609060101010101" charset="-122"/>
              </a:rPr>
              <a:t>要点提示：</a:t>
            </a:r>
            <a:r>
              <a:rPr lang="en-US" sz="1050">
                <a:solidFill>
                  <a:srgbClr val="475569"/>
                </a:solidFill>
                <a:latin typeface="宋体" panose="02010600030101010101" pitchFamily="2" charset="-122"/>
                <a:ea typeface="宋体" panose="02010600030101010101" pitchFamily="2" charset="-122"/>
                <a:cs typeface="宋体" panose="02010600030101010101" pitchFamily="2" charset="-122"/>
              </a:rPr>
              <a:t>1.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总结部分要突出你完成的成果和项目的价值，让评委知道你做的事情是有意义的；</a:t>
            </a:r>
            <a:r>
              <a:rPr lang="en-US" altLang="zh-CN" sz="1050">
                <a:solidFill>
                  <a:srgbClr val="475569"/>
                </a:solidFill>
                <a:latin typeface="宋体" panose="02010600030101010101" pitchFamily="2" charset="-122"/>
                <a:ea typeface="宋体" panose="02010600030101010101" pitchFamily="2" charset="-122"/>
                <a:cs typeface="宋体" panose="02010600030101010101" pitchFamily="2" charset="-122"/>
              </a:rPr>
              <a:t>2. </a:t>
            </a:r>
            <a:r>
              <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rPr>
              <a:t>展望部分要合理，不要太天马行空，体现你对这个项目的后续发展有思考。</a:t>
            </a:r>
            <a:endParaRPr lang="zh-CN" altLang="en-US" sz="1050">
              <a:solidFill>
                <a:srgbClr val="475569"/>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文本框 1"/>
          <p:cNvSpPr txBox="1"/>
          <p:nvPr>
            <p:custDataLst>
              <p:tags r:id="rId1"/>
            </p:custDataLst>
          </p:nvPr>
        </p:nvSpPr>
        <p:spPr>
          <a:xfrm>
            <a:off x="3070622" y="1379220"/>
            <a:ext cx="6050756" cy="548640"/>
          </a:xfrm>
          <a:prstGeom prst="rect">
            <a:avLst/>
          </a:prstGeom>
          <a:noFill/>
        </p:spPr>
        <p:txBody>
          <a:bodyPr wrap="square" lIns="0" tIns="0" rIns="0" bIns="0" rtlCol="0" anchor="t">
            <a:noAutofit/>
          </a:bodyPr>
          <a:p>
            <a:pPr algn="ctr">
              <a:lnSpc>
                <a:spcPct val="117000"/>
              </a:lnSpc>
            </a:pPr>
            <a:r>
              <a:rPr sz="3600" b="1">
                <a:solidFill>
                  <a:srgbClr val="2D5B99"/>
                </a:solidFill>
                <a:latin typeface="宋体" panose="02010600030101010101" pitchFamily="2" charset="-122"/>
                <a:ea typeface="宋体" panose="02010600030101010101" pitchFamily="2" charset="-122"/>
              </a:rPr>
              <a:t>感谢各位评委老师批评指正</a:t>
            </a:r>
            <a:endParaRPr sz="3600" b="1">
              <a:solidFill>
                <a:srgbClr val="2D5B99"/>
              </a:solidFill>
              <a:latin typeface="宋体" panose="02010600030101010101" pitchFamily="2" charset="-122"/>
              <a:ea typeface="宋体" panose="02010600030101010101" pitchFamily="2" charset="-122"/>
            </a:endParaRPr>
          </a:p>
        </p:txBody>
      </p:sp>
      <p:sp>
        <p:nvSpPr>
          <p:cNvPr id="3" name="任意多边形 2"/>
          <p:cNvSpPr/>
          <p:nvPr>
            <p:custDataLst>
              <p:tags r:id="rId2"/>
            </p:custDataLst>
          </p:nvPr>
        </p:nvSpPr>
        <p:spPr>
          <a:xfrm>
            <a:off x="5143500" y="2354580"/>
            <a:ext cx="1905000" cy="28575"/>
          </a:xfrm>
          <a:custGeom>
            <a:avLst/>
            <a:gdLst>
              <a:gd name="sw" fmla="*/ 1 w 3000"/>
              <a:gd name="sh" fmla="*/ 1 h 45"/>
              <a:gd name="mins" fmla="min sw sh"/>
              <a:gd name="dsw" fmla="+- 0 sw mins"/>
              <a:gd name="dsh" fmla="+- 0 sh mins"/>
              <a:gd name="p0x0" fmla="*/ 22 w 3000"/>
              <a:gd name="p0y0" fmla="*/ 0 h 45"/>
              <a:gd name="p0x1" fmla="*/ 2977 w 3000"/>
              <a:gd name="p0y1" fmla="*/ 0 h 45"/>
              <a:gd name="p0x2" fmla="*/ 2989 w 3000"/>
              <a:gd name="p0y2" fmla="*/ 0 h 45"/>
              <a:gd name="p0x3" fmla="*/ 3000 w 3000"/>
              <a:gd name="p0y3" fmla="*/ 10 h 45"/>
              <a:gd name="p0x4" fmla="*/ 3000 w 3000"/>
              <a:gd name="p0y4" fmla="*/ 22 h 45"/>
              <a:gd name="p0x5" fmla="*/ 3000 w 3000"/>
              <a:gd name="p0y5" fmla="*/ 34 h 45"/>
              <a:gd name="p0x6" fmla="*/ 2989 w 3000"/>
              <a:gd name="p0y6" fmla="*/ 45 h 45"/>
              <a:gd name="p0x7" fmla="*/ 2977 w 3000"/>
              <a:gd name="p0y7" fmla="*/ 45 h 45"/>
              <a:gd name="p0x8" fmla="*/ 22 w 3000"/>
              <a:gd name="p0y8" fmla="*/ 45 h 45"/>
              <a:gd name="p0x9" fmla="*/ 10 w 3000"/>
              <a:gd name="p0y9" fmla="*/ 45 h 45"/>
              <a:gd name="p0x10" fmla="*/ 0 w 3000"/>
              <a:gd name="p0y10" fmla="*/ 34 h 45"/>
              <a:gd name="p0x11" fmla="*/ 0 w 3000"/>
              <a:gd name="p0y11" fmla="*/ 22 h 45"/>
              <a:gd name="p0x12" fmla="*/ 0 w 3000"/>
              <a:gd name="p0y12" fmla="*/ 10 h 45"/>
              <a:gd name="p0x13" fmla="*/ 10 w 3000"/>
              <a:gd name="p0y13" fmla="*/ 0 h 45"/>
              <a:gd name="p0x14" fmla="*/ 22 w 3000"/>
              <a:gd name="p0y14" fmla="*/ 0 h 45"/>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6474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custDataLst>
              <p:tags r:id="rId3"/>
            </p:custDataLst>
          </p:nvPr>
        </p:nvSpPr>
        <p:spPr>
          <a:xfrm>
            <a:off x="4576763" y="2783205"/>
            <a:ext cx="3038475" cy="822960"/>
          </a:xfrm>
          <a:prstGeom prst="rect">
            <a:avLst/>
          </a:prstGeom>
          <a:noFill/>
        </p:spPr>
        <p:txBody>
          <a:bodyPr wrap="square" lIns="0" tIns="0" rIns="0" bIns="0" rtlCol="0" anchor="t">
            <a:noAutofit/>
          </a:bodyPr>
          <a:p>
            <a:pPr algn="ctr">
              <a:lnSpc>
                <a:spcPct val="133000"/>
              </a:lnSpc>
              <a:spcAft>
                <a:spcPts val="1500"/>
              </a:spcAft>
            </a:pPr>
            <a:r>
              <a:rPr sz="1650">
                <a:solidFill>
                  <a:srgbClr val="1E293B"/>
                </a:solidFill>
                <a:latin typeface="黑体" panose="02010609060101010101" charset="-122"/>
                <a:ea typeface="黑体" panose="02010609060101010101" charset="-122"/>
              </a:rPr>
              <a:t>感谢指导老师</a:t>
            </a:r>
            <a:r>
              <a:rPr sz="1650" b="1">
                <a:solidFill>
                  <a:srgbClr val="2D5B99"/>
                </a:solidFill>
                <a:latin typeface="黑体" panose="02010609060101010101" charset="-122"/>
                <a:ea typeface="黑体" panose="02010609060101010101" charset="-122"/>
              </a:rPr>
              <a:t>薛庆水</a:t>
            </a:r>
            <a:r>
              <a:rPr sz="1650">
                <a:solidFill>
                  <a:srgbClr val="1E293B"/>
                </a:solidFill>
                <a:latin typeface="黑体" panose="02010609060101010101" charset="-122"/>
                <a:ea typeface="黑体" panose="02010609060101010101" charset="-122"/>
              </a:rPr>
              <a:t>的悉心指导</a:t>
            </a:r>
            <a:endParaRPr sz="1650">
              <a:solidFill>
                <a:srgbClr val="1E293B"/>
              </a:solidFill>
              <a:latin typeface="黑体" panose="02010609060101010101" charset="-122"/>
              <a:ea typeface="黑体" panose="02010609060101010101" charset="-122"/>
            </a:endParaRPr>
          </a:p>
          <a:p>
            <a:pPr algn="ctr">
              <a:lnSpc>
                <a:spcPct val="133000"/>
              </a:lnSpc>
            </a:pPr>
            <a:r>
              <a:rPr sz="1650">
                <a:solidFill>
                  <a:srgbClr val="1E293B"/>
                </a:solidFill>
                <a:latin typeface="黑体" panose="02010609060101010101" charset="-122"/>
                <a:ea typeface="黑体" panose="02010609060101010101" charset="-122"/>
              </a:rPr>
              <a:t>感谢开源社区与学校提供的支持</a:t>
            </a:r>
            <a:endParaRPr sz="1650">
              <a:solidFill>
                <a:srgbClr val="1E293B"/>
              </a:solidFill>
              <a:latin typeface="黑体" panose="02010609060101010101" charset="-122"/>
              <a:ea typeface="黑体" panose="02010609060101010101" charset="-122"/>
            </a:endParaRPr>
          </a:p>
        </p:txBody>
      </p:sp>
      <p:sp>
        <p:nvSpPr>
          <p:cNvPr id="5" name="文本框 4"/>
          <p:cNvSpPr txBox="1"/>
          <p:nvPr>
            <p:custDataLst>
              <p:tags r:id="rId4"/>
            </p:custDataLst>
          </p:nvPr>
        </p:nvSpPr>
        <p:spPr>
          <a:xfrm>
            <a:off x="4943475" y="3834765"/>
            <a:ext cx="2305050" cy="297180"/>
          </a:xfrm>
          <a:prstGeom prst="rect">
            <a:avLst/>
          </a:prstGeom>
          <a:noFill/>
        </p:spPr>
        <p:txBody>
          <a:bodyPr wrap="square" lIns="0" tIns="0" rIns="0" bIns="0" rtlCol="0" anchor="t">
            <a:noAutofit/>
          </a:bodyPr>
          <a:p>
            <a:pPr algn="ctr">
              <a:lnSpc>
                <a:spcPct val="133000"/>
              </a:lnSpc>
            </a:pPr>
            <a:r>
              <a:rPr sz="1650">
                <a:solidFill>
                  <a:srgbClr val="1E293B"/>
                </a:solidFill>
                <a:latin typeface="黑体" panose="02010609060101010101" charset="-122"/>
                <a:ea typeface="黑体" panose="02010609060101010101" charset="-122"/>
              </a:rPr>
              <a:t>感谢家人的陪伴与鼓励</a:t>
            </a:r>
            <a:endParaRPr sz="1650">
              <a:solidFill>
                <a:srgbClr val="1E293B"/>
              </a:solidFill>
              <a:latin typeface="黑体" panose="02010609060101010101" charset="-122"/>
              <a:ea typeface="黑体" panose="02010609060101010101" charset="-122"/>
            </a:endParaRPr>
          </a:p>
        </p:txBody>
      </p:sp>
      <p:sp>
        <p:nvSpPr>
          <p:cNvPr id="6" name="矩形 5"/>
          <p:cNvSpPr/>
          <p:nvPr>
            <p:custDataLst>
              <p:tags r:id="rId5"/>
            </p:custDataLst>
          </p:nvPr>
        </p:nvSpPr>
        <p:spPr>
          <a:xfrm>
            <a:off x="4445" y="5586095"/>
            <a:ext cx="12182475" cy="1266825"/>
          </a:xfrm>
          <a:prstGeom prst="rect">
            <a:avLst/>
          </a:prstGeom>
          <a:solidFill>
            <a:srgbClr val="F1F5F9"/>
          </a:solidFill>
          <a:ln w="9525" cmpd="sng">
            <a:solidFill>
              <a:srgbClr val="CBD5E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6"/>
            </p:custDataLst>
          </p:nvPr>
        </p:nvSpPr>
        <p:spPr>
          <a:xfrm>
            <a:off x="161925" y="5731192"/>
            <a:ext cx="11868150" cy="975360"/>
          </a:xfrm>
          <a:prstGeom prst="rect">
            <a:avLst/>
          </a:prstGeom>
          <a:noFill/>
        </p:spPr>
        <p:txBody>
          <a:bodyPr wrap="square" lIns="0" tIns="0" rIns="0" bIns="0" rtlCol="0" anchor="t">
            <a:noAutofit/>
          </a:bodyPr>
          <a:p>
            <a:pPr algn="l">
              <a:lnSpc>
                <a:spcPct val="125000"/>
              </a:lnSpc>
              <a:spcAft>
                <a:spcPts val="420"/>
              </a:spcAft>
            </a:pPr>
            <a:r>
              <a:rPr sz="1050" b="1">
                <a:solidFill>
                  <a:srgbClr val="475569"/>
                </a:solidFill>
                <a:latin typeface="微软雅黑" panose="020B0503020204020204" charset="-122"/>
                <a:ea typeface="微软雅黑" panose="020B0503020204020204" charset="-122"/>
              </a:rPr>
              <a:t>【答辩备注】</a:t>
            </a:r>
            <a:endParaRPr sz="1050" b="1">
              <a:solidFill>
                <a:srgbClr val="475569"/>
              </a:solidFill>
              <a:latin typeface="微软雅黑" panose="020B0503020204020204" charset="-122"/>
              <a:ea typeface="微软雅黑" panose="020B0503020204020204" charset="-122"/>
            </a:endParaRPr>
          </a:p>
          <a:p>
            <a:pPr algn="l">
              <a:lnSpc>
                <a:spcPct val="125000"/>
              </a:lnSpc>
              <a:spcAft>
                <a:spcPts val="420"/>
              </a:spcAft>
            </a:pPr>
            <a:r>
              <a:rPr lang="zh-CN" sz="1050">
                <a:solidFill>
                  <a:srgbClr val="475569"/>
                </a:solidFill>
                <a:latin typeface="微软雅黑" panose="020B0503020204020204" charset="-122"/>
                <a:ea typeface="微软雅黑" panose="020B0503020204020204" charset="-122"/>
                <a:cs typeface="微软雅黑" panose="020B0503020204020204" charset="-122"/>
              </a:rPr>
              <a:t>结束话术：</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以上就是我的答辩全部内容，感谢各位评委老师的聆听，恳请各位老师批评指正。同时在这里也特别感谢我的指导老师薛庆水老师在整个论文过程中对我的悉心指导，感谢学校和开源社区提供的资源支持，也感谢我的家人一直以来的陪伴和鼓励。谢谢大家！</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a:t>
            </a:r>
            <a:endParaRPr lang="en-US" altLang="zh-CN" sz="1050">
              <a:solidFill>
                <a:srgbClr val="475569"/>
              </a:solidFill>
              <a:latin typeface="微软雅黑" panose="020B0503020204020204" charset="-122"/>
              <a:ea typeface="微软雅黑" panose="020B0503020204020204" charset="-122"/>
              <a:cs typeface="微软雅黑" panose="020B0503020204020204" charset="-122"/>
            </a:endParaRPr>
          </a:p>
          <a:p>
            <a:pPr algn="l">
              <a:lnSpc>
                <a:spcPct val="125000"/>
              </a:lnSpc>
            </a:pPr>
            <a:r>
              <a:rPr lang="zh-CN" altLang="zh-CN" sz="1050">
                <a:solidFill>
                  <a:srgbClr val="475569"/>
                </a:solidFill>
                <a:latin typeface="微软雅黑" panose="020B0503020204020204" charset="-122"/>
                <a:ea typeface="微软雅黑" panose="020B0503020204020204" charset="-122"/>
                <a:cs typeface="微软雅黑" panose="020B0503020204020204" charset="-122"/>
              </a:rPr>
              <a:t>要点提示：</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1. </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结束的时候态度要诚恳，礼貌邀请评委老师提问；</a:t>
            </a:r>
            <a:r>
              <a:rPr lang="en-US" altLang="zh-CN" sz="1050">
                <a:solidFill>
                  <a:srgbClr val="475569"/>
                </a:solidFill>
                <a:latin typeface="微软雅黑" panose="020B0503020204020204" charset="-122"/>
                <a:ea typeface="微软雅黑" panose="020B0503020204020204" charset="-122"/>
                <a:cs typeface="微软雅黑" panose="020B0503020204020204" charset="-122"/>
              </a:rPr>
              <a:t>2. </a:t>
            </a:r>
            <a:r>
              <a:rPr lang="zh-CN" altLang="en-US" sz="1050">
                <a:solidFill>
                  <a:srgbClr val="475569"/>
                </a:solidFill>
                <a:latin typeface="微软雅黑" panose="020B0503020204020204" charset="-122"/>
                <a:ea typeface="微软雅黑" panose="020B0503020204020204" charset="-122"/>
                <a:cs typeface="微软雅黑" panose="020B0503020204020204" charset="-122"/>
              </a:rPr>
              <a:t>致谢部分不用讲太长，真诚就好。</a:t>
            </a:r>
            <a:endParaRPr lang="zh-CN" altLang="en-US" sz="1050">
              <a:solidFill>
                <a:srgbClr val="47556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TYPE" val="i"/>
  <p:tag name="KSO_WM_UNIT_INDEX" val="2"/>
  <p:tag name="KSO_WM_BEAUTIFY_FLAG" val="#wm#"/>
  <p:tag name="KSO_WM_TAG_VERSION" val="3.0"/>
</p:tagLst>
</file>

<file path=ppt/tags/tag2.xml><?xml version="1.0" encoding="utf-8"?>
<p:tagLst xmlns:p="http://schemas.openxmlformats.org/presentationml/2006/main">
  <p:tag name="KSO_WM_UNIT_TYPE" val="i"/>
  <p:tag name="KSO_WM_UNIT_INDEX" val="4"/>
  <p:tag name="KSO_WM_BEAUTIFY_FLAG" val="#wm#"/>
  <p:tag name="KSO_WM_TAG_VERSION" val="3.0"/>
</p:tagLst>
</file>

<file path=ppt/tags/tag3.xml><?xml version="1.0" encoding="utf-8"?>
<p:tagLst xmlns:p="http://schemas.openxmlformats.org/presentationml/2006/main">
  <p:tag name="KSO_WM_UNIT_TYPE" val="a"/>
  <p:tag name="KSO_WM_UNIT_INDEX" val="1"/>
  <p:tag name="KSO_WM_BEAUTIFY_FLAG" val="#wm#"/>
  <p:tag name="KSO_WM_TAG_VERSION" val="3.0"/>
</p:tagLst>
</file>

<file path=ppt/tags/tag4.xml><?xml version="1.0" encoding="utf-8"?>
<p:tagLst xmlns:p="http://schemas.openxmlformats.org/presentationml/2006/main">
  <p:tag name="KSO_WM_UNIT_TYPE" val="f"/>
  <p:tag name="KSO_WM_UNIT_INDEX" val="1"/>
  <p:tag name="KSO_WM_BEAUTIFY_FLAG" val="#wm#"/>
  <p:tag name="KSO_WM_TAG_VERSION" val="3.0"/>
</p:tagLst>
</file>

<file path=ppt/tags/tag5.xml><?xml version="1.0" encoding="utf-8"?>
<p:tagLst xmlns:p="http://schemas.openxmlformats.org/presentationml/2006/main">
  <p:tag name="KSO_WM_UNIT_TYPE" val="f"/>
  <p:tag name="KSO_WM_UNIT_INDEX" val="2"/>
  <p:tag name="KSO_WM_BEAUTIFY_FLAG" val="#wm#"/>
  <p:tag name="KSO_WM_TAG_VERSION" val="3.0"/>
</p:tagLst>
</file>

<file path=ppt/tags/tag6.xml><?xml version="1.0" encoding="utf-8"?>
<p:tagLst xmlns:p="http://schemas.openxmlformats.org/presentationml/2006/main">
  <p:tag name="KSO_WM_UNIT_TYPE" val="f"/>
  <p:tag name="KSO_WM_UNIT_INDEX" val="3"/>
  <p:tag name="KSO_WM_BEAUTIFY_FLAG" val="#wm#"/>
  <p:tag name="KSO_WM_TAG_VERSION" val="3.0"/>
</p:tagLst>
</file>

<file path=ppt/tags/tag7.xml><?xml version="1.0" encoding="utf-8"?>
<p:tagLst xmlns:p="http://schemas.openxmlformats.org/presentationml/2006/main">
  <p:tag name="KSO_WM_UNIT_TYPE" val="f"/>
  <p:tag name="KSO_WM_UNIT_INDEX" val="4"/>
  <p:tag name="KSO_WM_BEAUTIFY_FLAG" val="#wm#"/>
  <p:tag name="KSO_WM_TAG_VERSION" val="3.0"/>
</p:tagLst>
</file>

<file path=ppt/tags/tag8.xml><?xml version="1.0" encoding="utf-8"?>
<p:tagLst xmlns:p="http://schemas.openxmlformats.org/presentationml/2006/main">
  <p:tag name="KSO_WM_UNIT_TYPE" val="f"/>
  <p:tag name="KSO_WM_UNIT_INDEX" val="5"/>
  <p:tag name="KSO_WM_BEAUTIFY_FLAG" val="#wm#"/>
  <p:tag name="KSO_WM_TAG_VERSION" val="3.0"/>
</p:tagLst>
</file>

<file path=ppt/tags/tag9.xml><?xml version="1.0" encoding="utf-8"?>
<p:tagLst xmlns:p="http://schemas.openxmlformats.org/presentationml/2006/main">
  <p:tag name="KSO_WM_UNIT_TYPE" val="f"/>
  <p:tag name="KSO_WM_UNIT_INDEX" val="6"/>
  <p:tag name="KSO_WM_BEAUTIFY_FLAG" val="#wm#"/>
  <p:tag name="KSO_WM_TAG_VERSION" val="3.0"/>
</p:tagLst>
</file>

<file path=ppt/tags/tag10.xml><?xml version="1.0" encoding="utf-8"?>
<p:tagLst xmlns:p="http://schemas.openxmlformats.org/presentationml/2006/main">
  <p:tag name="KSO_WM_UNIT_TYPE" val="i"/>
  <p:tag name="KSO_WM_UNIT_INDEX" val="6"/>
  <p:tag name="KSO_WM_BEAUTIFY_FLAG" val="#wm#"/>
  <p:tag name="KSO_WM_TAG_VERSION" val="3.0"/>
</p:tagLst>
</file>

<file path=ppt/tags/tag11.xml><?xml version="1.0" encoding="utf-8"?>
<p:tagLst xmlns:p="http://schemas.openxmlformats.org/presentationml/2006/main">
  <p:tag name="KSO_WM_UNIT_TYPE" val="i"/>
  <p:tag name="KSO_WM_UNIT_INDEX" val="7"/>
  <p:tag name="KSO_WM_BEAUTIFY_FLAG" val="#wm#"/>
  <p:tag name="KSO_WM_TAG_VERSION" val="3.0"/>
</p:tagLst>
</file>

<file path=ppt/tags/tag12.xml><?xml version="1.0" encoding="utf-8"?>
<p:tagLst xmlns:p="http://schemas.openxmlformats.org/presentationml/2006/main">
  <p:tag name="KSO_WM_UNIT_TYPE" val="i"/>
  <p:tag name="KSO_WM_UNIT_INDEX" val="8"/>
  <p:tag name="KSO_WM_BEAUTIFY_FLAG" val="#wm#"/>
  <p:tag name="KSO_WM_TAG_VERSION" val="3.0"/>
</p:tagLst>
</file>

<file path=ppt/tags/tag13.xml><?xml version="1.0" encoding="utf-8"?>
<p:tagLst xmlns:p="http://schemas.openxmlformats.org/presentationml/2006/main">
  <p:tag name="KSO_WM_UNIT_TYPE" val="f"/>
  <p:tag name="KSO_WM_UNIT_INDEX" val="7"/>
  <p:tag name="KSO_WM_BEAUTIFY_FLAG" val="#wm#"/>
  <p:tag name="KSO_WM_TAG_VERSION" val="3.0"/>
</p:tagLst>
</file>

<file path=ppt/tags/tag14.xml><?xml version="1.0" encoding="utf-8"?>
<p:tagLst xmlns:p="http://schemas.openxmlformats.org/presentationml/2006/main">
  <p:tag name="KSO_WM_UNIT_TYPE" val="i"/>
  <p:tag name="KSO_WM_UNIT_INDEX" val="2"/>
  <p:tag name="KSO_WM_BEAUTIFY_FLAG" val="#wm#"/>
  <p:tag name="KSO_WM_TAG_VERSION" val="3.0"/>
</p:tagLst>
</file>

<file path=ppt/tags/tag15.xml><?xml version="1.0" encoding="utf-8"?>
<p:tagLst xmlns:p="http://schemas.openxmlformats.org/presentationml/2006/main">
  <p:tag name="KSO_WM_UNIT_TYPE" val="a"/>
  <p:tag name="KSO_WM_UNIT_INDEX" val="1"/>
  <p:tag name="KSO_WM_BEAUTIFY_FLAG" val="#wm#"/>
  <p:tag name="KSO_WM_TAG_VERSION" val="3.0"/>
</p:tagLst>
</file>

<file path=ppt/tags/tag16.xml><?xml version="1.0" encoding="utf-8"?>
<p:tagLst xmlns:p="http://schemas.openxmlformats.org/presentationml/2006/main">
  <p:tag name="KSO_WM_UNIT_TYPE" val="f"/>
  <p:tag name="KSO_WM_UNIT_INDEX" val="1"/>
  <p:tag name="KSO_WM_BEAUTIFY_FLAG" val="#wm#"/>
  <p:tag name="KSO_WM_TAG_VERSION" val="3.0"/>
</p:tagLst>
</file>

<file path=ppt/tags/tag17.xml><?xml version="1.0" encoding="utf-8"?>
<p:tagLst xmlns:p="http://schemas.openxmlformats.org/presentationml/2006/main">
  <p:tag name="KSO_WM_UNIT_TYPE" val="f"/>
  <p:tag name="KSO_WM_UNIT_INDEX" val="2"/>
  <p:tag name="KSO_WM_BEAUTIFY_FLAG" val="#wm#"/>
  <p:tag name="KSO_WM_TAG_VERSION" val="3.0"/>
</p:tagLst>
</file>

<file path=ppt/tags/tag18.xml><?xml version="1.0" encoding="utf-8"?>
<p:tagLst xmlns:p="http://schemas.openxmlformats.org/presentationml/2006/main">
  <p:tag name="KSO_WM_UNIT_TYPE" val="f"/>
  <p:tag name="KSO_WM_UNIT_INDEX" val="3"/>
  <p:tag name="KSO_WM_BEAUTIFY_FLAG" val="#wm#"/>
  <p:tag name="KSO_WM_TAG_VERSION" val="3.0"/>
</p:tagLst>
</file>

<file path=ppt/tags/tag19.xml><?xml version="1.0" encoding="utf-8"?>
<p:tagLst xmlns:p="http://schemas.openxmlformats.org/presentationml/2006/main">
  <p:tag name="KSO_WM_UNIT_TYPE" val="f"/>
  <p:tag name="KSO_WM_UNIT_INDEX" val="4"/>
  <p:tag name="KSO_WM_BEAUTIFY_FLAG" val="#wm#"/>
  <p:tag name="KSO_WM_TAG_VERSION" val="3.0"/>
</p:tagLst>
</file>

<file path=ppt/tags/tag20.xml><?xml version="1.0" encoding="utf-8"?>
<p:tagLst xmlns:p="http://schemas.openxmlformats.org/presentationml/2006/main">
  <p:tag name="KSO_WM_UNIT_TYPE" val="f"/>
  <p:tag name="KSO_WM_UNIT_INDEX" val="5"/>
  <p:tag name="KSO_WM_BEAUTIFY_FLAG" val="#wm#"/>
  <p:tag name="KSO_WM_TAG_VERSION" val="3.0"/>
</p:tagLst>
</file>

<file path=ppt/tags/tag21.xml><?xml version="1.0" encoding="utf-8"?>
<p:tagLst xmlns:p="http://schemas.openxmlformats.org/presentationml/2006/main">
  <p:tag name="KSO_WM_UNIT_TYPE" val="f"/>
  <p:tag name="KSO_WM_UNIT_INDEX" val="6"/>
  <p:tag name="KSO_WM_BEAUTIFY_FLAG" val="#wm#"/>
  <p:tag name="KSO_WM_TAG_VERSION" val="3.0"/>
</p:tagLst>
</file>

<file path=ppt/tags/tag22.xml><?xml version="1.0" encoding="utf-8"?>
<p:tagLst xmlns:p="http://schemas.openxmlformats.org/presentationml/2006/main">
  <p:tag name="KSO_WM_UNIT_TYPE" val="f"/>
  <p:tag name="KSO_WM_UNIT_INDEX" val="7"/>
  <p:tag name="KSO_WM_BEAUTIFY_FLAG" val="#wm#"/>
  <p:tag name="KSO_WM_TAG_VERSION" val="3.0"/>
</p:tagLst>
</file>

<file path=ppt/tags/tag23.xml><?xml version="1.0" encoding="utf-8"?>
<p:tagLst xmlns:p="http://schemas.openxmlformats.org/presentationml/2006/main">
  <p:tag name="KSO_WM_UNIT_TYPE" val="f"/>
  <p:tag name="KSO_WM_UNIT_INDEX" val="8"/>
  <p:tag name="KSO_WM_BEAUTIFY_FLAG" val="#wm#"/>
  <p:tag name="KSO_WM_TAG_VERSION" val="3.0"/>
</p:tagLst>
</file>

<file path=ppt/tags/tag24.xml><?xml version="1.0" encoding="utf-8"?>
<p:tagLst xmlns:p="http://schemas.openxmlformats.org/presentationml/2006/main">
  <p:tag name="KSO_WM_UNIT_TYPE" val="f"/>
  <p:tag name="KSO_WM_UNIT_INDEX" val="9"/>
  <p:tag name="KSO_WM_BEAUTIFY_FLAG" val="#wm#"/>
  <p:tag name="KSO_WM_TAG_VERSION" val="3.0"/>
</p:tagLst>
</file>

<file path=ppt/tags/tag25.xml><?xml version="1.0" encoding="utf-8"?>
<p:tagLst xmlns:p="http://schemas.openxmlformats.org/presentationml/2006/main">
  <p:tag name="KSO_WM_UNIT_TYPE" val="f"/>
  <p:tag name="KSO_WM_UNIT_INDEX" val="10"/>
  <p:tag name="KSO_WM_BEAUTIFY_FLAG" val="#wm#"/>
  <p:tag name="KSO_WM_TAG_VERSION" val="3.0"/>
</p:tagLst>
</file>

<file path=ppt/tags/tag26.xml><?xml version="1.0" encoding="utf-8"?>
<p:tagLst xmlns:p="http://schemas.openxmlformats.org/presentationml/2006/main">
  <p:tag name="KSO_WM_UNIT_TYPE" val="f"/>
  <p:tag name="KSO_WM_UNIT_INDEX" val="11"/>
  <p:tag name="KSO_WM_BEAUTIFY_FLAG" val="#wm#"/>
  <p:tag name="KSO_WM_TAG_VERSION" val="3.0"/>
</p:tagLst>
</file>

<file path=ppt/tags/tag27.xml><?xml version="1.0" encoding="utf-8"?>
<p:tagLst xmlns:p="http://schemas.openxmlformats.org/presentationml/2006/main">
  <p:tag name="KSO_WM_UNIT_TYPE" val="f"/>
  <p:tag name="KSO_WM_UNIT_INDEX" val="12"/>
  <p:tag name="KSO_WM_BEAUTIFY_FLAG" val="#wm#"/>
  <p:tag name="KSO_WM_TAG_VERSION" val="3.0"/>
</p:tagLst>
</file>

<file path=ppt/tags/tag28.xml><?xml version="1.0" encoding="utf-8"?>
<p:tagLst xmlns:p="http://schemas.openxmlformats.org/presentationml/2006/main">
  <p:tag name="KSO_WM_UNIT_TYPE" val="f"/>
  <p:tag name="KSO_WM_UNIT_INDEX" val="13"/>
  <p:tag name="KSO_WM_BEAUTIFY_FLAG" val="#wm#"/>
  <p:tag name="KSO_WM_TAG_VERSION" val="3.0"/>
</p:tagLst>
</file>

<file path=ppt/tags/tag29.xml><?xml version="1.0" encoding="utf-8"?>
<p:tagLst xmlns:p="http://schemas.openxmlformats.org/presentationml/2006/main">
  <p:tag name="KSO_WM_UNIT_TYPE" val="f"/>
  <p:tag name="KSO_WM_UNIT_INDEX" val="14"/>
  <p:tag name="KSO_WM_BEAUTIFY_FLAG" val="#wm#"/>
  <p:tag name="KSO_WM_TAG_VERSION" val="3.0"/>
</p:tagLst>
</file>

<file path=ppt/tags/tag30.xml><?xml version="1.0" encoding="utf-8"?>
<p:tagLst xmlns:p="http://schemas.openxmlformats.org/presentationml/2006/main">
  <p:tag name="KSO_WM_UNIT_TYPE" val="i"/>
  <p:tag name="KSO_WM_UNIT_INDEX" val="5"/>
  <p:tag name="KSO_WM_BEAUTIFY_FLAG" val="#wm#"/>
  <p:tag name="KSO_WM_TAG_VERSION" val="3.0"/>
</p:tagLst>
</file>

<file path=ppt/tags/tag31.xml><?xml version="1.0" encoding="utf-8"?>
<p:tagLst xmlns:p="http://schemas.openxmlformats.org/presentationml/2006/main">
  <p:tag name="KSO_WM_UNIT_TYPE" val="i"/>
  <p:tag name="KSO_WM_UNIT_INDEX" val="6"/>
  <p:tag name="KSO_WM_BEAUTIFY_FLAG" val="#wm#"/>
  <p:tag name="KSO_WM_TAG_VERSION" val="3.0"/>
</p:tagLst>
</file>

<file path=ppt/tags/tag32.xml><?xml version="1.0" encoding="utf-8"?>
<p:tagLst xmlns:p="http://schemas.openxmlformats.org/presentationml/2006/main">
  <p:tag name="KSO_WM_UNIT_TYPE" val="f"/>
  <p:tag name="KSO_WM_UNIT_INDEX" val="15"/>
  <p:tag name="KSO_WM_BEAUTIFY_FLAG" val="#wm#"/>
  <p:tag name="KSO_WM_TAG_VERSION" val="3.0"/>
</p:tagLst>
</file>

<file path=ppt/tags/tag33.xml><?xml version="1.0" encoding="utf-8"?>
<p:tagLst xmlns:p="http://schemas.openxmlformats.org/presentationml/2006/main">
  <p:tag name="KSO_WM_UNIT_TYPE" val="f"/>
  <p:tag name="KSO_WM_UNIT_INDEX" val="16"/>
  <p:tag name="KSO_WM_BEAUTIFY_FLAG" val="#wm#"/>
  <p:tag name="KSO_WM_TAG_VERSION" val="3.0"/>
</p:tagLst>
</file>

<file path=ppt/tags/tag34.xml><?xml version="1.0" encoding="utf-8"?>
<p:tagLst xmlns:p="http://schemas.openxmlformats.org/presentationml/2006/main">
  <p:tag name="KSO_WM_UNIT_TYPE" val="f"/>
  <p:tag name="KSO_WM_UNIT_INDEX" val="17"/>
  <p:tag name="KSO_WM_BEAUTIFY_FLAG" val="#wm#"/>
  <p:tag name="KSO_WM_TAG_VERSION" val="3.0"/>
</p:tagLst>
</file>

<file path=ppt/tags/tag35.xml><?xml version="1.0" encoding="utf-8"?>
<p:tagLst xmlns:p="http://schemas.openxmlformats.org/presentationml/2006/main">
  <p:tag name="KSO_WM_UNIT_TYPE" val="i"/>
  <p:tag name="KSO_WM_UNIT_INDEX" val="4"/>
  <p:tag name="KSO_WM_BEAUTIFY_FLAG" val="#wm#"/>
  <p:tag name="KSO_WM_TAG_VERSION" val="3.0"/>
</p:tagLst>
</file>

<file path=ppt/tags/tag36.xml><?xml version="1.0" encoding="utf-8"?>
<p:tagLst xmlns:p="http://schemas.openxmlformats.org/presentationml/2006/main">
  <p:tag name="KSO_WM_UNIT_TYPE" val="i"/>
  <p:tag name="KSO_WM_UNIT_INDEX" val="2"/>
  <p:tag name="KSO_WM_BEAUTIFY_FLAG" val="#wm#"/>
  <p:tag name="KSO_WM_TAG_VERSION" val="3.0"/>
</p:tagLst>
</file>

<file path=ppt/tags/tag37.xml><?xml version="1.0" encoding="utf-8"?>
<p:tagLst xmlns:p="http://schemas.openxmlformats.org/presentationml/2006/main">
  <p:tag name="KSO_WM_UNIT_TYPE" val="i"/>
  <p:tag name="KSO_WM_UNIT_INDEX" val="4"/>
  <p:tag name="KSO_WM_BEAUTIFY_FLAG" val="#wm#"/>
  <p:tag name="KSO_WM_TAG_VERSION" val="3.0"/>
</p:tagLst>
</file>

<file path=ppt/tags/tag38.xml><?xml version="1.0" encoding="utf-8"?>
<p:tagLst xmlns:p="http://schemas.openxmlformats.org/presentationml/2006/main">
  <p:tag name="KSO_WM_UNIT_TYPE" val="a"/>
  <p:tag name="KSO_WM_UNIT_INDEX" val="1"/>
  <p:tag name="KSO_WM_BEAUTIFY_FLAG" val="#wm#"/>
  <p:tag name="KSO_WM_TAG_VERSION" val="3.0"/>
</p:tagLst>
</file>

<file path=ppt/tags/tag39.xml><?xml version="1.0" encoding="utf-8"?>
<p:tagLst xmlns:p="http://schemas.openxmlformats.org/presentationml/2006/main">
  <p:tag name="KSO_WM_UNIT_TYPE" val="i"/>
  <p:tag name="KSO_WM_UNIT_INDEX" val="8"/>
  <p:tag name="KSO_WM_BEAUTIFY_FLAG" val="#wm#"/>
  <p:tag name="KSO_WM_TAG_VERSION" val="3.0"/>
</p:tagLst>
</file>

<file path=ppt/tags/tag40.xml><?xml version="1.0" encoding="utf-8"?>
<p:tagLst xmlns:p="http://schemas.openxmlformats.org/presentationml/2006/main">
  <p:tag name="KSO_WM_UNIT_TYPE" val="i"/>
  <p:tag name="KSO_WM_UNIT_INDEX" val="6"/>
  <p:tag name="KSO_WM_BEAUTIFY_FLAG" val="#wm#"/>
  <p:tag name="KSO_WM_TAG_VERSION" val="3.0"/>
</p:tagLst>
</file>

<file path=ppt/tags/tag41.xml><?xml version="1.0" encoding="utf-8"?>
<p:tagLst xmlns:p="http://schemas.openxmlformats.org/presentationml/2006/main">
  <p:tag name="KSO_WM_UNIT_TYPE" val="b"/>
  <p:tag name="KSO_WM_UNIT_INDEX" val="1"/>
  <p:tag name="KSO_WM_BEAUTIFY_FLAG" val="#wm#"/>
  <p:tag name="KSO_WM_TAG_VERSION" val="3.0"/>
</p:tagLst>
</file>

<file path=ppt/tags/tag42.xml><?xml version="1.0" encoding="utf-8"?>
<p:tagLst xmlns:p="http://schemas.openxmlformats.org/presentationml/2006/main">
  <p:tag name="KSO_WM_UNIT_TYPE" val="f"/>
  <p:tag name="KSO_WM_UNIT_INDEX" val="1"/>
  <p:tag name="KSO_WM_BEAUTIFY_FLAG" val="#wm#"/>
  <p:tag name="KSO_WM_TAG_VERSION" val="3.0"/>
</p:tagLst>
</file>

<file path=ppt/tags/tag43.xml><?xml version="1.0" encoding="utf-8"?>
<p:tagLst xmlns:p="http://schemas.openxmlformats.org/presentationml/2006/main">
  <p:tag name="KSO_WM_UNIT_TYPE" val="i"/>
  <p:tag name="KSO_WM_UNIT_INDEX" val="10"/>
  <p:tag name="KSO_WM_BEAUTIFY_FLAG" val="#wm#"/>
  <p:tag name="KSO_WM_TAG_VERSION" val="3.0"/>
</p:tagLst>
</file>

<file path=ppt/tags/tag44.xml><?xml version="1.0" encoding="utf-8"?>
<p:tagLst xmlns:p="http://schemas.openxmlformats.org/presentationml/2006/main">
  <p:tag name="KSO_WM_UNIT_TYPE" val="b"/>
  <p:tag name="KSO_WM_UNIT_INDEX" val="2"/>
  <p:tag name="KSO_WM_BEAUTIFY_FLAG" val="#wm#"/>
  <p:tag name="KSO_WM_TAG_VERSION" val="3.0"/>
</p:tagLst>
</file>

<file path=ppt/tags/tag45.xml><?xml version="1.0" encoding="utf-8"?>
<p:tagLst xmlns:p="http://schemas.openxmlformats.org/presentationml/2006/main">
  <p:tag name="KSO_WM_UNIT_TYPE" val="f"/>
  <p:tag name="KSO_WM_UNIT_INDEX" val="2"/>
  <p:tag name="KSO_WM_BEAUTIFY_FLAG" val="#wm#"/>
  <p:tag name="KSO_WM_TAG_VERSION" val="3.0"/>
</p:tagLst>
</file>

<file path=ppt/tags/tag46.xml><?xml version="1.0" encoding="utf-8"?>
<p:tagLst xmlns:p="http://schemas.openxmlformats.org/presentationml/2006/main">
  <p:tag name="KSO_WM_UNIT_TYPE" val="i"/>
  <p:tag name="KSO_WM_UNIT_INDEX" val="11"/>
  <p:tag name="KSO_WM_BEAUTIFY_FLAG" val="#wm#"/>
  <p:tag name="KSO_WM_TAG_VERSION" val="3.0"/>
</p:tagLst>
</file>

<file path=ppt/tags/tag47.xml><?xml version="1.0" encoding="utf-8"?>
<p:tagLst xmlns:p="http://schemas.openxmlformats.org/presentationml/2006/main">
  <p:tag name="KSO_WM_UNIT_TYPE" val="i"/>
  <p:tag name="KSO_WM_UNIT_INDEX" val="12"/>
  <p:tag name="KSO_WM_BEAUTIFY_FLAG" val="#wm#"/>
  <p:tag name="KSO_WM_TAG_VERSION" val="3.0"/>
</p:tagLst>
</file>

<file path=ppt/tags/tag48.xml><?xml version="1.0" encoding="utf-8"?>
<p:tagLst xmlns:p="http://schemas.openxmlformats.org/presentationml/2006/main">
  <p:tag name="KSO_WM_UNIT_TYPE" val="f"/>
  <p:tag name="KSO_WM_UNIT_INDEX" val="3"/>
  <p:tag name="KSO_WM_BEAUTIFY_FLAG" val="#wm#"/>
  <p:tag name="KSO_WM_TAG_VERSION" val="3.0"/>
</p:tagLst>
</file>

<file path=ppt/tags/tag49.xml><?xml version="1.0" encoding="utf-8"?>
<p:tagLst xmlns:p="http://schemas.openxmlformats.org/presentationml/2006/main">
  <p:tag name="KSO_WM_UNIT_TYPE" val="i"/>
  <p:tag name="KSO_WM_UNIT_INDEX" val="15"/>
  <p:tag name="KSO_WM_BEAUTIFY_FLAG" val="#wm#"/>
  <p:tag name="KSO_WM_TAG_VERSION" val="3.0"/>
</p:tagLst>
</file>

<file path=ppt/tags/tag50.xml><?xml version="1.0" encoding="utf-8"?>
<p:tagLst xmlns:p="http://schemas.openxmlformats.org/presentationml/2006/main">
  <p:tag name="KSO_WM_UNIT_TYPE" val="i"/>
  <p:tag name="KSO_WM_UNIT_INDEX" val="16"/>
  <p:tag name="KSO_WM_BEAUTIFY_FLAG" val="#wm#"/>
  <p:tag name="KSO_WM_TAG_VERSION" val="3.0"/>
</p:tagLst>
</file>

<file path=ppt/tags/tag51.xml><?xml version="1.0" encoding="utf-8"?>
<p:tagLst xmlns:p="http://schemas.openxmlformats.org/presentationml/2006/main">
  <p:tag name="KSO_WM_UNIT_TYPE" val="f"/>
  <p:tag name="KSO_WM_UNIT_INDEX" val="4"/>
  <p:tag name="KSO_WM_BEAUTIFY_FLAG" val="#wm#"/>
  <p:tag name="KSO_WM_TAG_VERSION" val="3.0"/>
</p:tagLst>
</file>

<file path=ppt/tags/tag52.xml><?xml version="1.0" encoding="utf-8"?>
<p:tagLst xmlns:p="http://schemas.openxmlformats.org/presentationml/2006/main">
  <p:tag name="KSO_WM_UNIT_TYPE" val="i"/>
  <p:tag name="KSO_WM_UNIT_INDEX" val="20"/>
  <p:tag name="KSO_WM_BEAUTIFY_FLAG" val="#wm#"/>
  <p:tag name="KSO_WM_TAG_VERSION" val="3.0"/>
</p:tagLst>
</file>

<file path=ppt/tags/tag53.xml><?xml version="1.0" encoding="utf-8"?>
<p:tagLst xmlns:p="http://schemas.openxmlformats.org/presentationml/2006/main">
  <p:tag name="KSO_WM_UNIT_TYPE" val="f"/>
  <p:tag name="KSO_WM_UNIT_INDEX" val="5"/>
  <p:tag name="KSO_WM_BEAUTIFY_FLAG" val="#wm#"/>
  <p:tag name="KSO_WM_TAG_VERSION" val="3.0"/>
</p:tagLst>
</file>

<file path=ppt/tags/tag54.xml><?xml version="1.0" encoding="utf-8"?>
<p:tagLst xmlns:p="http://schemas.openxmlformats.org/presentationml/2006/main">
  <p:tag name="KSO_WM_UNIT_TYPE" val="f"/>
  <p:tag name="KSO_WM_UNIT_INDEX" val="6"/>
  <p:tag name="KSO_WM_BEAUTIFY_FLAG" val="#wm#"/>
  <p:tag name="KSO_WM_TAG_VERSION" val="3.0"/>
</p:tagLst>
</file>

<file path=ppt/tags/tag55.xml><?xml version="1.0" encoding="utf-8"?>
<p:tagLst xmlns:p="http://schemas.openxmlformats.org/presentationml/2006/main">
  <p:tag name="KSO_WM_UNIT_TYPE" val="f"/>
  <p:tag name="KSO_WM_UNIT_INDEX" val="7"/>
  <p:tag name="KSO_WM_BEAUTIFY_FLAG" val="#wm#"/>
  <p:tag name="KSO_WM_TAG_VERSION" val="3.0"/>
</p:tagLst>
</file>

<file path=ppt/tags/tag56.xml><?xml version="1.0" encoding="utf-8"?>
<p:tagLst xmlns:p="http://schemas.openxmlformats.org/presentationml/2006/main">
  <p:tag name="KSO_WM_UNIT_TYPE" val="i"/>
  <p:tag name="KSO_WM_UNIT_INDEX" val="3"/>
  <p:tag name="KSO_WM_BEAUTIFY_FLAG" val="#wm#"/>
  <p:tag name="KSO_WM_TAG_VERSION" val="3.0"/>
</p:tagLst>
</file>

<file path=ppt/tags/tag57.xml><?xml version="1.0" encoding="utf-8"?>
<p:tagLst xmlns:p="http://schemas.openxmlformats.org/presentationml/2006/main">
  <p:tag name="KSO_WM_UNIT_TYPE" val="i"/>
  <p:tag name="KSO_WM_UNIT_INDEX" val="4"/>
  <p:tag name="KSO_WM_BEAUTIFY_FLAG" val="#wm#"/>
  <p:tag name="KSO_WM_TAG_VERSION" val="3.0"/>
</p:tagLst>
</file>

<file path=ppt/tags/tag58.xml><?xml version="1.0" encoding="utf-8"?>
<p:tagLst xmlns:p="http://schemas.openxmlformats.org/presentationml/2006/main">
  <p:tag name="KSO_WM_UNIT_TYPE" val="i"/>
  <p:tag name="KSO_WM_UNIT_INDEX" val="2"/>
  <p:tag name="KSO_WM_BEAUTIFY_FLAG" val="#wm#"/>
  <p:tag name="KSO_WM_TAG_VERSION" val="3.0"/>
</p:tagLst>
</file>

<file path=ppt/tags/tag59.xml><?xml version="1.0" encoding="utf-8"?>
<p:tagLst xmlns:p="http://schemas.openxmlformats.org/presentationml/2006/main">
  <p:tag name="KSO_WM_UNIT_TYPE" val="a"/>
  <p:tag name="KSO_WM_UNIT_INDEX" val="1"/>
  <p:tag name="KSO_WM_BEAUTIFY_FLAG" val="#wm#"/>
  <p:tag name="KSO_WM_TAG_VERSION" val="3.0"/>
</p:tagLst>
</file>

<file path=ppt/tags/tag60.xml><?xml version="1.0" encoding="utf-8"?>
<p:tagLst xmlns:p="http://schemas.openxmlformats.org/presentationml/2006/main">
  <p:tag name="KSO_WM_UNIT_TYPE" val="f"/>
  <p:tag name="KSO_WM_UNIT_INDEX" val="1"/>
  <p:tag name="KSO_WM_BEAUTIFY_FLAG" val="#wm#"/>
  <p:tag name="KSO_WM_TAG_VERSION" val="3.0"/>
</p:tagLst>
</file>

<file path=ppt/tags/tag61.xml><?xml version="1.0" encoding="utf-8"?>
<p:tagLst xmlns:p="http://schemas.openxmlformats.org/presentationml/2006/main">
  <p:tag name="KSO_WM_UNIT_TYPE" val="f"/>
  <p:tag name="KSO_WM_UNIT_INDEX" val="2"/>
  <p:tag name="KSO_WM_BEAUTIFY_FLAG" val="#wm#"/>
  <p:tag name="KSO_WM_TAG_VERSION" val="3.0"/>
</p:tagLst>
</file>

<file path=ppt/tags/tag62.xml><?xml version="1.0" encoding="utf-8"?>
<p:tagLst xmlns:p="http://schemas.openxmlformats.org/presentationml/2006/main">
  <p:tag name="KSO_WM_UNIT_TYPE" val="i"/>
  <p:tag name="KSO_WM_UNIT_INDEX" val="24"/>
  <p:tag name="KSO_WM_BEAUTIFY_FLAG" val="#wm#"/>
  <p:tag name="KSO_WM_TAG_VERSION" val="3.0"/>
</p:tagLst>
</file>

<file path=ppt/tags/tag63.xml><?xml version="1.0" encoding="utf-8"?>
<p:tagLst xmlns:p="http://schemas.openxmlformats.org/presentationml/2006/main">
  <p:tag name="KSO_WM_UNIT_TYPE" val="i"/>
  <p:tag name="KSO_WM_UNIT_INDEX" val="25"/>
  <p:tag name="KSO_WM_BEAUTIFY_FLAG" val="#wm#"/>
  <p:tag name="KSO_WM_TAG_VERSION" val="3.0"/>
</p:tagLst>
</file>

<file path=ppt/tags/tag64.xml><?xml version="1.0" encoding="utf-8"?>
<p:tagLst xmlns:p="http://schemas.openxmlformats.org/presentationml/2006/main">
  <p:tag name="KSO_WM_UNIT_TYPE" val="i"/>
  <p:tag name="KSO_WM_UNIT_INDEX" val="26"/>
  <p:tag name="KSO_WM_BEAUTIFY_FLAG" val="#wm#"/>
  <p:tag name="KSO_WM_TAG_VERSION" val="3.0"/>
</p:tagLst>
</file>

<file path=ppt/tags/tag65.xml><?xml version="1.0" encoding="utf-8"?>
<p:tagLst xmlns:p="http://schemas.openxmlformats.org/presentationml/2006/main">
  <p:tag name="KSO_WM_UNIT_TYPE" val="f"/>
  <p:tag name="KSO_WM_UNIT_INDEX" val="9"/>
  <p:tag name="KSO_WM_BEAUTIFY_FLAG" val="#wm#"/>
  <p:tag name="KSO_WM_TAG_VERSION" val="3.0"/>
</p:tagLst>
</file>

<file path=ppt/tags/tag66.xml><?xml version="1.0" encoding="utf-8"?>
<p:tagLst xmlns:p="http://schemas.openxmlformats.org/presentationml/2006/main">
  <p:tag name="KSO_WM_UNIT_TYPE" val="f"/>
  <p:tag name="KSO_WM_UNIT_INDEX" val="10"/>
  <p:tag name="KSO_WM_BEAUTIFY_FLAG" val="#wm#"/>
  <p:tag name="KSO_WM_TAG_VERSION" val="3.0"/>
</p:tagLst>
</file>

<file path=ppt/tags/tag67.xml><?xml version="1.0" encoding="utf-8"?>
<p:tagLst xmlns:p="http://schemas.openxmlformats.org/presentationml/2006/main">
  <p:tag name="KSO_WM_UNIT_TYPE" val="f"/>
  <p:tag name="KSO_WM_UNIT_INDEX" val="11"/>
  <p:tag name="KSO_WM_BEAUTIFY_FLAG" val="#wm#"/>
  <p:tag name="KSO_WM_TAG_VERSION" val="3.0"/>
</p:tagLst>
</file>

<file path=ppt/tags/tag68.xml><?xml version="1.0" encoding="utf-8"?>
<p:tagLst xmlns:p="http://schemas.openxmlformats.org/presentationml/2006/main">
  <p:tag name="KSO_WM_UNIT_TYPE" val="i"/>
  <p:tag name="KSO_WM_UNIT_INDEX" val="8"/>
  <p:tag name="KSO_WM_BEAUTIFY_FLAG" val="#wm#"/>
  <p:tag name="KSO_WM_TAG_VERSION" val="3.0"/>
</p:tagLst>
</file>

<file path=ppt/tags/tag69.xml><?xml version="1.0" encoding="utf-8"?>
<p:tagLst xmlns:p="http://schemas.openxmlformats.org/presentationml/2006/main">
  <p:tag name="KSO_WM_UNIT_TYPE" val="i"/>
  <p:tag name="KSO_WM_UNIT_INDEX" val="11"/>
  <p:tag name="KSO_WM_BEAUTIFY_FLAG" val="#wm#"/>
  <p:tag name="KSO_WM_TAG_VERSION" val="3.0"/>
</p:tagLst>
</file>

<file path=ppt/tags/tag70.xml><?xml version="1.0" encoding="utf-8"?>
<p:tagLst xmlns:p="http://schemas.openxmlformats.org/presentationml/2006/main">
  <p:tag name="KSO_WM_UNIT_TYPE" val="i"/>
  <p:tag name="KSO_WM_UNIT_INDEX" val="12"/>
  <p:tag name="KSO_WM_BEAUTIFY_FLAG" val="#wm#"/>
  <p:tag name="KSO_WM_TAG_VERSION" val="3.0"/>
</p:tagLst>
</file>

<file path=ppt/tags/tag71.xml><?xml version="1.0" encoding="utf-8"?>
<p:tagLst xmlns:p="http://schemas.openxmlformats.org/presentationml/2006/main">
  <p:tag name="KSO_WM_UNIT_TYPE" val="f"/>
  <p:tag name="KSO_WM_UNIT_INDEX" val="3"/>
  <p:tag name="KSO_WM_BEAUTIFY_FLAG" val="#wm#"/>
  <p:tag name="KSO_WM_TAG_VERSION" val="3.0"/>
</p:tagLst>
</file>

<file path=ppt/tags/tag72.xml><?xml version="1.0" encoding="utf-8"?>
<p:tagLst xmlns:p="http://schemas.openxmlformats.org/presentationml/2006/main">
  <p:tag name="KSO_WM_UNIT_TYPE" val="f"/>
  <p:tag name="KSO_WM_UNIT_INDEX" val="4"/>
  <p:tag name="KSO_WM_BEAUTIFY_FLAG" val="#wm#"/>
  <p:tag name="KSO_WM_TAG_VERSION" val="3.0"/>
</p:tagLst>
</file>

<file path=ppt/tags/tag73.xml><?xml version="1.0" encoding="utf-8"?>
<p:tagLst xmlns:p="http://schemas.openxmlformats.org/presentationml/2006/main">
  <p:tag name="KSO_WM_UNIT_TYPE" val="f"/>
  <p:tag name="KSO_WM_UNIT_INDEX" val="5"/>
  <p:tag name="KSO_WM_BEAUTIFY_FLAG" val="#wm#"/>
  <p:tag name="KSO_WM_TAG_VERSION" val="3.0"/>
</p:tagLst>
</file>

<file path=ppt/tags/tag74.xml><?xml version="1.0" encoding="utf-8"?>
<p:tagLst xmlns:p="http://schemas.openxmlformats.org/presentationml/2006/main">
  <p:tag name="KSO_WM_UNIT_TYPE" val="i"/>
  <p:tag name="KSO_WM_UNIT_INDEX" val="10"/>
  <p:tag name="KSO_WM_BEAUTIFY_FLAG" val="#wm#"/>
  <p:tag name="KSO_WM_TAG_VERSION" val="3.0"/>
</p:tagLst>
</file>

<file path=ppt/tags/tag75.xml><?xml version="1.0" encoding="utf-8"?>
<p:tagLst xmlns:p="http://schemas.openxmlformats.org/presentationml/2006/main">
  <p:tag name="KSO_WM_UNIT_TYPE" val="i"/>
  <p:tag name="KSO_WM_UNIT_INDEX" val="16"/>
  <p:tag name="KSO_WM_BEAUTIFY_FLAG" val="#wm#"/>
  <p:tag name="KSO_WM_TAG_VERSION" val="3.0"/>
</p:tagLst>
</file>

<file path=ppt/tags/tag76.xml><?xml version="1.0" encoding="utf-8"?>
<p:tagLst xmlns:p="http://schemas.openxmlformats.org/presentationml/2006/main">
  <p:tag name="KSO_WM_UNIT_TYPE" val="i"/>
  <p:tag name="KSO_WM_UNIT_INDEX" val="19"/>
  <p:tag name="KSO_WM_BEAUTIFY_FLAG" val="#wm#"/>
  <p:tag name="KSO_WM_TAG_VERSION" val="3.0"/>
</p:tagLst>
</file>

<file path=ppt/tags/tag77.xml><?xml version="1.0" encoding="utf-8"?>
<p:tagLst xmlns:p="http://schemas.openxmlformats.org/presentationml/2006/main">
  <p:tag name="KSO_WM_UNIT_TYPE" val="i"/>
  <p:tag name="KSO_WM_UNIT_INDEX" val="20"/>
  <p:tag name="KSO_WM_BEAUTIFY_FLAG" val="#wm#"/>
  <p:tag name="KSO_WM_TAG_VERSION" val="3.0"/>
</p:tagLst>
</file>

<file path=ppt/tags/tag78.xml><?xml version="1.0" encoding="utf-8"?>
<p:tagLst xmlns:p="http://schemas.openxmlformats.org/presentationml/2006/main">
  <p:tag name="KSO_WM_UNIT_TYPE" val="f"/>
  <p:tag name="KSO_WM_UNIT_INDEX" val="6"/>
  <p:tag name="KSO_WM_BEAUTIFY_FLAG" val="#wm#"/>
  <p:tag name="KSO_WM_TAG_VERSION" val="3.0"/>
</p:tagLst>
</file>

<file path=ppt/tags/tag79.xml><?xml version="1.0" encoding="utf-8"?>
<p:tagLst xmlns:p="http://schemas.openxmlformats.org/presentationml/2006/main">
  <p:tag name="KSO_WM_UNIT_TYPE" val="f"/>
  <p:tag name="KSO_WM_UNIT_INDEX" val="7"/>
  <p:tag name="KSO_WM_BEAUTIFY_FLAG" val="#wm#"/>
  <p:tag name="KSO_WM_TAG_VERSION" val="3.0"/>
</p:tagLst>
</file>

<file path=ppt/tags/tag80.xml><?xml version="1.0" encoding="utf-8"?>
<p:tagLst xmlns:p="http://schemas.openxmlformats.org/presentationml/2006/main">
  <p:tag name="KSO_WM_UNIT_TYPE" val="f"/>
  <p:tag name="KSO_WM_UNIT_INDEX" val="8"/>
  <p:tag name="KSO_WM_BEAUTIFY_FLAG" val="#wm#"/>
  <p:tag name="KSO_WM_TAG_VERSION" val="3.0"/>
</p:tagLst>
</file>

<file path=ppt/tags/tag81.xml><?xml version="1.0" encoding="utf-8"?>
<p:tagLst xmlns:p="http://schemas.openxmlformats.org/presentationml/2006/main">
  <p:tag name="KSO_WM_UNIT_TYPE" val="i"/>
  <p:tag name="KSO_WM_UNIT_INDEX" val="18"/>
  <p:tag name="KSO_WM_BEAUTIFY_FLAG" val="#wm#"/>
  <p:tag name="KSO_WM_TAG_VERSION" val="3.0"/>
</p:tagLst>
</file>

<file path=ppt/tags/tag82.xml><?xml version="1.0" encoding="utf-8"?>
<p:tagLst xmlns:p="http://schemas.openxmlformats.org/presentationml/2006/main">
  <p:tag name="KSO_WM_UNIT_TYPE" val="i"/>
  <p:tag name="KSO_WM_UNIT_INDEX" val="2"/>
  <p:tag name="KSO_WM_BEAUTIFY_FLAG" val="#wm#"/>
  <p:tag name="KSO_WM_TAG_VERSION" val="3.0"/>
</p:tagLst>
</file>

<file path=ppt/tags/tag83.xml><?xml version="1.0" encoding="utf-8"?>
<p:tagLst xmlns:p="http://schemas.openxmlformats.org/presentationml/2006/main">
  <p:tag name="KSO_WM_UNIT_TYPE" val="i"/>
  <p:tag name="KSO_WM_UNIT_INDEX" val="56"/>
  <p:tag name="KSO_WM_BEAUTIFY_FLAG" val="#wm#"/>
  <p:tag name="KSO_WM_TAG_VERSION" val="3.0"/>
</p:tagLst>
</file>

<file path=ppt/tags/tag84.xml><?xml version="1.0" encoding="utf-8"?>
<p:tagLst xmlns:p="http://schemas.openxmlformats.org/presentationml/2006/main">
  <p:tag name="KSO_WM_UNIT_TYPE" val="a"/>
  <p:tag name="KSO_WM_UNIT_INDEX" val="1"/>
  <p:tag name="KSO_WM_BEAUTIFY_FLAG" val="#wm#"/>
  <p:tag name="KSO_WM_TAG_VERSION" val="3.0"/>
</p:tagLst>
</file>

<file path=ppt/tags/tag85.xml><?xml version="1.0" encoding="utf-8"?>
<p:tagLst xmlns:p="http://schemas.openxmlformats.org/presentationml/2006/main">
  <p:tag name="KSO_WM_UNIT_TYPE" val="i"/>
  <p:tag name="KSO_WM_UNIT_INDEX" val="3"/>
  <p:tag name="KSO_WM_BEAUTIFY_FLAG" val="#wm#"/>
  <p:tag name="KSO_WM_TAG_VERSION" val="3.0"/>
</p:tagLst>
</file>

<file path=ppt/tags/tag86.xml><?xml version="1.0" encoding="utf-8"?>
<p:tagLst xmlns:p="http://schemas.openxmlformats.org/presentationml/2006/main">
  <p:tag name="KSO_WM_UNIT_TYPE" val="i"/>
  <p:tag name="KSO_WM_UNIT_INDEX" val="4"/>
  <p:tag name="KSO_WM_BEAUTIFY_FLAG" val="#wm#"/>
  <p:tag name="KSO_WM_TAG_VERSION" val="3.0"/>
</p:tagLst>
</file>

<file path=ppt/tags/tag87.xml><?xml version="1.0" encoding="utf-8"?>
<p:tagLst xmlns:p="http://schemas.openxmlformats.org/presentationml/2006/main">
  <p:tag name="KSO_WM_UNIT_TYPE" val="i"/>
  <p:tag name="KSO_WM_UNIT_INDEX" val="5"/>
  <p:tag name="KSO_WM_BEAUTIFY_FLAG" val="#wm#"/>
  <p:tag name="KSO_WM_TAG_VERSION" val="3.0"/>
</p:tagLst>
</file>

<file path=ppt/tags/tag88.xml><?xml version="1.0" encoding="utf-8"?>
<p:tagLst xmlns:p="http://schemas.openxmlformats.org/presentationml/2006/main">
  <p:tag name="KSO_WM_UNIT_TYPE" val="i"/>
  <p:tag name="KSO_WM_UNIT_INDEX" val="6"/>
  <p:tag name="KSO_WM_BEAUTIFY_FLAG" val="#wm#"/>
  <p:tag name="KSO_WM_TAG_VERSION" val="3.0"/>
</p:tagLst>
</file>

<file path=ppt/tags/tag89.xml><?xml version="1.0" encoding="utf-8"?>
<p:tagLst xmlns:p="http://schemas.openxmlformats.org/presentationml/2006/main">
  <p:tag name="KSO_WM_UNIT_TYPE" val="i"/>
  <p:tag name="KSO_WM_UNIT_INDEX" val="7"/>
  <p:tag name="KSO_WM_BEAUTIFY_FLAG" val="#wm#"/>
  <p:tag name="KSO_WM_TAG_VERSION" val="3.0"/>
</p:tagLst>
</file>

<file path=ppt/tags/tag90.xml><?xml version="1.0" encoding="utf-8"?>
<p:tagLst xmlns:p="http://schemas.openxmlformats.org/presentationml/2006/main">
  <p:tag name="KSO_WM_UNIT_TYPE" val="i"/>
  <p:tag name="KSO_WM_UNIT_INDEX" val="10"/>
  <p:tag name="KSO_WM_BEAUTIFY_FLAG" val="#wm#"/>
  <p:tag name="KSO_WM_TAG_VERSION" val="3.0"/>
</p:tagLst>
</file>

<file path=ppt/tags/tag91.xml><?xml version="1.0" encoding="utf-8"?>
<p:tagLst xmlns:p="http://schemas.openxmlformats.org/presentationml/2006/main">
  <p:tag name="KSO_WM_UNIT_TYPE" val="i"/>
  <p:tag name="KSO_WM_UNIT_INDEX" val="11"/>
  <p:tag name="KSO_WM_BEAUTIFY_FLAG" val="#wm#"/>
  <p:tag name="KSO_WM_TAG_VERSION" val="3.0"/>
</p:tagLst>
</file>

<file path=ppt/tags/tag92.xml><?xml version="1.0" encoding="utf-8"?>
<p:tagLst xmlns:p="http://schemas.openxmlformats.org/presentationml/2006/main">
  <p:tag name="KSO_WM_UNIT_TYPE" val="f"/>
  <p:tag name="KSO_WM_UNIT_INDEX" val="1"/>
  <p:tag name="KSO_WM_BEAUTIFY_FLAG" val="#wm#"/>
  <p:tag name="KSO_WM_TAG_VERSION" val="3.0"/>
</p:tagLst>
</file>

<file path=ppt/tags/tag93.xml><?xml version="1.0" encoding="utf-8"?>
<p:tagLst xmlns:p="http://schemas.openxmlformats.org/presentationml/2006/main">
  <p:tag name="KSO_WM_UNIT_TYPE" val="x"/>
  <p:tag name="KSO_WM_UNIT_INDEX" val="1"/>
  <p:tag name="KSO_WM_BEAUTIFY_FLAG" val="#wm#"/>
  <p:tag name="KSO_WM_TAG_VERSION" val="3.0"/>
</p:tagLst>
</file>

<file path=ppt/tags/tag94.xml><?xml version="1.0" encoding="utf-8"?>
<p:tagLst xmlns:p="http://schemas.openxmlformats.org/presentationml/2006/main">
  <p:tag name="KSO_WM_UNIT_TYPE" val="f"/>
  <p:tag name="KSO_WM_UNIT_INDEX" val="2"/>
  <p:tag name="KSO_WM_BEAUTIFY_FLAG" val="#wm#"/>
  <p:tag name="KSO_WM_TAG_VERSION" val="3.0"/>
</p:tagLst>
</file>

<file path=ppt/tags/tag95.xml><?xml version="1.0" encoding="utf-8"?>
<p:tagLst xmlns:p="http://schemas.openxmlformats.org/presentationml/2006/main">
  <p:tag name="KSO_WM_UNIT_TYPE" val="x"/>
  <p:tag name="KSO_WM_UNIT_INDEX" val="2"/>
  <p:tag name="KSO_WM_BEAUTIFY_FLAG" val="#wm#"/>
  <p:tag name="KSO_WM_TAG_VERSION" val="3.0"/>
</p:tagLst>
</file>

<file path=ppt/tags/tag96.xml><?xml version="1.0" encoding="utf-8"?>
<p:tagLst xmlns:p="http://schemas.openxmlformats.org/presentationml/2006/main">
  <p:tag name="KSO_WM_UNIT_TYPE" val="f"/>
  <p:tag name="KSO_WM_UNIT_INDEX" val="6"/>
  <p:tag name="KSO_WM_BEAUTIFY_FLAG" val="#wm#"/>
  <p:tag name="KSO_WM_TAG_VERSION" val="3.0"/>
</p:tagLst>
</file>

<file path=ppt/tags/tag97.xml><?xml version="1.0" encoding="utf-8"?>
<p:tagLst xmlns:p="http://schemas.openxmlformats.org/presentationml/2006/main">
  <p:tag name="KSO_WM_UNIT_TYPE" val="x"/>
  <p:tag name="KSO_WM_UNIT_INDEX" val="3"/>
  <p:tag name="KSO_WM_BEAUTIFY_FLAG" val="#wm#"/>
  <p:tag name="KSO_WM_TAG_VERSION" val="3.0"/>
</p:tagLst>
</file>

<file path=ppt/tags/tag98.xml><?xml version="1.0" encoding="utf-8"?>
<p:tagLst xmlns:p="http://schemas.openxmlformats.org/presentationml/2006/main">
  <p:tag name="KSO_WM_UNIT_TYPE" val="f"/>
  <p:tag name="KSO_WM_UNIT_INDEX" val="10"/>
  <p:tag name="KSO_WM_BEAUTIFY_FLAG" val="#wm#"/>
  <p:tag name="KSO_WM_TAG_VERSION" val="3.0"/>
</p:tagLst>
</file>

<file path=ppt/tags/tag99.xml><?xml version="1.0" encoding="utf-8"?>
<p:tagLst xmlns:p="http://schemas.openxmlformats.org/presentationml/2006/main">
  <p:tag name="KSO_WM_UNIT_TYPE" val="i"/>
  <p:tag name="KSO_WM_UNIT_INDEX" val="32"/>
  <p:tag name="KSO_WM_BEAUTIFY_FLAG" val="#wm#"/>
  <p:tag name="KSO_WM_TAG_VERSION" val="3.0"/>
</p:tagLst>
</file>

<file path=ppt/tags/tag100.xml><?xml version="1.0" encoding="utf-8"?>
<p:tagLst xmlns:p="http://schemas.openxmlformats.org/presentationml/2006/main">
  <p:tag name="KSO_WM_UNIT_TYPE" val="i"/>
  <p:tag name="KSO_WM_UNIT_INDEX" val="33"/>
  <p:tag name="KSO_WM_BEAUTIFY_FLAG" val="#wm#"/>
  <p:tag name="KSO_WM_TAG_VERSION" val="3.0"/>
</p:tagLst>
</file>

<file path=ppt/tags/tag101.xml><?xml version="1.0" encoding="utf-8"?>
<p:tagLst xmlns:p="http://schemas.openxmlformats.org/presentationml/2006/main">
  <p:tag name="KSO_WM_UNIT_TYPE" val="i"/>
  <p:tag name="KSO_WM_UNIT_INDEX" val="34"/>
  <p:tag name="KSO_WM_BEAUTIFY_FLAG" val="#wm#"/>
  <p:tag name="KSO_WM_TAG_VERSION" val="3.0"/>
</p:tagLst>
</file>

<file path=ppt/tags/tag102.xml><?xml version="1.0" encoding="utf-8"?>
<p:tagLst xmlns:p="http://schemas.openxmlformats.org/presentationml/2006/main">
  <p:tag name="KSO_WM_UNIT_TYPE" val="i"/>
  <p:tag name="KSO_WM_UNIT_INDEX" val="35"/>
  <p:tag name="KSO_WM_BEAUTIFY_FLAG" val="#wm#"/>
  <p:tag name="KSO_WM_TAG_VERSION" val="3.0"/>
</p:tagLst>
</file>

<file path=ppt/tags/tag103.xml><?xml version="1.0" encoding="utf-8"?>
<p:tagLst xmlns:p="http://schemas.openxmlformats.org/presentationml/2006/main">
  <p:tag name="KSO_WM_UNIT_TYPE" val="i"/>
  <p:tag name="KSO_WM_UNIT_INDEX" val="36"/>
  <p:tag name="KSO_WM_BEAUTIFY_FLAG" val="#wm#"/>
  <p:tag name="KSO_WM_TAG_VERSION" val="3.0"/>
</p:tagLst>
</file>

<file path=ppt/tags/tag104.xml><?xml version="1.0" encoding="utf-8"?>
<p:tagLst xmlns:p="http://schemas.openxmlformats.org/presentationml/2006/main">
  <p:tag name="KSO_WM_UNIT_TYPE" val="i"/>
  <p:tag name="KSO_WM_UNIT_INDEX" val="39"/>
  <p:tag name="KSO_WM_BEAUTIFY_FLAG" val="#wm#"/>
  <p:tag name="KSO_WM_TAG_VERSION" val="3.0"/>
</p:tagLst>
</file>

<file path=ppt/tags/tag105.xml><?xml version="1.0" encoding="utf-8"?>
<p:tagLst xmlns:p="http://schemas.openxmlformats.org/presentationml/2006/main">
  <p:tag name="KSO_WM_UNIT_TYPE" val="i"/>
  <p:tag name="KSO_WM_UNIT_INDEX" val="40"/>
  <p:tag name="KSO_WM_BEAUTIFY_FLAG" val="#wm#"/>
  <p:tag name="KSO_WM_TAG_VERSION" val="3.0"/>
</p:tagLst>
</file>

<file path=ppt/tags/tag106.xml><?xml version="1.0" encoding="utf-8"?>
<p:tagLst xmlns:p="http://schemas.openxmlformats.org/presentationml/2006/main">
  <p:tag name="KSO_WM_UNIT_TYPE" val="i"/>
  <p:tag name="KSO_WM_UNIT_INDEX" val="43"/>
  <p:tag name="KSO_WM_BEAUTIFY_FLAG" val="#wm#"/>
  <p:tag name="KSO_WM_TAG_VERSION" val="3.0"/>
</p:tagLst>
</file>

<file path=ppt/tags/tag107.xml><?xml version="1.0" encoding="utf-8"?>
<p:tagLst xmlns:p="http://schemas.openxmlformats.org/presentationml/2006/main">
  <p:tag name="KSO_WM_UNIT_TYPE" val="i"/>
  <p:tag name="KSO_WM_UNIT_INDEX" val="44"/>
  <p:tag name="KSO_WM_BEAUTIFY_FLAG" val="#wm#"/>
  <p:tag name="KSO_WM_TAG_VERSION" val="3.0"/>
</p:tagLst>
</file>

<file path=ppt/tags/tag108.xml><?xml version="1.0" encoding="utf-8"?>
<p:tagLst xmlns:p="http://schemas.openxmlformats.org/presentationml/2006/main">
  <p:tag name="KSO_WM_UNIT_TYPE" val="i"/>
  <p:tag name="KSO_WM_UNIT_INDEX" val="47"/>
  <p:tag name="KSO_WM_BEAUTIFY_FLAG" val="#wm#"/>
  <p:tag name="KSO_WM_TAG_VERSION" val="3.0"/>
</p:tagLst>
</file>

<file path=ppt/tags/tag109.xml><?xml version="1.0" encoding="utf-8"?>
<p:tagLst xmlns:p="http://schemas.openxmlformats.org/presentationml/2006/main">
  <p:tag name="KSO_WM_UNIT_TYPE" val="i"/>
  <p:tag name="KSO_WM_UNIT_INDEX" val="48"/>
  <p:tag name="KSO_WM_BEAUTIFY_FLAG" val="#wm#"/>
  <p:tag name="KSO_WM_TAG_VERSION" val="3.0"/>
</p:tagLst>
</file>

<file path=ppt/tags/tag110.xml><?xml version="1.0" encoding="utf-8"?>
<p:tagLst xmlns:p="http://schemas.openxmlformats.org/presentationml/2006/main">
  <p:tag name="KSO_WM_UNIT_TYPE" val="i"/>
  <p:tag name="KSO_WM_UNIT_INDEX" val="51"/>
  <p:tag name="KSO_WM_BEAUTIFY_FLAG" val="#wm#"/>
  <p:tag name="KSO_WM_TAG_VERSION" val="3.0"/>
</p:tagLst>
</file>

<file path=ppt/tags/tag111.xml><?xml version="1.0" encoding="utf-8"?>
<p:tagLst xmlns:p="http://schemas.openxmlformats.org/presentationml/2006/main">
  <p:tag name="KSO_WM_UNIT_TYPE" val="i"/>
  <p:tag name="KSO_WM_UNIT_INDEX" val="52"/>
  <p:tag name="KSO_WM_BEAUTIFY_FLAG" val="#wm#"/>
  <p:tag name="KSO_WM_TAG_VERSION" val="3.0"/>
</p:tagLst>
</file>

<file path=ppt/tags/tag112.xml><?xml version="1.0" encoding="utf-8"?>
<p:tagLst xmlns:p="http://schemas.openxmlformats.org/presentationml/2006/main">
  <p:tag name="KSO_WM_UNIT_TYPE" val="f"/>
  <p:tag name="KSO_WM_UNIT_INDEX" val="14"/>
  <p:tag name="KSO_WM_BEAUTIFY_FLAG" val="#wm#"/>
  <p:tag name="KSO_WM_TAG_VERSION" val="3.0"/>
</p:tagLst>
</file>

<file path=ppt/tags/tag113.xml><?xml version="1.0" encoding="utf-8"?>
<p:tagLst xmlns:p="http://schemas.openxmlformats.org/presentationml/2006/main">
  <p:tag name="KSO_WM_UNIT_TYPE" val="x"/>
  <p:tag name="KSO_WM_UNIT_INDEX" val="4"/>
  <p:tag name="KSO_WM_BEAUTIFY_FLAG" val="#wm#"/>
  <p:tag name="KSO_WM_TAG_VERSION" val="3.0"/>
</p:tagLst>
</file>

<file path=ppt/tags/tag114.xml><?xml version="1.0" encoding="utf-8"?>
<p:tagLst xmlns:p="http://schemas.openxmlformats.org/presentationml/2006/main">
  <p:tag name="KSO_WM_UNIT_TYPE" val="f"/>
  <p:tag name="KSO_WM_UNIT_INDEX" val="15"/>
  <p:tag name="KSO_WM_BEAUTIFY_FLAG" val="#wm#"/>
  <p:tag name="KSO_WM_TAG_VERSION" val="3.0"/>
</p:tagLst>
</file>

<file path=ppt/tags/tag115.xml><?xml version="1.0" encoding="utf-8"?>
<p:tagLst xmlns:p="http://schemas.openxmlformats.org/presentationml/2006/main">
  <p:tag name="KSO_WM_UNIT_TYPE" val="f"/>
  <p:tag name="KSO_WM_UNIT_INDEX" val="16"/>
  <p:tag name="KSO_WM_BEAUTIFY_FLAG" val="#wm#"/>
  <p:tag name="KSO_WM_TAG_VERSION" val="3.0"/>
</p:tagLst>
</file>

<file path=ppt/tags/tag116.xml><?xml version="1.0" encoding="utf-8"?>
<p:tagLst xmlns:p="http://schemas.openxmlformats.org/presentationml/2006/main">
  <p:tag name="KSO_WM_UNIT_TYPE" val="x"/>
  <p:tag name="KSO_WM_UNIT_INDEX" val="5"/>
  <p:tag name="KSO_WM_BEAUTIFY_FLAG" val="#wm#"/>
  <p:tag name="KSO_WM_TAG_VERSION" val="3.0"/>
</p:tagLst>
</file>

<file path=ppt/tags/tag117.xml><?xml version="1.0" encoding="utf-8"?>
<p:tagLst xmlns:p="http://schemas.openxmlformats.org/presentationml/2006/main">
  <p:tag name="KSO_WM_UNIT_TYPE" val="f"/>
  <p:tag name="KSO_WM_UNIT_INDEX" val="17"/>
  <p:tag name="KSO_WM_BEAUTIFY_FLAG" val="#wm#"/>
  <p:tag name="KSO_WM_TAG_VERSION" val="3.0"/>
</p:tagLst>
</file>

<file path=ppt/tags/tag118.xml><?xml version="1.0" encoding="utf-8"?>
<p:tagLst xmlns:p="http://schemas.openxmlformats.org/presentationml/2006/main">
  <p:tag name="KSO_WM_UNIT_TYPE" val="f"/>
  <p:tag name="KSO_WM_UNIT_INDEX" val="18"/>
  <p:tag name="KSO_WM_BEAUTIFY_FLAG" val="#wm#"/>
  <p:tag name="KSO_WM_TAG_VERSION" val="3.0"/>
</p:tagLst>
</file>

<file path=ppt/tags/tag119.xml><?xml version="1.0" encoding="utf-8"?>
<p:tagLst xmlns:p="http://schemas.openxmlformats.org/presentationml/2006/main">
  <p:tag name="KSO_WM_UNIT_TYPE" val="x"/>
  <p:tag name="KSO_WM_UNIT_INDEX" val="6"/>
  <p:tag name="KSO_WM_BEAUTIFY_FLAG" val="#wm#"/>
  <p:tag name="KSO_WM_TAG_VERSION" val="3.0"/>
</p:tagLst>
</file>

<file path=ppt/tags/tag120.xml><?xml version="1.0" encoding="utf-8"?>
<p:tagLst xmlns:p="http://schemas.openxmlformats.org/presentationml/2006/main">
  <p:tag name="KSO_WM_UNIT_TYPE" val="f"/>
  <p:tag name="KSO_WM_UNIT_INDEX" val="19"/>
  <p:tag name="KSO_WM_BEAUTIFY_FLAG" val="#wm#"/>
  <p:tag name="KSO_WM_TAG_VERSION" val="3.0"/>
</p:tagLst>
</file>

<file path=ppt/tags/tag121.xml><?xml version="1.0" encoding="utf-8"?>
<p:tagLst xmlns:p="http://schemas.openxmlformats.org/presentationml/2006/main">
  <p:tag name="KSO_WM_UNIT_TYPE" val="f"/>
  <p:tag name="KSO_WM_UNIT_INDEX" val="20"/>
  <p:tag name="KSO_WM_BEAUTIFY_FLAG" val="#wm#"/>
  <p:tag name="KSO_WM_TAG_VERSION" val="3.0"/>
</p:tagLst>
</file>

<file path=ppt/tags/tag122.xml><?xml version="1.0" encoding="utf-8"?>
<p:tagLst xmlns:p="http://schemas.openxmlformats.org/presentationml/2006/main">
  <p:tag name="KSO_WM_UNIT_TYPE" val="f"/>
  <p:tag name="KSO_WM_UNIT_INDEX" val="21"/>
  <p:tag name="KSO_WM_BEAUTIFY_FLAG" val="#wm#"/>
  <p:tag name="KSO_WM_TAG_VERSION" val="3.0"/>
</p:tagLst>
</file>

<file path=ppt/tags/tag123.xml><?xml version="1.0" encoding="utf-8"?>
<p:tagLst xmlns:p="http://schemas.openxmlformats.org/presentationml/2006/main">
  <p:tag name="KSO_WM_UNIT_TYPE" val="f"/>
  <p:tag name="KSO_WM_UNIT_INDEX" val="22"/>
  <p:tag name="KSO_WM_BEAUTIFY_FLAG" val="#wm#"/>
  <p:tag name="KSO_WM_TAG_VERSION" val="3.0"/>
</p:tagLst>
</file>

<file path=ppt/tags/tag124.xml><?xml version="1.0" encoding="utf-8"?>
<p:tagLst xmlns:p="http://schemas.openxmlformats.org/presentationml/2006/main">
  <p:tag name="KSO_WM_UNIT_TYPE" val="f"/>
  <p:tag name="KSO_WM_UNIT_INDEX" val="23"/>
  <p:tag name="KSO_WM_BEAUTIFY_FLAG" val="#wm#"/>
  <p:tag name="KSO_WM_TAG_VERSION" val="3.0"/>
</p:tagLst>
</file>

<file path=ppt/tags/tag125.xml><?xml version="1.0" encoding="utf-8"?>
<p:tagLst xmlns:p="http://schemas.openxmlformats.org/presentationml/2006/main">
  <p:tag name="KSO_WM_UNIT_TYPE" val="f"/>
  <p:tag name="KSO_WM_UNIT_INDEX" val="3"/>
  <p:tag name="KSO_WM_BEAUTIFY_FLAG" val="#wm#"/>
  <p:tag name="KSO_WM_TAG_VERSION" val="3.0"/>
</p:tagLst>
</file>

<file path=ppt/tags/tag126.xml><?xml version="1.0" encoding="utf-8"?>
<p:tagLst xmlns:p="http://schemas.openxmlformats.org/presentationml/2006/main">
  <p:tag name="KSO_WM_UNIT_TYPE" val="i"/>
  <p:tag name="KSO_WM_UNIT_INDEX" val="15"/>
  <p:tag name="KSO_WM_BEAUTIFY_FLAG" val="#wm#"/>
  <p:tag name="KSO_WM_TAG_VERSION" val="3.0"/>
</p:tagLst>
</file>

<file path=ppt/tags/tag127.xml><?xml version="1.0" encoding="utf-8"?>
<p:tagLst xmlns:p="http://schemas.openxmlformats.org/presentationml/2006/main">
  <p:tag name="KSO_WM_UNIT_TYPE" val="f"/>
  <p:tag name="KSO_WM_UNIT_INDEX" val="4"/>
  <p:tag name="KSO_WM_BEAUTIFY_FLAG" val="#wm#"/>
  <p:tag name="KSO_WM_TAG_VERSION" val="3.0"/>
</p:tagLst>
</file>

<file path=ppt/tags/tag128.xml><?xml version="1.0" encoding="utf-8"?>
<p:tagLst xmlns:p="http://schemas.openxmlformats.org/presentationml/2006/main">
  <p:tag name="KSO_WM_UNIT_TYPE" val="i"/>
  <p:tag name="KSO_WM_UNIT_INDEX" val="17"/>
  <p:tag name="KSO_WM_BEAUTIFY_FLAG" val="#wm#"/>
  <p:tag name="KSO_WM_TAG_VERSION" val="3.0"/>
</p:tagLst>
</file>

<file path=ppt/tags/tag129.xml><?xml version="1.0" encoding="utf-8"?>
<p:tagLst xmlns:p="http://schemas.openxmlformats.org/presentationml/2006/main">
  <p:tag name="KSO_WM_UNIT_TYPE" val="f"/>
  <p:tag name="KSO_WM_UNIT_INDEX" val="5"/>
  <p:tag name="KSO_WM_BEAUTIFY_FLAG" val="#wm#"/>
  <p:tag name="KSO_WM_TAG_VERSION" val="3.0"/>
</p:tagLst>
</file>

<file path=ppt/tags/tag130.xml><?xml version="1.0" encoding="utf-8"?>
<p:tagLst xmlns:p="http://schemas.openxmlformats.org/presentationml/2006/main">
  <p:tag name="KSO_WM_UNIT_TYPE" val="i"/>
  <p:tag name="KSO_WM_UNIT_INDEX" val="19"/>
  <p:tag name="KSO_WM_BEAUTIFY_FLAG" val="#wm#"/>
  <p:tag name="KSO_WM_TAG_VERSION" val="3.0"/>
</p:tagLst>
</file>

<file path=ppt/tags/tag131.xml><?xml version="1.0" encoding="utf-8"?>
<p:tagLst xmlns:p="http://schemas.openxmlformats.org/presentationml/2006/main">
  <p:tag name="KSO_WM_UNIT_TYPE" val="f"/>
  <p:tag name="KSO_WM_UNIT_INDEX" val="7"/>
  <p:tag name="KSO_WM_BEAUTIFY_FLAG" val="#wm#"/>
  <p:tag name="KSO_WM_TAG_VERSION" val="3.0"/>
</p:tagLst>
</file>

<file path=ppt/tags/tag132.xml><?xml version="1.0" encoding="utf-8"?>
<p:tagLst xmlns:p="http://schemas.openxmlformats.org/presentationml/2006/main">
  <p:tag name="KSO_WM_UNIT_TYPE" val="i"/>
  <p:tag name="KSO_WM_UNIT_INDEX" val="21"/>
  <p:tag name="KSO_WM_BEAUTIFY_FLAG" val="#wm#"/>
  <p:tag name="KSO_WM_TAG_VERSION" val="3.0"/>
</p:tagLst>
</file>

<file path=ppt/tags/tag133.xml><?xml version="1.0" encoding="utf-8"?>
<p:tagLst xmlns:p="http://schemas.openxmlformats.org/presentationml/2006/main">
  <p:tag name="KSO_WM_UNIT_TYPE" val="f"/>
  <p:tag name="KSO_WM_UNIT_INDEX" val="8"/>
  <p:tag name="KSO_WM_BEAUTIFY_FLAG" val="#wm#"/>
  <p:tag name="KSO_WM_TAG_VERSION" val="3.0"/>
</p:tagLst>
</file>

<file path=ppt/tags/tag134.xml><?xml version="1.0" encoding="utf-8"?>
<p:tagLst xmlns:p="http://schemas.openxmlformats.org/presentationml/2006/main">
  <p:tag name="KSO_WM_UNIT_TYPE" val="i"/>
  <p:tag name="KSO_WM_UNIT_INDEX" val="23"/>
  <p:tag name="KSO_WM_BEAUTIFY_FLAG" val="#wm#"/>
  <p:tag name="KSO_WM_TAG_VERSION" val="3.0"/>
</p:tagLst>
</file>

<file path=ppt/tags/tag135.xml><?xml version="1.0" encoding="utf-8"?>
<p:tagLst xmlns:p="http://schemas.openxmlformats.org/presentationml/2006/main">
  <p:tag name="KSO_WM_UNIT_TYPE" val="f"/>
  <p:tag name="KSO_WM_UNIT_INDEX" val="9"/>
  <p:tag name="KSO_WM_BEAUTIFY_FLAG" val="#wm#"/>
  <p:tag name="KSO_WM_TAG_VERSION" val="3.0"/>
</p:tagLst>
</file>

<file path=ppt/tags/tag136.xml><?xml version="1.0" encoding="utf-8"?>
<p:tagLst xmlns:p="http://schemas.openxmlformats.org/presentationml/2006/main">
  <p:tag name="KSO_WM_UNIT_TYPE" val="i"/>
  <p:tag name="KSO_WM_UNIT_INDEX" val="25"/>
  <p:tag name="KSO_WM_BEAUTIFY_FLAG" val="#wm#"/>
  <p:tag name="KSO_WM_TAG_VERSION" val="3.0"/>
</p:tagLst>
</file>

<file path=ppt/tags/tag137.xml><?xml version="1.0" encoding="utf-8"?>
<p:tagLst xmlns:p="http://schemas.openxmlformats.org/presentationml/2006/main">
  <p:tag name="KSO_WM_UNIT_TYPE" val="f"/>
  <p:tag name="KSO_WM_UNIT_INDEX" val="11"/>
  <p:tag name="KSO_WM_BEAUTIFY_FLAG" val="#wm#"/>
  <p:tag name="KSO_WM_TAG_VERSION" val="3.0"/>
</p:tagLst>
</file>

<file path=ppt/tags/tag138.xml><?xml version="1.0" encoding="utf-8"?>
<p:tagLst xmlns:p="http://schemas.openxmlformats.org/presentationml/2006/main">
  <p:tag name="KSO_WM_UNIT_TYPE" val="i"/>
  <p:tag name="KSO_WM_UNIT_INDEX" val="27"/>
  <p:tag name="KSO_WM_BEAUTIFY_FLAG" val="#wm#"/>
  <p:tag name="KSO_WM_TAG_VERSION" val="3.0"/>
</p:tagLst>
</file>

<file path=ppt/tags/tag139.xml><?xml version="1.0" encoding="utf-8"?>
<p:tagLst xmlns:p="http://schemas.openxmlformats.org/presentationml/2006/main">
  <p:tag name="KSO_WM_UNIT_TYPE" val="f"/>
  <p:tag name="KSO_WM_UNIT_INDEX" val="12"/>
  <p:tag name="KSO_WM_BEAUTIFY_FLAG" val="#wm#"/>
  <p:tag name="KSO_WM_TAG_VERSION" val="3.0"/>
</p:tagLst>
</file>

<file path=ppt/tags/tag140.xml><?xml version="1.0" encoding="utf-8"?>
<p:tagLst xmlns:p="http://schemas.openxmlformats.org/presentationml/2006/main">
  <p:tag name="KSO_WM_UNIT_TYPE" val="i"/>
  <p:tag name="KSO_WM_UNIT_INDEX" val="29"/>
  <p:tag name="KSO_WM_BEAUTIFY_FLAG" val="#wm#"/>
  <p:tag name="KSO_WM_TAG_VERSION" val="3.0"/>
</p:tagLst>
</file>

<file path=ppt/tags/tag141.xml><?xml version="1.0" encoding="utf-8"?>
<p:tagLst xmlns:p="http://schemas.openxmlformats.org/presentationml/2006/main">
  <p:tag name="KSO_WM_UNIT_TYPE" val="f"/>
  <p:tag name="KSO_WM_UNIT_INDEX" val="13"/>
  <p:tag name="KSO_WM_BEAUTIFY_FLAG" val="#wm#"/>
  <p:tag name="KSO_WM_TAG_VERSION" val="3.0"/>
</p:tagLst>
</file>

<file path=ppt/tags/tag142.xml><?xml version="1.0" encoding="utf-8"?>
<p:tagLst xmlns:p="http://schemas.openxmlformats.org/presentationml/2006/main">
  <p:tag name="KSO_WM_UNIT_TYPE" val="i"/>
  <p:tag name="KSO_WM_UNIT_INDEX" val="4"/>
  <p:tag name="KSO_WM_BEAUTIFY_FLAG" val="#wm#"/>
  <p:tag name="KSO_WM_TAG_VERSION" val="3.0"/>
</p:tagLst>
</file>

<file path=ppt/tags/tag143.xml><?xml version="1.0" encoding="utf-8"?>
<p:tagLst xmlns:p="http://schemas.openxmlformats.org/presentationml/2006/main">
  <p:tag name="KSO_WM_UNIT_TYPE" val="a"/>
  <p:tag name="KSO_WM_UNIT_INDEX" val="1"/>
  <p:tag name="KSO_WM_BEAUTIFY_FLAG" val="#wm#"/>
  <p:tag name="KSO_WM_TAG_VERSION" val="3.0"/>
</p:tagLst>
</file>

<file path=ppt/tags/tag144.xml><?xml version="1.0" encoding="utf-8"?>
<p:tagLst xmlns:p="http://schemas.openxmlformats.org/presentationml/2006/main">
  <p:tag name="KSO_WM_UNIT_TYPE" val="i"/>
  <p:tag name="KSO_WM_UNIT_INDEX" val="5"/>
  <p:tag name="KSO_WM_BEAUTIFY_FLAG" val="#wm#"/>
  <p:tag name="KSO_WM_TAG_VERSION" val="3.0"/>
</p:tagLst>
</file>

<file path=ppt/tags/tag145.xml><?xml version="1.0" encoding="utf-8"?>
<p:tagLst xmlns:p="http://schemas.openxmlformats.org/presentationml/2006/main">
  <p:tag name="KSO_WM_UNIT_TYPE" val="i"/>
  <p:tag name="KSO_WM_UNIT_INDEX" val="6"/>
  <p:tag name="KSO_WM_BEAUTIFY_FLAG" val="#wm#"/>
  <p:tag name="KSO_WM_TAG_VERSION" val="3.0"/>
</p:tagLst>
</file>

<file path=ppt/tags/tag146.xml><?xml version="1.0" encoding="utf-8"?>
<p:tagLst xmlns:p="http://schemas.openxmlformats.org/presentationml/2006/main">
  <p:tag name="KSO_WM_UNIT_TYPE" val="i"/>
  <p:tag name="KSO_WM_UNIT_INDEX" val="7"/>
  <p:tag name="KSO_WM_BEAUTIFY_FLAG" val="#wm#"/>
  <p:tag name="KSO_WM_TAG_VERSION" val="3.0"/>
</p:tagLst>
</file>

<file path=ppt/tags/tag147.xml><?xml version="1.0" encoding="utf-8"?>
<p:tagLst xmlns:p="http://schemas.openxmlformats.org/presentationml/2006/main">
  <p:tag name="KSO_WM_UNIT_TYPE" val="i"/>
  <p:tag name="KSO_WM_UNIT_INDEX" val="8"/>
  <p:tag name="KSO_WM_BEAUTIFY_FLAG" val="#wm#"/>
  <p:tag name="KSO_WM_TAG_VERSION" val="3.0"/>
</p:tagLst>
</file>

<file path=ppt/tags/tag148.xml><?xml version="1.0" encoding="utf-8"?>
<p:tagLst xmlns:p="http://schemas.openxmlformats.org/presentationml/2006/main">
  <p:tag name="KSO_WM_UNIT_TYPE" val="i"/>
  <p:tag name="KSO_WM_UNIT_INDEX" val="9"/>
  <p:tag name="KSO_WM_BEAUTIFY_FLAG" val="#wm#"/>
  <p:tag name="KSO_WM_TAG_VERSION" val="3.0"/>
</p:tagLst>
</file>

<file path=ppt/tags/tag149.xml><?xml version="1.0" encoding="utf-8"?>
<p:tagLst xmlns:p="http://schemas.openxmlformats.org/presentationml/2006/main">
  <p:tag name="KSO_WM_UNIT_TYPE" val="i"/>
  <p:tag name="KSO_WM_UNIT_INDEX" val="12"/>
  <p:tag name="KSO_WM_BEAUTIFY_FLAG" val="#wm#"/>
  <p:tag name="KSO_WM_TAG_VERSION" val="3.0"/>
</p:tagLst>
</file>

<file path=ppt/tags/tag150.xml><?xml version="1.0" encoding="utf-8"?>
<p:tagLst xmlns:p="http://schemas.openxmlformats.org/presentationml/2006/main">
  <p:tag name="KSO_WM_UNIT_TYPE" val="i"/>
  <p:tag name="KSO_WM_UNIT_INDEX" val="13"/>
  <p:tag name="KSO_WM_BEAUTIFY_FLAG" val="#wm#"/>
  <p:tag name="KSO_WM_TAG_VERSION" val="3.0"/>
</p:tagLst>
</file>

<file path=ppt/tags/tag151.xml><?xml version="1.0" encoding="utf-8"?>
<p:tagLst xmlns:p="http://schemas.openxmlformats.org/presentationml/2006/main">
  <p:tag name="KSO_WM_UNIT_TYPE" val="i"/>
  <p:tag name="KSO_WM_UNIT_INDEX" val="18"/>
  <p:tag name="KSO_WM_BEAUTIFY_FLAG" val="#wm#"/>
  <p:tag name="KSO_WM_TAG_VERSION" val="3.0"/>
</p:tagLst>
</file>

<file path=ppt/tags/tag152.xml><?xml version="1.0" encoding="utf-8"?>
<p:tagLst xmlns:p="http://schemas.openxmlformats.org/presentationml/2006/main">
  <p:tag name="KSO_WM_UNIT_TYPE" val="i"/>
  <p:tag name="KSO_WM_UNIT_INDEX" val="19"/>
  <p:tag name="KSO_WM_BEAUTIFY_FLAG" val="#wm#"/>
  <p:tag name="KSO_WM_TAG_VERSION" val="3.0"/>
</p:tagLst>
</file>

<file path=ppt/tags/tag153.xml><?xml version="1.0" encoding="utf-8"?>
<p:tagLst xmlns:p="http://schemas.openxmlformats.org/presentationml/2006/main">
  <p:tag name="KSO_WM_UNIT_TYPE" val="i"/>
  <p:tag name="KSO_WM_UNIT_INDEX" val="17"/>
  <p:tag name="KSO_WM_BEAUTIFY_FLAG" val="#wm#"/>
  <p:tag name="KSO_WM_TAG_VERSION" val="3.0"/>
</p:tagLst>
</file>

<file path=ppt/tags/tag154.xml><?xml version="1.0" encoding="utf-8"?>
<p:tagLst xmlns:p="http://schemas.openxmlformats.org/presentationml/2006/main">
  <p:tag name="KSO_WM_UNIT_TYPE" val="x"/>
  <p:tag name="KSO_WM_UNIT_INDEX" val="1"/>
  <p:tag name="KSO_WM_BEAUTIFY_FLAG" val="#wm#"/>
  <p:tag name="KSO_WM_TAG_VERSION" val="3.0"/>
</p:tagLst>
</file>

<file path=ppt/tags/tag155.xml><?xml version="1.0" encoding="utf-8"?>
<p:tagLst xmlns:p="http://schemas.openxmlformats.org/presentationml/2006/main">
  <p:tag name="KSO_WM_UNIT_TYPE" val="b"/>
  <p:tag name="KSO_WM_UNIT_INDEX" val="1"/>
  <p:tag name="KSO_WM_BEAUTIFY_FLAG" val="#wm#"/>
  <p:tag name="KSO_WM_TAG_VERSION" val="3.0"/>
</p:tagLst>
</file>

<file path=ppt/tags/tag156.xml><?xml version="1.0" encoding="utf-8"?>
<p:tagLst xmlns:p="http://schemas.openxmlformats.org/presentationml/2006/main">
  <p:tag name="KSO_WM_UNIT_TYPE" val="f"/>
  <p:tag name="KSO_WM_UNIT_INDEX" val="1"/>
  <p:tag name="KSO_WM_BEAUTIFY_FLAG" val="#wm#"/>
  <p:tag name="KSO_WM_TAG_VERSION" val="3.0"/>
</p:tagLst>
</file>

<file path=ppt/tags/tag157.xml><?xml version="1.0" encoding="utf-8"?>
<p:tagLst xmlns:p="http://schemas.openxmlformats.org/presentationml/2006/main">
  <p:tag name="KSO_WM_UNIT_TYPE" val="f"/>
  <p:tag name="KSO_WM_UNIT_INDEX" val="2"/>
  <p:tag name="KSO_WM_BEAUTIFY_FLAG" val="#wm#"/>
  <p:tag name="KSO_WM_TAG_VERSION" val="3.0"/>
</p:tagLst>
</file>

<file path=ppt/tags/tag158.xml><?xml version="1.0" encoding="utf-8"?>
<p:tagLst xmlns:p="http://schemas.openxmlformats.org/presentationml/2006/main">
  <p:tag name="KSO_WM_UNIT_TYPE" val="f"/>
  <p:tag name="KSO_WM_UNIT_INDEX" val="3"/>
  <p:tag name="KSO_WM_BEAUTIFY_FLAG" val="#wm#"/>
  <p:tag name="KSO_WM_TAG_VERSION" val="3.0"/>
</p:tagLst>
</file>

<file path=ppt/tags/tag159.xml><?xml version="1.0" encoding="utf-8"?>
<p:tagLst xmlns:p="http://schemas.openxmlformats.org/presentationml/2006/main">
  <p:tag name="KSO_WM_UNIT_TYPE" val="f"/>
  <p:tag name="KSO_WM_UNIT_INDEX" val="4"/>
  <p:tag name="KSO_WM_BEAUTIFY_FLAG" val="#wm#"/>
  <p:tag name="KSO_WM_TAG_VERSION" val="3.0"/>
</p:tagLst>
</file>

<file path=ppt/tags/tag160.xml><?xml version="1.0" encoding="utf-8"?>
<p:tagLst xmlns:p="http://schemas.openxmlformats.org/presentationml/2006/main">
  <p:tag name="KSO_WM_UNIT_TYPE" val="f"/>
  <p:tag name="KSO_WM_UNIT_INDEX" val="5"/>
  <p:tag name="KSO_WM_BEAUTIFY_FLAG" val="#wm#"/>
  <p:tag name="KSO_WM_TAG_VERSION" val="3.0"/>
</p:tagLst>
</file>

<file path=ppt/tags/tag161.xml><?xml version="1.0" encoding="utf-8"?>
<p:tagLst xmlns:p="http://schemas.openxmlformats.org/presentationml/2006/main">
  <p:tag name="KSO_WM_UNIT_TYPE" val="f"/>
  <p:tag name="KSO_WM_UNIT_INDEX" val="6"/>
  <p:tag name="KSO_WM_BEAUTIFY_FLAG" val="#wm#"/>
  <p:tag name="KSO_WM_TAG_VERSION" val="3.0"/>
</p:tagLst>
</file>

<file path=ppt/tags/tag162.xml><?xml version="1.0" encoding="utf-8"?>
<p:tagLst xmlns:p="http://schemas.openxmlformats.org/presentationml/2006/main">
  <p:tag name="KSO_WM_UNIT_TYPE" val="i"/>
  <p:tag name="KSO_WM_UNIT_INDEX" val="22"/>
  <p:tag name="KSO_WM_BEAUTIFY_FLAG" val="#wm#"/>
  <p:tag name="KSO_WM_TAG_VERSION" val="3.0"/>
</p:tagLst>
</file>

<file path=ppt/tags/tag163.xml><?xml version="1.0" encoding="utf-8"?>
<p:tagLst xmlns:p="http://schemas.openxmlformats.org/presentationml/2006/main">
  <p:tag name="KSO_WM_UNIT_TYPE" val="i"/>
  <p:tag name="KSO_WM_UNIT_INDEX" val="23"/>
  <p:tag name="KSO_WM_BEAUTIFY_FLAG" val="#wm#"/>
  <p:tag name="KSO_WM_TAG_VERSION" val="3.0"/>
</p:tagLst>
</file>

<file path=ppt/tags/tag164.xml><?xml version="1.0" encoding="utf-8"?>
<p:tagLst xmlns:p="http://schemas.openxmlformats.org/presentationml/2006/main">
  <p:tag name="KSO_WM_UNIT_TYPE" val="i"/>
  <p:tag name="KSO_WM_UNIT_INDEX" val="24"/>
  <p:tag name="KSO_WM_BEAUTIFY_FLAG" val="#wm#"/>
  <p:tag name="KSO_WM_TAG_VERSION" val="3.0"/>
</p:tagLst>
</file>

<file path=ppt/tags/tag165.xml><?xml version="1.0" encoding="utf-8"?>
<p:tagLst xmlns:p="http://schemas.openxmlformats.org/presentationml/2006/main">
  <p:tag name="KSO_WM_UNIT_TYPE" val="i"/>
  <p:tag name="KSO_WM_UNIT_INDEX" val="25"/>
  <p:tag name="KSO_WM_BEAUTIFY_FLAG" val="#wm#"/>
  <p:tag name="KSO_WM_TAG_VERSION" val="3.0"/>
</p:tagLst>
</file>

<file path=ppt/tags/tag166.xml><?xml version="1.0" encoding="utf-8"?>
<p:tagLst xmlns:p="http://schemas.openxmlformats.org/presentationml/2006/main">
  <p:tag name="KSO_WM_UNIT_TYPE" val="i"/>
  <p:tag name="KSO_WM_UNIT_INDEX" val="26"/>
  <p:tag name="KSO_WM_BEAUTIFY_FLAG" val="#wm#"/>
  <p:tag name="KSO_WM_TAG_VERSION" val="3.0"/>
</p:tagLst>
</file>

<file path=ppt/tags/tag167.xml><?xml version="1.0" encoding="utf-8"?>
<p:tagLst xmlns:p="http://schemas.openxmlformats.org/presentationml/2006/main">
  <p:tag name="KSO_WM_UNIT_TYPE" val="i"/>
  <p:tag name="KSO_WM_UNIT_INDEX" val="29"/>
  <p:tag name="KSO_WM_BEAUTIFY_FLAG" val="#wm#"/>
  <p:tag name="KSO_WM_TAG_VERSION" val="3.0"/>
</p:tagLst>
</file>

<file path=ppt/tags/tag168.xml><?xml version="1.0" encoding="utf-8"?>
<p:tagLst xmlns:p="http://schemas.openxmlformats.org/presentationml/2006/main">
  <p:tag name="KSO_WM_UNIT_TYPE" val="i"/>
  <p:tag name="KSO_WM_UNIT_INDEX" val="30"/>
  <p:tag name="KSO_WM_BEAUTIFY_FLAG" val="#wm#"/>
  <p:tag name="KSO_WM_TAG_VERSION" val="3.0"/>
</p:tagLst>
</file>

<file path=ppt/tags/tag169.xml><?xml version="1.0" encoding="utf-8"?>
<p:tagLst xmlns:p="http://schemas.openxmlformats.org/presentationml/2006/main">
  <p:tag name="KSO_WM_UNIT_TYPE" val="i"/>
  <p:tag name="KSO_WM_UNIT_INDEX" val="35"/>
  <p:tag name="KSO_WM_BEAUTIFY_FLAG" val="#wm#"/>
  <p:tag name="KSO_WM_TAG_VERSION" val="3.0"/>
</p:tagLst>
</file>

<file path=ppt/tags/tag170.xml><?xml version="1.0" encoding="utf-8"?>
<p:tagLst xmlns:p="http://schemas.openxmlformats.org/presentationml/2006/main">
  <p:tag name="KSO_WM_UNIT_TYPE" val="i"/>
  <p:tag name="KSO_WM_UNIT_INDEX" val="36"/>
  <p:tag name="KSO_WM_BEAUTIFY_FLAG" val="#wm#"/>
  <p:tag name="KSO_WM_TAG_VERSION" val="3.0"/>
</p:tagLst>
</file>

<file path=ppt/tags/tag171.xml><?xml version="1.0" encoding="utf-8"?>
<p:tagLst xmlns:p="http://schemas.openxmlformats.org/presentationml/2006/main">
  <p:tag name="KSO_WM_UNIT_TYPE" val="i"/>
  <p:tag name="KSO_WM_UNIT_INDEX" val="34"/>
  <p:tag name="KSO_WM_BEAUTIFY_FLAG" val="#wm#"/>
  <p:tag name="KSO_WM_TAG_VERSION" val="3.0"/>
</p:tagLst>
</file>

<file path=ppt/tags/tag172.xml><?xml version="1.0" encoding="utf-8"?>
<p:tagLst xmlns:p="http://schemas.openxmlformats.org/presentationml/2006/main">
  <p:tag name="KSO_WM_UNIT_TYPE" val="x"/>
  <p:tag name="KSO_WM_UNIT_INDEX" val="2"/>
  <p:tag name="KSO_WM_BEAUTIFY_FLAG" val="#wm#"/>
  <p:tag name="KSO_WM_TAG_VERSION" val="3.0"/>
</p:tagLst>
</file>

<file path=ppt/tags/tag173.xml><?xml version="1.0" encoding="utf-8"?>
<p:tagLst xmlns:p="http://schemas.openxmlformats.org/presentationml/2006/main">
  <p:tag name="KSO_WM_UNIT_TYPE" val="b"/>
  <p:tag name="KSO_WM_UNIT_INDEX" val="2"/>
  <p:tag name="KSO_WM_BEAUTIFY_FLAG" val="#wm#"/>
  <p:tag name="KSO_WM_TAG_VERSION" val="3.0"/>
</p:tagLst>
</file>

<file path=ppt/tags/tag174.xml><?xml version="1.0" encoding="utf-8"?>
<p:tagLst xmlns:p="http://schemas.openxmlformats.org/presentationml/2006/main">
  <p:tag name="KSO_WM_UNIT_TYPE" val="f"/>
  <p:tag name="KSO_WM_UNIT_INDEX" val="7"/>
  <p:tag name="KSO_WM_BEAUTIFY_FLAG" val="#wm#"/>
  <p:tag name="KSO_WM_TAG_VERSION" val="3.0"/>
</p:tagLst>
</file>

<file path=ppt/tags/tag175.xml><?xml version="1.0" encoding="utf-8"?>
<p:tagLst xmlns:p="http://schemas.openxmlformats.org/presentationml/2006/main">
  <p:tag name="KSO_WM_UNIT_TYPE" val="f"/>
  <p:tag name="KSO_WM_UNIT_INDEX" val="8"/>
  <p:tag name="KSO_WM_BEAUTIFY_FLAG" val="#wm#"/>
  <p:tag name="KSO_WM_TAG_VERSION" val="3.0"/>
</p:tagLst>
</file>

<file path=ppt/tags/tag176.xml><?xml version="1.0" encoding="utf-8"?>
<p:tagLst xmlns:p="http://schemas.openxmlformats.org/presentationml/2006/main">
  <p:tag name="KSO_WM_UNIT_TYPE" val="f"/>
  <p:tag name="KSO_WM_UNIT_INDEX" val="9"/>
  <p:tag name="KSO_WM_BEAUTIFY_FLAG" val="#wm#"/>
  <p:tag name="KSO_WM_TAG_VERSION" val="3.0"/>
</p:tagLst>
</file>

<file path=ppt/tags/tag177.xml><?xml version="1.0" encoding="utf-8"?>
<p:tagLst xmlns:p="http://schemas.openxmlformats.org/presentationml/2006/main">
  <p:tag name="KSO_WM_UNIT_TYPE" val="f"/>
  <p:tag name="KSO_WM_UNIT_INDEX" val="10"/>
  <p:tag name="KSO_WM_BEAUTIFY_FLAG" val="#wm#"/>
  <p:tag name="KSO_WM_TAG_VERSION" val="3.0"/>
</p:tagLst>
</file>

<file path=ppt/tags/tag178.xml><?xml version="1.0" encoding="utf-8"?>
<p:tagLst xmlns:p="http://schemas.openxmlformats.org/presentationml/2006/main">
  <p:tag name="KSO_WM_UNIT_TYPE" val="f"/>
  <p:tag name="KSO_WM_UNIT_INDEX" val="11"/>
  <p:tag name="KSO_WM_BEAUTIFY_FLAG" val="#wm#"/>
  <p:tag name="KSO_WM_TAG_VERSION" val="3.0"/>
</p:tagLst>
</file>

<file path=ppt/tags/tag179.xml><?xml version="1.0" encoding="utf-8"?>
<p:tagLst xmlns:p="http://schemas.openxmlformats.org/presentationml/2006/main">
  <p:tag name="KSO_WM_UNIT_TYPE" val="f"/>
  <p:tag name="KSO_WM_UNIT_INDEX" val="12"/>
  <p:tag name="KSO_WM_BEAUTIFY_FLAG" val="#wm#"/>
  <p:tag name="KSO_WM_TAG_VERSION" val="3.0"/>
</p:tagLst>
</file>

<file path=ppt/tags/tag180.xml><?xml version="1.0" encoding="utf-8"?>
<p:tagLst xmlns:p="http://schemas.openxmlformats.org/presentationml/2006/main">
  <p:tag name="KSO_WM_UNIT_TYPE" val="i"/>
  <p:tag name="KSO_WM_UNIT_INDEX" val="39"/>
  <p:tag name="KSO_WM_BEAUTIFY_FLAG" val="#wm#"/>
  <p:tag name="KSO_WM_TAG_VERSION" val="3.0"/>
</p:tagLst>
</file>

<file path=ppt/tags/tag181.xml><?xml version="1.0" encoding="utf-8"?>
<p:tagLst xmlns:p="http://schemas.openxmlformats.org/presentationml/2006/main">
  <p:tag name="KSO_WM_UNIT_TYPE" val="i"/>
  <p:tag name="KSO_WM_UNIT_INDEX" val="40"/>
  <p:tag name="KSO_WM_BEAUTIFY_FLAG" val="#wm#"/>
  <p:tag name="KSO_WM_TAG_VERSION" val="3.0"/>
</p:tagLst>
</file>

<file path=ppt/tags/tag182.xml><?xml version="1.0" encoding="utf-8"?>
<p:tagLst xmlns:p="http://schemas.openxmlformats.org/presentationml/2006/main">
  <p:tag name="KSO_WM_UNIT_TYPE" val="i"/>
  <p:tag name="KSO_WM_UNIT_INDEX" val="41"/>
  <p:tag name="KSO_WM_BEAUTIFY_FLAG" val="#wm#"/>
  <p:tag name="KSO_WM_TAG_VERSION" val="3.0"/>
</p:tagLst>
</file>

<file path=ppt/tags/tag183.xml><?xml version="1.0" encoding="utf-8"?>
<p:tagLst xmlns:p="http://schemas.openxmlformats.org/presentationml/2006/main">
  <p:tag name="KSO_WM_UNIT_TYPE" val="i"/>
  <p:tag name="KSO_WM_UNIT_INDEX" val="42"/>
  <p:tag name="KSO_WM_BEAUTIFY_FLAG" val="#wm#"/>
  <p:tag name="KSO_WM_TAG_VERSION" val="3.0"/>
</p:tagLst>
</file>

<file path=ppt/tags/tag184.xml><?xml version="1.0" encoding="utf-8"?>
<p:tagLst xmlns:p="http://schemas.openxmlformats.org/presentationml/2006/main">
  <p:tag name="KSO_WM_UNIT_TYPE" val="i"/>
  <p:tag name="KSO_WM_UNIT_INDEX" val="43"/>
  <p:tag name="KSO_WM_BEAUTIFY_FLAG" val="#wm#"/>
  <p:tag name="KSO_WM_TAG_VERSION" val="3.0"/>
</p:tagLst>
</file>

<file path=ppt/tags/tag185.xml><?xml version="1.0" encoding="utf-8"?>
<p:tagLst xmlns:p="http://schemas.openxmlformats.org/presentationml/2006/main">
  <p:tag name="KSO_WM_UNIT_TYPE" val="i"/>
  <p:tag name="KSO_WM_UNIT_INDEX" val="46"/>
  <p:tag name="KSO_WM_BEAUTIFY_FLAG" val="#wm#"/>
  <p:tag name="KSO_WM_TAG_VERSION" val="3.0"/>
</p:tagLst>
</file>

<file path=ppt/tags/tag186.xml><?xml version="1.0" encoding="utf-8"?>
<p:tagLst xmlns:p="http://schemas.openxmlformats.org/presentationml/2006/main">
  <p:tag name="KSO_WM_UNIT_TYPE" val="i"/>
  <p:tag name="KSO_WM_UNIT_INDEX" val="47"/>
  <p:tag name="KSO_WM_BEAUTIFY_FLAG" val="#wm#"/>
  <p:tag name="KSO_WM_TAG_VERSION" val="3.0"/>
</p:tagLst>
</file>

<file path=ppt/tags/tag187.xml><?xml version="1.0" encoding="utf-8"?>
<p:tagLst xmlns:p="http://schemas.openxmlformats.org/presentationml/2006/main">
  <p:tag name="KSO_WM_UNIT_TYPE" val="i"/>
  <p:tag name="KSO_WM_UNIT_INDEX" val="52"/>
  <p:tag name="KSO_WM_BEAUTIFY_FLAG" val="#wm#"/>
  <p:tag name="KSO_WM_TAG_VERSION" val="3.0"/>
</p:tagLst>
</file>

<file path=ppt/tags/tag188.xml><?xml version="1.0" encoding="utf-8"?>
<p:tagLst xmlns:p="http://schemas.openxmlformats.org/presentationml/2006/main">
  <p:tag name="KSO_WM_UNIT_TYPE" val="i"/>
  <p:tag name="KSO_WM_UNIT_INDEX" val="53"/>
  <p:tag name="KSO_WM_BEAUTIFY_FLAG" val="#wm#"/>
  <p:tag name="KSO_WM_TAG_VERSION" val="3.0"/>
</p:tagLst>
</file>

<file path=ppt/tags/tag189.xml><?xml version="1.0" encoding="utf-8"?>
<p:tagLst xmlns:p="http://schemas.openxmlformats.org/presentationml/2006/main">
  <p:tag name="KSO_WM_UNIT_TYPE" val="i"/>
  <p:tag name="KSO_WM_UNIT_INDEX" val="51"/>
  <p:tag name="KSO_WM_BEAUTIFY_FLAG" val="#wm#"/>
  <p:tag name="KSO_WM_TAG_VERSION" val="3.0"/>
</p:tagLst>
</file>

<file path=ppt/tags/tag190.xml><?xml version="1.0" encoding="utf-8"?>
<p:tagLst xmlns:p="http://schemas.openxmlformats.org/presentationml/2006/main">
  <p:tag name="KSO_WM_UNIT_TYPE" val="x"/>
  <p:tag name="KSO_WM_UNIT_INDEX" val="3"/>
  <p:tag name="KSO_WM_BEAUTIFY_FLAG" val="#wm#"/>
  <p:tag name="KSO_WM_TAG_VERSION" val="3.0"/>
</p:tagLst>
</file>

<file path=ppt/tags/tag191.xml><?xml version="1.0" encoding="utf-8"?>
<p:tagLst xmlns:p="http://schemas.openxmlformats.org/presentationml/2006/main">
  <p:tag name="KSO_WM_UNIT_TYPE" val="b"/>
  <p:tag name="KSO_WM_UNIT_INDEX" val="3"/>
  <p:tag name="KSO_WM_BEAUTIFY_FLAG" val="#wm#"/>
  <p:tag name="KSO_WM_TAG_VERSION" val="3.0"/>
</p:tagLst>
</file>

<file path=ppt/tags/tag192.xml><?xml version="1.0" encoding="utf-8"?>
<p:tagLst xmlns:p="http://schemas.openxmlformats.org/presentationml/2006/main">
  <p:tag name="KSO_WM_UNIT_TYPE" val="f"/>
  <p:tag name="KSO_WM_UNIT_INDEX" val="13"/>
  <p:tag name="KSO_WM_BEAUTIFY_FLAG" val="#wm#"/>
  <p:tag name="KSO_WM_TAG_VERSION" val="3.0"/>
</p:tagLst>
</file>

<file path=ppt/tags/tag193.xml><?xml version="1.0" encoding="utf-8"?>
<p:tagLst xmlns:p="http://schemas.openxmlformats.org/presentationml/2006/main">
  <p:tag name="KSO_WM_UNIT_TYPE" val="f"/>
  <p:tag name="KSO_WM_UNIT_INDEX" val="14"/>
  <p:tag name="KSO_WM_BEAUTIFY_FLAG" val="#wm#"/>
  <p:tag name="KSO_WM_TAG_VERSION" val="3.0"/>
</p:tagLst>
</file>

<file path=ppt/tags/tag194.xml><?xml version="1.0" encoding="utf-8"?>
<p:tagLst xmlns:p="http://schemas.openxmlformats.org/presentationml/2006/main">
  <p:tag name="KSO_WM_UNIT_TYPE" val="f"/>
  <p:tag name="KSO_WM_UNIT_INDEX" val="15"/>
  <p:tag name="KSO_WM_BEAUTIFY_FLAG" val="#wm#"/>
  <p:tag name="KSO_WM_TAG_VERSION" val="3.0"/>
</p:tagLst>
</file>

<file path=ppt/tags/tag195.xml><?xml version="1.0" encoding="utf-8"?>
<p:tagLst xmlns:p="http://schemas.openxmlformats.org/presentationml/2006/main">
  <p:tag name="KSO_WM_UNIT_TYPE" val="f"/>
  <p:tag name="KSO_WM_UNIT_INDEX" val="16"/>
  <p:tag name="KSO_WM_BEAUTIFY_FLAG" val="#wm#"/>
  <p:tag name="KSO_WM_TAG_VERSION" val="3.0"/>
</p:tagLst>
</file>

<file path=ppt/tags/tag196.xml><?xml version="1.0" encoding="utf-8"?>
<p:tagLst xmlns:p="http://schemas.openxmlformats.org/presentationml/2006/main">
  <p:tag name="KSO_WM_UNIT_TYPE" val="f"/>
  <p:tag name="KSO_WM_UNIT_INDEX" val="17"/>
  <p:tag name="KSO_WM_BEAUTIFY_FLAG" val="#wm#"/>
  <p:tag name="KSO_WM_TAG_VERSION" val="3.0"/>
</p:tagLst>
</file>

<file path=ppt/tags/tag197.xml><?xml version="1.0" encoding="utf-8"?>
<p:tagLst xmlns:p="http://schemas.openxmlformats.org/presentationml/2006/main">
  <p:tag name="KSO_WM_UNIT_TYPE" val="i"/>
  <p:tag name="KSO_WM_UNIT_INDEX" val="57"/>
  <p:tag name="KSO_WM_BEAUTIFY_FLAG" val="#wm#"/>
  <p:tag name="KSO_WM_TAG_VERSION" val="3.0"/>
</p:tagLst>
</file>

<file path=ppt/tags/tag198.xml><?xml version="1.0" encoding="utf-8"?>
<p:tagLst xmlns:p="http://schemas.openxmlformats.org/presentationml/2006/main">
  <p:tag name="KSO_WM_UNIT_TYPE" val="f"/>
  <p:tag name="KSO_WM_UNIT_INDEX" val="18"/>
  <p:tag name="KSO_WM_BEAUTIFY_FLAG" val="#wm#"/>
  <p:tag name="KSO_WM_TAG_VERSION" val="3.0"/>
</p:tagLst>
</file>

<file path=ppt/tags/tag199.xml><?xml version="1.0" encoding="utf-8"?>
<p:tagLst xmlns:p="http://schemas.openxmlformats.org/presentationml/2006/main">
  <p:tag name="KSO_WM_UNIT_TYPE" val="f"/>
  <p:tag name="KSO_WM_UNIT_INDEX" val="19"/>
  <p:tag name="KSO_WM_BEAUTIFY_FLAG" val="#wm#"/>
  <p:tag name="KSO_WM_TAG_VERSION" val="3.0"/>
</p:tagLst>
</file>

<file path=ppt/tags/tag200.xml><?xml version="1.0" encoding="utf-8"?>
<p:tagLst xmlns:p="http://schemas.openxmlformats.org/presentationml/2006/main">
  <p:tag name="KSO_WM_UNIT_TYPE" val="i"/>
  <p:tag name="KSO_WM_UNIT_INDEX" val="2"/>
  <p:tag name="KSO_WM_BEAUTIFY_FLAG" val="#wm#"/>
  <p:tag name="KSO_WM_TAG_VERSION" val="3.0"/>
</p:tagLst>
</file>

<file path=ppt/tags/tag201.xml><?xml version="1.0" encoding="utf-8"?>
<p:tagLst xmlns:p="http://schemas.openxmlformats.org/presentationml/2006/main">
  <p:tag name="KSO_WM_UNIT_TYPE" val="i"/>
  <p:tag name="KSO_WM_UNIT_INDEX" val="27"/>
  <p:tag name="KSO_WM_BEAUTIFY_FLAG" val="#wm#"/>
  <p:tag name="KSO_WM_TAG_VERSION" val="3.0"/>
</p:tagLst>
</file>

<file path=ppt/tags/tag202.xml><?xml version="1.0" encoding="utf-8"?>
<p:tagLst xmlns:p="http://schemas.openxmlformats.org/presentationml/2006/main">
  <p:tag name="KSO_WM_UNIT_TYPE" val="i"/>
  <p:tag name="KSO_WM_UNIT_INDEX" val="28"/>
  <p:tag name="KSO_WM_BEAUTIFY_FLAG" val="#wm#"/>
  <p:tag name="KSO_WM_TAG_VERSION" val="3.0"/>
</p:tagLst>
</file>

<file path=ppt/tags/tag203.xml><?xml version="1.0" encoding="utf-8"?>
<p:tagLst xmlns:p="http://schemas.openxmlformats.org/presentationml/2006/main">
  <p:tag name="KSO_WM_UNIT_TYPE" val="i"/>
  <p:tag name="KSO_WM_UNIT_INDEX" val="2"/>
  <p:tag name="KSO_WM_BEAUTIFY_FLAG" val="#wm#"/>
  <p:tag name="KSO_WM_TAG_VERSION" val="3.0"/>
</p:tagLst>
</file>

<file path=ppt/tags/tag204.xml><?xml version="1.0" encoding="utf-8"?>
<p:tagLst xmlns:p="http://schemas.openxmlformats.org/presentationml/2006/main">
  <p:tag name="KSO_WM_UNIT_TYPE" val="a"/>
  <p:tag name="KSO_WM_UNIT_INDEX" val="1"/>
  <p:tag name="KSO_WM_BEAUTIFY_FLAG" val="#wm#"/>
  <p:tag name="KSO_WM_TAG_VERSION" val="3.0"/>
</p:tagLst>
</file>

<file path=ppt/tags/tag205.xml><?xml version="1.0" encoding="utf-8"?>
<p:tagLst xmlns:p="http://schemas.openxmlformats.org/presentationml/2006/main">
  <p:tag name="KSO_WM_UNIT_TYPE" val="i"/>
  <p:tag name="KSO_WM_UNIT_INDEX" val="4"/>
  <p:tag name="KSO_WM_BEAUTIFY_FLAG" val="#wm#"/>
  <p:tag name="KSO_WM_TAG_VERSION" val="3.0"/>
</p:tagLst>
</file>

<file path=ppt/tags/tag206.xml><?xml version="1.0" encoding="utf-8"?>
<p:tagLst xmlns:p="http://schemas.openxmlformats.org/presentationml/2006/main">
  <p:tag name="KSO_WM_UNIT_TYPE" val="i"/>
  <p:tag name="KSO_WM_UNIT_INDEX" val="6"/>
  <p:tag name="KSO_WM_BEAUTIFY_FLAG" val="#wm#"/>
  <p:tag name="KSO_WM_TAG_VERSION" val="3.0"/>
</p:tagLst>
</file>

<file path=ppt/tags/tag207.xml><?xml version="1.0" encoding="utf-8"?>
<p:tagLst xmlns:p="http://schemas.openxmlformats.org/presentationml/2006/main">
  <p:tag name="KSO_WM_UNIT_TYPE" val="x"/>
  <p:tag name="KSO_WM_UNIT_INDEX" val="1"/>
  <p:tag name="KSO_WM_BEAUTIFY_FLAG" val="#wm#"/>
  <p:tag name="KSO_WM_TAG_VERSION" val="3.0"/>
</p:tagLst>
</file>

<file path=ppt/tags/tag208.xml><?xml version="1.0" encoding="utf-8"?>
<p:tagLst xmlns:p="http://schemas.openxmlformats.org/presentationml/2006/main">
  <p:tag name="KSO_WM_UNIT_TYPE" val="f"/>
  <p:tag name="KSO_WM_UNIT_INDEX" val="1"/>
  <p:tag name="KSO_WM_BEAUTIFY_FLAG" val="#wm#"/>
  <p:tag name="KSO_WM_TAG_VERSION" val="3.0"/>
</p:tagLst>
</file>

<file path=ppt/tags/tag209.xml><?xml version="1.0" encoding="utf-8"?>
<p:tagLst xmlns:p="http://schemas.openxmlformats.org/presentationml/2006/main">
  <p:tag name="KSO_WM_UNIT_TYPE" val="i"/>
  <p:tag name="KSO_WM_UNIT_INDEX" val="8"/>
  <p:tag name="KSO_WM_BEAUTIFY_FLAG" val="#wm#"/>
  <p:tag name="KSO_WM_TAG_VERSION" val="3.0"/>
</p:tagLst>
</file>

<file path=ppt/tags/tag210.xml><?xml version="1.0" encoding="utf-8"?>
<p:tagLst xmlns:p="http://schemas.openxmlformats.org/presentationml/2006/main">
  <p:tag name="KSO_WM_UNIT_TYPE" val="f"/>
  <p:tag name="KSO_WM_UNIT_INDEX" val="2"/>
  <p:tag name="KSO_WM_BEAUTIFY_FLAG" val="#wm#"/>
  <p:tag name="KSO_WM_TAG_VERSION" val="3.0"/>
</p:tagLst>
</file>

<file path=ppt/tags/tag211.xml><?xml version="1.0" encoding="utf-8"?>
<p:tagLst xmlns:p="http://schemas.openxmlformats.org/presentationml/2006/main">
  <p:tag name="KSO_WM_UNIT_TYPE" val="i"/>
  <p:tag name="KSO_WM_UNIT_INDEX" val="10"/>
  <p:tag name="KSO_WM_BEAUTIFY_FLAG" val="#wm#"/>
  <p:tag name="KSO_WM_TAG_VERSION" val="3.0"/>
</p:tagLst>
</file>

<file path=ppt/tags/tag212.xml><?xml version="1.0" encoding="utf-8"?>
<p:tagLst xmlns:p="http://schemas.openxmlformats.org/presentationml/2006/main">
  <p:tag name="KSO_WM_UNIT_TYPE" val="i"/>
  <p:tag name="KSO_WM_UNIT_INDEX" val="12"/>
  <p:tag name="KSO_WM_BEAUTIFY_FLAG" val="#wm#"/>
  <p:tag name="KSO_WM_TAG_VERSION" val="3.0"/>
</p:tagLst>
</file>

<file path=ppt/tags/tag213.xml><?xml version="1.0" encoding="utf-8"?>
<p:tagLst xmlns:p="http://schemas.openxmlformats.org/presentationml/2006/main">
  <p:tag name="KSO_WM_UNIT_TYPE" val="x"/>
  <p:tag name="KSO_WM_UNIT_INDEX" val="2"/>
  <p:tag name="KSO_WM_BEAUTIFY_FLAG" val="#wm#"/>
  <p:tag name="KSO_WM_TAG_VERSION" val="3.0"/>
</p:tagLst>
</file>

<file path=ppt/tags/tag214.xml><?xml version="1.0" encoding="utf-8"?>
<p:tagLst xmlns:p="http://schemas.openxmlformats.org/presentationml/2006/main">
  <p:tag name="KSO_WM_UNIT_TYPE" val="f"/>
  <p:tag name="KSO_WM_UNIT_INDEX" val="3"/>
  <p:tag name="KSO_WM_BEAUTIFY_FLAG" val="#wm#"/>
  <p:tag name="KSO_WM_TAG_VERSION" val="3.0"/>
</p:tagLst>
</file>

<file path=ppt/tags/tag215.xml><?xml version="1.0" encoding="utf-8"?>
<p:tagLst xmlns:p="http://schemas.openxmlformats.org/presentationml/2006/main">
  <p:tag name="KSO_WM_UNIT_TYPE" val="i"/>
  <p:tag name="KSO_WM_UNIT_INDEX" val="14"/>
  <p:tag name="KSO_WM_BEAUTIFY_FLAG" val="#wm#"/>
  <p:tag name="KSO_WM_TAG_VERSION" val="3.0"/>
</p:tagLst>
</file>

<file path=ppt/tags/tag216.xml><?xml version="1.0" encoding="utf-8"?>
<p:tagLst xmlns:p="http://schemas.openxmlformats.org/presentationml/2006/main">
  <p:tag name="KSO_WM_UNIT_TYPE" val="f"/>
  <p:tag name="KSO_WM_UNIT_INDEX" val="4"/>
  <p:tag name="KSO_WM_BEAUTIFY_FLAG" val="#wm#"/>
  <p:tag name="KSO_WM_TAG_VERSION" val="3.0"/>
</p:tagLst>
</file>

<file path=ppt/tags/tag217.xml><?xml version="1.0" encoding="utf-8"?>
<p:tagLst xmlns:p="http://schemas.openxmlformats.org/presentationml/2006/main">
  <p:tag name="KSO_WM_UNIT_TYPE" val="i"/>
  <p:tag name="KSO_WM_UNIT_INDEX" val="16"/>
  <p:tag name="KSO_WM_BEAUTIFY_FLAG" val="#wm#"/>
  <p:tag name="KSO_WM_TAG_VERSION" val="3.0"/>
</p:tagLst>
</file>

<file path=ppt/tags/tag218.xml><?xml version="1.0" encoding="utf-8"?>
<p:tagLst xmlns:p="http://schemas.openxmlformats.org/presentationml/2006/main">
  <p:tag name="KSO_WM_UNIT_TYPE" val="i"/>
  <p:tag name="KSO_WM_UNIT_INDEX" val="18"/>
  <p:tag name="KSO_WM_BEAUTIFY_FLAG" val="#wm#"/>
  <p:tag name="KSO_WM_TAG_VERSION" val="3.0"/>
</p:tagLst>
</file>

<file path=ppt/tags/tag219.xml><?xml version="1.0" encoding="utf-8"?>
<p:tagLst xmlns:p="http://schemas.openxmlformats.org/presentationml/2006/main">
  <p:tag name="KSO_WM_UNIT_TYPE" val="x"/>
  <p:tag name="KSO_WM_UNIT_INDEX" val="3"/>
  <p:tag name="KSO_WM_BEAUTIFY_FLAG" val="#wm#"/>
  <p:tag name="KSO_WM_TAG_VERSION" val="3.0"/>
</p:tagLst>
</file>

<file path=ppt/tags/tag220.xml><?xml version="1.0" encoding="utf-8"?>
<p:tagLst xmlns:p="http://schemas.openxmlformats.org/presentationml/2006/main">
  <p:tag name="KSO_WM_UNIT_TYPE" val="f"/>
  <p:tag name="KSO_WM_UNIT_INDEX" val="5"/>
  <p:tag name="KSO_WM_BEAUTIFY_FLAG" val="#wm#"/>
  <p:tag name="KSO_WM_TAG_VERSION" val="3.0"/>
</p:tagLst>
</file>

<file path=ppt/tags/tag221.xml><?xml version="1.0" encoding="utf-8"?>
<p:tagLst xmlns:p="http://schemas.openxmlformats.org/presentationml/2006/main">
  <p:tag name="KSO_WM_UNIT_TYPE" val="i"/>
  <p:tag name="KSO_WM_UNIT_INDEX" val="20"/>
  <p:tag name="KSO_WM_BEAUTIFY_FLAG" val="#wm#"/>
  <p:tag name="KSO_WM_TAG_VERSION" val="3.0"/>
</p:tagLst>
</file>

<file path=ppt/tags/tag222.xml><?xml version="1.0" encoding="utf-8"?>
<p:tagLst xmlns:p="http://schemas.openxmlformats.org/presentationml/2006/main">
  <p:tag name="KSO_WM_UNIT_TYPE" val="f"/>
  <p:tag name="KSO_WM_UNIT_INDEX" val="6"/>
  <p:tag name="KSO_WM_BEAUTIFY_FLAG" val="#wm#"/>
  <p:tag name="KSO_WM_TAG_VERSION" val="3.0"/>
</p:tagLst>
</file>

<file path=ppt/tags/tag223.xml><?xml version="1.0" encoding="utf-8"?>
<p:tagLst xmlns:p="http://schemas.openxmlformats.org/presentationml/2006/main">
  <p:tag name="KSO_WM_UNIT_TYPE" val="i"/>
  <p:tag name="KSO_WM_UNIT_INDEX" val="22"/>
  <p:tag name="KSO_WM_BEAUTIFY_FLAG" val="#wm#"/>
  <p:tag name="KSO_WM_TAG_VERSION" val="3.0"/>
</p:tagLst>
</file>

<file path=ppt/tags/tag224.xml><?xml version="1.0" encoding="utf-8"?>
<p:tagLst xmlns:p="http://schemas.openxmlformats.org/presentationml/2006/main">
  <p:tag name="KSO_WM_UNIT_TYPE" val="i"/>
  <p:tag name="KSO_WM_UNIT_INDEX" val="24"/>
  <p:tag name="KSO_WM_BEAUTIFY_FLAG" val="#wm#"/>
  <p:tag name="KSO_WM_TAG_VERSION" val="3.0"/>
</p:tagLst>
</file>

<file path=ppt/tags/tag225.xml><?xml version="1.0" encoding="utf-8"?>
<p:tagLst xmlns:p="http://schemas.openxmlformats.org/presentationml/2006/main">
  <p:tag name="KSO_WM_UNIT_TYPE" val="x"/>
  <p:tag name="KSO_WM_UNIT_INDEX" val="4"/>
  <p:tag name="KSO_WM_BEAUTIFY_FLAG" val="#wm#"/>
  <p:tag name="KSO_WM_TAG_VERSION" val="3.0"/>
</p:tagLst>
</file>

<file path=ppt/tags/tag226.xml><?xml version="1.0" encoding="utf-8"?>
<p:tagLst xmlns:p="http://schemas.openxmlformats.org/presentationml/2006/main">
  <p:tag name="KSO_WM_UNIT_TYPE" val="f"/>
  <p:tag name="KSO_WM_UNIT_INDEX" val="7"/>
  <p:tag name="KSO_WM_BEAUTIFY_FLAG" val="#wm#"/>
  <p:tag name="KSO_WM_TAG_VERSION" val="3.0"/>
</p:tagLst>
</file>

<file path=ppt/tags/tag227.xml><?xml version="1.0" encoding="utf-8"?>
<p:tagLst xmlns:p="http://schemas.openxmlformats.org/presentationml/2006/main">
  <p:tag name="KSO_WM_UNIT_TYPE" val="i"/>
  <p:tag name="KSO_WM_UNIT_INDEX" val="26"/>
  <p:tag name="KSO_WM_BEAUTIFY_FLAG" val="#wm#"/>
  <p:tag name="KSO_WM_TAG_VERSION" val="3.0"/>
</p:tagLst>
</file>

<file path=ppt/tags/tag228.xml><?xml version="1.0" encoding="utf-8"?>
<p:tagLst xmlns:p="http://schemas.openxmlformats.org/presentationml/2006/main">
  <p:tag name="KSO_WM_UNIT_TYPE" val="f"/>
  <p:tag name="KSO_WM_UNIT_INDEX" val="8"/>
  <p:tag name="KSO_WM_BEAUTIFY_FLAG" val="#wm#"/>
  <p:tag name="KSO_WM_TAG_VERSION" val="3.0"/>
</p:tagLst>
</file>

<file path=ppt/tags/tag229.xml><?xml version="1.0" encoding="utf-8"?>
<p:tagLst xmlns:p="http://schemas.openxmlformats.org/presentationml/2006/main">
  <p:tag name="KSO_WM_UNIT_TYPE" val="x"/>
  <p:tag name="KSO_WM_UNIT_INDEX" val="5"/>
  <p:tag name="KSO_WM_BEAUTIFY_FLAG" val="#wm#"/>
  <p:tag name="KSO_WM_TAG_VERSION" val="3.0"/>
</p:tagLst>
</file>

<file path=ppt/tags/tag230.xml><?xml version="1.0" encoding="utf-8"?>
<p:tagLst xmlns:p="http://schemas.openxmlformats.org/presentationml/2006/main">
  <p:tag name="KSO_WM_UNIT_TYPE" val="f"/>
  <p:tag name="KSO_WM_UNIT_INDEX" val="9"/>
  <p:tag name="KSO_WM_BEAUTIFY_FLAG" val="#wm#"/>
  <p:tag name="KSO_WM_TAG_VERSION" val="3.0"/>
</p:tagLst>
</file>

<file path=ppt/tags/tag231.xml><?xml version="1.0" encoding="utf-8"?>
<p:tagLst xmlns:p="http://schemas.openxmlformats.org/presentationml/2006/main">
  <p:tag name="KSO_WM_UNIT_TYPE" val="i"/>
  <p:tag name="KSO_WM_UNIT_INDEX" val="32"/>
  <p:tag name="KSO_WM_BEAUTIFY_FLAG" val="#wm#"/>
  <p:tag name="KSO_WM_TAG_VERSION" val="3.0"/>
</p:tagLst>
</file>

<file path=ppt/tags/tag232.xml><?xml version="1.0" encoding="utf-8"?>
<p:tagLst xmlns:p="http://schemas.openxmlformats.org/presentationml/2006/main">
  <p:tag name="KSO_WM_UNIT_TYPE" val="f"/>
  <p:tag name="KSO_WM_UNIT_INDEX" val="10"/>
  <p:tag name="KSO_WM_BEAUTIFY_FLAG" val="#wm#"/>
  <p:tag name="KSO_WM_TAG_VERSION" val="3.0"/>
</p:tagLst>
</file>

<file path=ppt/tags/tag233.xml><?xml version="1.0" encoding="utf-8"?>
<p:tagLst xmlns:p="http://schemas.openxmlformats.org/presentationml/2006/main">
  <p:tag name="KSO_WM_UNIT_TYPE" val="f"/>
  <p:tag name="KSO_WM_UNIT_INDEX" val="11"/>
  <p:tag name="KSO_WM_BEAUTIFY_FLAG" val="#wm#"/>
  <p:tag name="KSO_WM_TAG_VERSION" val="3.0"/>
</p:tagLst>
</file>

<file path=ppt/tags/tag234.xml><?xml version="1.0" encoding="utf-8"?>
<p:tagLst xmlns:p="http://schemas.openxmlformats.org/presentationml/2006/main">
  <p:tag name="KSO_WM_UNIT_TYPE" val="f"/>
  <p:tag name="KSO_WM_UNIT_INDEX" val="12"/>
  <p:tag name="KSO_WM_BEAUTIFY_FLAG" val="#wm#"/>
  <p:tag name="KSO_WM_TAG_VERSION" val="3.0"/>
</p:tagLst>
</file>

<file path=ppt/tags/tag235.xml><?xml version="1.0" encoding="utf-8"?>
<p:tagLst xmlns:p="http://schemas.openxmlformats.org/presentationml/2006/main">
  <p:tag name="KSO_WM_UNIT_TYPE" val="i"/>
  <p:tag name="KSO_WM_UNIT_INDEX" val="2"/>
  <p:tag name="KSO_WM_BEAUTIFY_FLAG" val="#wm#"/>
  <p:tag name="KSO_WM_TAG_VERSION" val="3.0"/>
</p:tagLst>
</file>

<file path=ppt/tags/tag236.xml><?xml version="1.0" encoding="utf-8"?>
<p:tagLst xmlns:p="http://schemas.openxmlformats.org/presentationml/2006/main">
  <p:tag name="KSO_WM_UNIT_TYPE" val="a"/>
  <p:tag name="KSO_WM_UNIT_INDEX" val="1"/>
  <p:tag name="KSO_WM_BEAUTIFY_FLAG" val="#wm#"/>
  <p:tag name="KSO_WM_TAG_VERSION" val="3.0"/>
</p:tagLst>
</file>

<file path=ppt/tags/tag237.xml><?xml version="1.0" encoding="utf-8"?>
<p:tagLst xmlns:p="http://schemas.openxmlformats.org/presentationml/2006/main">
  <p:tag name="KSO_WM_UNIT_TYPE" val="i"/>
  <p:tag name="KSO_WM_UNIT_INDEX" val="3"/>
  <p:tag name="KSO_WM_BEAUTIFY_FLAG" val="#wm#"/>
  <p:tag name="KSO_WM_TAG_VERSION" val="3.0"/>
</p:tagLst>
</file>

<file path=ppt/tags/tag238.xml><?xml version="1.0" encoding="utf-8"?>
<p:tagLst xmlns:p="http://schemas.openxmlformats.org/presentationml/2006/main">
  <p:tag name="KSO_WM_UNIT_TYPE" val="i"/>
  <p:tag name="KSO_WM_UNIT_INDEX" val="4"/>
  <p:tag name="KSO_WM_BEAUTIFY_FLAG" val="#wm#"/>
  <p:tag name="KSO_WM_TAG_VERSION" val="3.0"/>
</p:tagLst>
</file>

<file path=ppt/tags/tag239.xml><?xml version="1.0" encoding="utf-8"?>
<p:tagLst xmlns:p="http://schemas.openxmlformats.org/presentationml/2006/main">
  <p:tag name="KSO_WM_UNIT_TYPE" val="i"/>
  <p:tag name="KSO_WM_UNIT_INDEX" val="5"/>
  <p:tag name="KSO_WM_BEAUTIFY_FLAG" val="#wm#"/>
  <p:tag name="KSO_WM_TAG_VERSION" val="3.0"/>
</p:tagLst>
</file>

<file path=ppt/tags/tag240.xml><?xml version="1.0" encoding="utf-8"?>
<p:tagLst xmlns:p="http://schemas.openxmlformats.org/presentationml/2006/main">
  <p:tag name="KSO_WM_UNIT_TYPE" val="i"/>
  <p:tag name="KSO_WM_UNIT_INDEX" val="6"/>
  <p:tag name="KSO_WM_BEAUTIFY_FLAG" val="#wm#"/>
  <p:tag name="KSO_WM_TAG_VERSION" val="3.0"/>
</p:tagLst>
</file>

<file path=ppt/tags/tag241.xml><?xml version="1.0" encoding="utf-8"?>
<p:tagLst xmlns:p="http://schemas.openxmlformats.org/presentationml/2006/main">
  <p:tag name="KSO_WM_UNIT_TYPE" val="i"/>
  <p:tag name="KSO_WM_UNIT_INDEX" val="7"/>
  <p:tag name="KSO_WM_BEAUTIFY_FLAG" val="#wm#"/>
  <p:tag name="KSO_WM_TAG_VERSION" val="3.0"/>
</p:tagLst>
</file>

<file path=ppt/tags/tag242.xml><?xml version="1.0" encoding="utf-8"?>
<p:tagLst xmlns:p="http://schemas.openxmlformats.org/presentationml/2006/main">
  <p:tag name="KSO_WM_UNIT_TYPE" val="i"/>
  <p:tag name="KSO_WM_UNIT_INDEX" val="11"/>
  <p:tag name="KSO_WM_BEAUTIFY_FLAG" val="#wm#"/>
  <p:tag name="KSO_WM_TAG_VERSION" val="3.0"/>
</p:tagLst>
</file>

<file path=ppt/tags/tag243.xml><?xml version="1.0" encoding="utf-8"?>
<p:tagLst xmlns:p="http://schemas.openxmlformats.org/presentationml/2006/main">
  <p:tag name="KSO_WM_UNIT_TYPE" val="x"/>
  <p:tag name="KSO_WM_UNIT_INDEX" val="1"/>
  <p:tag name="KSO_WM_BEAUTIFY_FLAG" val="#wm#"/>
  <p:tag name="KSO_WM_TAG_VERSION" val="3.0"/>
</p:tagLst>
</file>

<file path=ppt/tags/tag244.xml><?xml version="1.0" encoding="utf-8"?>
<p:tagLst xmlns:p="http://schemas.openxmlformats.org/presentationml/2006/main">
  <p:tag name="KSO_WM_UNIT_TYPE" val="b"/>
  <p:tag name="KSO_WM_UNIT_INDEX" val="1"/>
  <p:tag name="KSO_WM_BEAUTIFY_FLAG" val="#wm#"/>
  <p:tag name="KSO_WM_TAG_VERSION" val="3.0"/>
</p:tagLst>
</file>

<file path=ppt/tags/tag245.xml><?xml version="1.0" encoding="utf-8"?>
<p:tagLst xmlns:p="http://schemas.openxmlformats.org/presentationml/2006/main">
  <p:tag name="KSO_WM_UNIT_TYPE" val="f"/>
  <p:tag name="KSO_WM_UNIT_INDEX" val="1"/>
  <p:tag name="KSO_WM_BEAUTIFY_FLAG" val="#wm#"/>
  <p:tag name="KSO_WM_TAG_VERSION" val="3.0"/>
</p:tagLst>
</file>

<file path=ppt/tags/tag246.xml><?xml version="1.0" encoding="utf-8"?>
<p:tagLst xmlns:p="http://schemas.openxmlformats.org/presentationml/2006/main">
  <p:tag name="KSO_WM_UNIT_TYPE" val="i"/>
  <p:tag name="KSO_WM_UNIT_INDEX" val="12"/>
  <p:tag name="KSO_WM_BEAUTIFY_FLAG" val="#wm#"/>
  <p:tag name="KSO_WM_TAG_VERSION" val="3.0"/>
</p:tagLst>
</file>

<file path=ppt/tags/tag247.xml><?xml version="1.0" encoding="utf-8"?>
<p:tagLst xmlns:p="http://schemas.openxmlformats.org/presentationml/2006/main">
  <p:tag name="KSO_WM_UNIT_TYPE" val="i"/>
  <p:tag name="KSO_WM_UNIT_INDEX" val="13"/>
  <p:tag name="KSO_WM_BEAUTIFY_FLAG" val="#wm#"/>
  <p:tag name="KSO_WM_TAG_VERSION" val="3.0"/>
</p:tagLst>
</file>

<file path=ppt/tags/tag248.xml><?xml version="1.0" encoding="utf-8"?>
<p:tagLst xmlns:p="http://schemas.openxmlformats.org/presentationml/2006/main">
  <p:tag name="KSO_WM_UNIT_TYPE" val="i"/>
  <p:tag name="KSO_WM_UNIT_INDEX" val="14"/>
  <p:tag name="KSO_WM_BEAUTIFY_FLAG" val="#wm#"/>
  <p:tag name="KSO_WM_TAG_VERSION" val="3.0"/>
</p:tagLst>
</file>

<file path=ppt/tags/tag249.xml><?xml version="1.0" encoding="utf-8"?>
<p:tagLst xmlns:p="http://schemas.openxmlformats.org/presentationml/2006/main">
  <p:tag name="KSO_WM_UNIT_TYPE" val="i"/>
  <p:tag name="KSO_WM_UNIT_INDEX" val="15"/>
  <p:tag name="KSO_WM_BEAUTIFY_FLAG" val="#wm#"/>
  <p:tag name="KSO_WM_TAG_VERSION" val="3.0"/>
</p:tagLst>
</file>

<file path=ppt/tags/tag250.xml><?xml version="1.0" encoding="utf-8"?>
<p:tagLst xmlns:p="http://schemas.openxmlformats.org/presentationml/2006/main">
  <p:tag name="KSO_WM_UNIT_TYPE" val="i"/>
  <p:tag name="KSO_WM_UNIT_INDEX" val="16"/>
  <p:tag name="KSO_WM_BEAUTIFY_FLAG" val="#wm#"/>
  <p:tag name="KSO_WM_TAG_VERSION" val="3.0"/>
</p:tagLst>
</file>

<file path=ppt/tags/tag251.xml><?xml version="1.0" encoding="utf-8"?>
<p:tagLst xmlns:p="http://schemas.openxmlformats.org/presentationml/2006/main">
  <p:tag name="KSO_WM_UNIT_TYPE" val="i"/>
  <p:tag name="KSO_WM_UNIT_INDEX" val="20"/>
  <p:tag name="KSO_WM_BEAUTIFY_FLAG" val="#wm#"/>
  <p:tag name="KSO_WM_TAG_VERSION" val="3.0"/>
</p:tagLst>
</file>

<file path=ppt/tags/tag252.xml><?xml version="1.0" encoding="utf-8"?>
<p:tagLst xmlns:p="http://schemas.openxmlformats.org/presentationml/2006/main">
  <p:tag name="KSO_WM_UNIT_TYPE" val="x"/>
  <p:tag name="KSO_WM_UNIT_INDEX" val="2"/>
  <p:tag name="KSO_WM_BEAUTIFY_FLAG" val="#wm#"/>
  <p:tag name="KSO_WM_TAG_VERSION" val="3.0"/>
</p:tagLst>
</file>

<file path=ppt/tags/tag253.xml><?xml version="1.0" encoding="utf-8"?>
<p:tagLst xmlns:p="http://schemas.openxmlformats.org/presentationml/2006/main">
  <p:tag name="KSO_WM_UNIT_TYPE" val="b"/>
  <p:tag name="KSO_WM_UNIT_INDEX" val="2"/>
  <p:tag name="KSO_WM_BEAUTIFY_FLAG" val="#wm#"/>
  <p:tag name="KSO_WM_TAG_VERSION" val="3.0"/>
</p:tagLst>
</file>

<file path=ppt/tags/tag254.xml><?xml version="1.0" encoding="utf-8"?>
<p:tagLst xmlns:p="http://schemas.openxmlformats.org/presentationml/2006/main">
  <p:tag name="KSO_WM_UNIT_TYPE" val="f"/>
  <p:tag name="KSO_WM_UNIT_INDEX" val="2"/>
  <p:tag name="KSO_WM_BEAUTIFY_FLAG" val="#wm#"/>
  <p:tag name="KSO_WM_TAG_VERSION" val="3.0"/>
</p:tagLst>
</file>

<file path=ppt/tags/tag255.xml><?xml version="1.0" encoding="utf-8"?>
<p:tagLst xmlns:p="http://schemas.openxmlformats.org/presentationml/2006/main">
  <p:tag name="KSO_WM_UNIT_TYPE" val="i"/>
  <p:tag name="KSO_WM_UNIT_INDEX" val="21"/>
  <p:tag name="KSO_WM_BEAUTIFY_FLAG" val="#wm#"/>
  <p:tag name="KSO_WM_TAG_VERSION" val="3.0"/>
</p:tagLst>
</file>

<file path=ppt/tags/tag256.xml><?xml version="1.0" encoding="utf-8"?>
<p:tagLst xmlns:p="http://schemas.openxmlformats.org/presentationml/2006/main">
  <p:tag name="KSO_WM_UNIT_TYPE" val="i"/>
  <p:tag name="KSO_WM_UNIT_INDEX" val="22"/>
  <p:tag name="KSO_WM_BEAUTIFY_FLAG" val="#wm#"/>
  <p:tag name="KSO_WM_TAG_VERSION" val="3.0"/>
</p:tagLst>
</file>

<file path=ppt/tags/tag257.xml><?xml version="1.0" encoding="utf-8"?>
<p:tagLst xmlns:p="http://schemas.openxmlformats.org/presentationml/2006/main">
  <p:tag name="KSO_WM_UNIT_TYPE" val="i"/>
  <p:tag name="KSO_WM_UNIT_INDEX" val="23"/>
  <p:tag name="KSO_WM_BEAUTIFY_FLAG" val="#wm#"/>
  <p:tag name="KSO_WM_TAG_VERSION" val="3.0"/>
</p:tagLst>
</file>

<file path=ppt/tags/tag258.xml><?xml version="1.0" encoding="utf-8"?>
<p:tagLst xmlns:p="http://schemas.openxmlformats.org/presentationml/2006/main">
  <p:tag name="KSO_WM_UNIT_TYPE" val="i"/>
  <p:tag name="KSO_WM_UNIT_INDEX" val="24"/>
  <p:tag name="KSO_WM_BEAUTIFY_FLAG" val="#wm#"/>
  <p:tag name="KSO_WM_TAG_VERSION" val="3.0"/>
</p:tagLst>
</file>

<file path=ppt/tags/tag259.xml><?xml version="1.0" encoding="utf-8"?>
<p:tagLst xmlns:p="http://schemas.openxmlformats.org/presentationml/2006/main">
  <p:tag name="KSO_WM_UNIT_TYPE" val="i"/>
  <p:tag name="KSO_WM_UNIT_INDEX" val="25"/>
  <p:tag name="KSO_WM_BEAUTIFY_FLAG" val="#wm#"/>
  <p:tag name="KSO_WM_TAG_VERSION" val="3.0"/>
</p:tagLst>
</file>

<file path=ppt/tags/tag260.xml><?xml version="1.0" encoding="utf-8"?>
<p:tagLst xmlns:p="http://schemas.openxmlformats.org/presentationml/2006/main">
  <p:tag name="KSO_WM_UNIT_TYPE" val="i"/>
  <p:tag name="KSO_WM_UNIT_INDEX" val="29"/>
  <p:tag name="KSO_WM_BEAUTIFY_FLAG" val="#wm#"/>
  <p:tag name="KSO_WM_TAG_VERSION" val="3.0"/>
</p:tagLst>
</file>

<file path=ppt/tags/tag261.xml><?xml version="1.0" encoding="utf-8"?>
<p:tagLst xmlns:p="http://schemas.openxmlformats.org/presentationml/2006/main">
  <p:tag name="KSO_WM_UNIT_TYPE" val="x"/>
  <p:tag name="KSO_WM_UNIT_INDEX" val="3"/>
  <p:tag name="KSO_WM_BEAUTIFY_FLAG" val="#wm#"/>
  <p:tag name="KSO_WM_TAG_VERSION" val="3.0"/>
</p:tagLst>
</file>

<file path=ppt/tags/tag262.xml><?xml version="1.0" encoding="utf-8"?>
<p:tagLst xmlns:p="http://schemas.openxmlformats.org/presentationml/2006/main">
  <p:tag name="KSO_WM_UNIT_TYPE" val="b"/>
  <p:tag name="KSO_WM_UNIT_INDEX" val="3"/>
  <p:tag name="KSO_WM_BEAUTIFY_FLAG" val="#wm#"/>
  <p:tag name="KSO_WM_TAG_VERSION" val="3.0"/>
</p:tagLst>
</file>

<file path=ppt/tags/tag263.xml><?xml version="1.0" encoding="utf-8"?>
<p:tagLst xmlns:p="http://schemas.openxmlformats.org/presentationml/2006/main">
  <p:tag name="KSO_WM_UNIT_TYPE" val="f"/>
  <p:tag name="KSO_WM_UNIT_INDEX" val="3"/>
  <p:tag name="KSO_WM_BEAUTIFY_FLAG" val="#wm#"/>
  <p:tag name="KSO_WM_TAG_VERSION" val="3.0"/>
</p:tagLst>
</file>

<file path=ppt/tags/tag264.xml><?xml version="1.0" encoding="utf-8"?>
<p:tagLst xmlns:p="http://schemas.openxmlformats.org/presentationml/2006/main">
  <p:tag name="KSO_WM_UNIT_TYPE" val="i"/>
  <p:tag name="KSO_WM_UNIT_INDEX" val="30"/>
  <p:tag name="KSO_WM_BEAUTIFY_FLAG" val="#wm#"/>
  <p:tag name="KSO_WM_TAG_VERSION" val="3.0"/>
</p:tagLst>
</file>

<file path=ppt/tags/tag265.xml><?xml version="1.0" encoding="utf-8"?>
<p:tagLst xmlns:p="http://schemas.openxmlformats.org/presentationml/2006/main">
  <p:tag name="KSO_WM_UNIT_TYPE" val="i"/>
  <p:tag name="KSO_WM_UNIT_INDEX" val="31"/>
  <p:tag name="KSO_WM_BEAUTIFY_FLAG" val="#wm#"/>
  <p:tag name="KSO_WM_TAG_VERSION" val="3.0"/>
</p:tagLst>
</file>

<file path=ppt/tags/tag266.xml><?xml version="1.0" encoding="utf-8"?>
<p:tagLst xmlns:p="http://schemas.openxmlformats.org/presentationml/2006/main">
  <p:tag name="KSO_WM_UNIT_TYPE" val="i"/>
  <p:tag name="KSO_WM_UNIT_INDEX" val="32"/>
  <p:tag name="KSO_WM_BEAUTIFY_FLAG" val="#wm#"/>
  <p:tag name="KSO_WM_TAG_VERSION" val="3.0"/>
</p:tagLst>
</file>

<file path=ppt/tags/tag267.xml><?xml version="1.0" encoding="utf-8"?>
<p:tagLst xmlns:p="http://schemas.openxmlformats.org/presentationml/2006/main">
  <p:tag name="KSO_WM_UNIT_TYPE" val="i"/>
  <p:tag name="KSO_WM_UNIT_INDEX" val="33"/>
  <p:tag name="KSO_WM_BEAUTIFY_FLAG" val="#wm#"/>
  <p:tag name="KSO_WM_TAG_VERSION" val="3.0"/>
</p:tagLst>
</file>

<file path=ppt/tags/tag268.xml><?xml version="1.0" encoding="utf-8"?>
<p:tagLst xmlns:p="http://schemas.openxmlformats.org/presentationml/2006/main">
  <p:tag name="KSO_WM_UNIT_TYPE" val="i"/>
  <p:tag name="KSO_WM_UNIT_INDEX" val="34"/>
  <p:tag name="KSO_WM_BEAUTIFY_FLAG" val="#wm#"/>
  <p:tag name="KSO_WM_TAG_VERSION" val="3.0"/>
</p:tagLst>
</file>

<file path=ppt/tags/tag269.xml><?xml version="1.0" encoding="utf-8"?>
<p:tagLst xmlns:p="http://schemas.openxmlformats.org/presentationml/2006/main">
  <p:tag name="KSO_WM_UNIT_TYPE" val="i"/>
  <p:tag name="KSO_WM_UNIT_INDEX" val="38"/>
  <p:tag name="KSO_WM_BEAUTIFY_FLAG" val="#wm#"/>
  <p:tag name="KSO_WM_TAG_VERSION" val="3.0"/>
</p:tagLst>
</file>

<file path=ppt/tags/tag270.xml><?xml version="1.0" encoding="utf-8"?>
<p:tagLst xmlns:p="http://schemas.openxmlformats.org/presentationml/2006/main">
  <p:tag name="KSO_WM_UNIT_TYPE" val="x"/>
  <p:tag name="KSO_WM_UNIT_INDEX" val="4"/>
  <p:tag name="KSO_WM_BEAUTIFY_FLAG" val="#wm#"/>
  <p:tag name="KSO_WM_TAG_VERSION" val="3.0"/>
</p:tagLst>
</file>

<file path=ppt/tags/tag271.xml><?xml version="1.0" encoding="utf-8"?>
<p:tagLst xmlns:p="http://schemas.openxmlformats.org/presentationml/2006/main">
  <p:tag name="KSO_WM_UNIT_TYPE" val="b"/>
  <p:tag name="KSO_WM_UNIT_INDEX" val="4"/>
  <p:tag name="KSO_WM_BEAUTIFY_FLAG" val="#wm#"/>
  <p:tag name="KSO_WM_TAG_VERSION" val="3.0"/>
</p:tagLst>
</file>

<file path=ppt/tags/tag272.xml><?xml version="1.0" encoding="utf-8"?>
<p:tagLst xmlns:p="http://schemas.openxmlformats.org/presentationml/2006/main">
  <p:tag name="KSO_WM_UNIT_TYPE" val="f"/>
  <p:tag name="KSO_WM_UNIT_INDEX" val="4"/>
  <p:tag name="KSO_WM_BEAUTIFY_FLAG" val="#wm#"/>
  <p:tag name="KSO_WM_TAG_VERSION" val="3.0"/>
</p:tagLst>
</file>

<file path=ppt/tags/tag273.xml><?xml version="1.0" encoding="utf-8"?>
<p:tagLst xmlns:p="http://schemas.openxmlformats.org/presentationml/2006/main">
  <p:tag name="KSO_WM_UNIT_TYPE" val="i"/>
  <p:tag name="KSO_WM_UNIT_INDEX" val="39"/>
  <p:tag name="KSO_WM_BEAUTIFY_FLAG" val="#wm#"/>
  <p:tag name="KSO_WM_TAG_VERSION" val="3.0"/>
</p:tagLst>
</file>

<file path=ppt/tags/tag274.xml><?xml version="1.0" encoding="utf-8"?>
<p:tagLst xmlns:p="http://schemas.openxmlformats.org/presentationml/2006/main">
  <p:tag name="KSO_WM_UNIT_TYPE" val="i"/>
  <p:tag name="KSO_WM_UNIT_INDEX" val="40"/>
  <p:tag name="KSO_WM_BEAUTIFY_FLAG" val="#wm#"/>
  <p:tag name="KSO_WM_TAG_VERSION" val="3.0"/>
</p:tagLst>
</file>

<file path=ppt/tags/tag275.xml><?xml version="1.0" encoding="utf-8"?>
<p:tagLst xmlns:p="http://schemas.openxmlformats.org/presentationml/2006/main">
  <p:tag name="KSO_WM_UNIT_TYPE" val="f"/>
  <p:tag name="KSO_WM_UNIT_INDEX" val="5"/>
  <p:tag name="KSO_WM_BEAUTIFY_FLAG" val="#wm#"/>
  <p:tag name="KSO_WM_TAG_VERSION" val="3.0"/>
</p:tagLst>
</file>

<file path=ppt/tags/tag276.xml><?xml version="1.0" encoding="utf-8"?>
<p:tagLst xmlns:p="http://schemas.openxmlformats.org/presentationml/2006/main">
  <p:tag name="KSO_WM_UNIT_TYPE" val="f"/>
  <p:tag name="KSO_WM_UNIT_INDEX" val="6"/>
  <p:tag name="KSO_WM_BEAUTIFY_FLAG" val="#wm#"/>
  <p:tag name="KSO_WM_TAG_VERSION" val="3.0"/>
</p:tagLst>
</file>

<file path=ppt/tags/tag277.xml><?xml version="1.0" encoding="utf-8"?>
<p:tagLst xmlns:p="http://schemas.openxmlformats.org/presentationml/2006/main">
  <p:tag name="KSO_WM_UNIT_TYPE" val="f"/>
  <p:tag name="KSO_WM_UNIT_INDEX" val="7"/>
  <p:tag name="KSO_WM_BEAUTIFY_FLAG" val="#wm#"/>
  <p:tag name="KSO_WM_TAG_VERSION" val="3.0"/>
</p:tagLst>
</file>

<file path=ppt/tags/tag278.xml><?xml version="1.0" encoding="utf-8"?>
<p:tagLst xmlns:p="http://schemas.openxmlformats.org/presentationml/2006/main">
  <p:tag name="KSO_WM_UNIT_TYPE" val="i"/>
  <p:tag name="KSO_WM_UNIT_INDEX" val="6"/>
  <p:tag name="KSO_WM_BEAUTIFY_FLAG" val="#wm#"/>
  <p:tag name="KSO_WM_TAG_VERSION" val="3.0"/>
</p:tagLst>
</file>

<file path=ppt/tags/tag279.xml><?xml version="1.0" encoding="utf-8"?>
<p:tagLst xmlns:p="http://schemas.openxmlformats.org/presentationml/2006/main">
  <p:tag name="KSO_WM_UNIT_TYPE" val="i"/>
  <p:tag name="KSO_WM_UNIT_INDEX" val="37"/>
  <p:tag name="KSO_WM_BEAUTIFY_FLAG" val="#wm#"/>
  <p:tag name="KSO_WM_TAG_VERSION" val="3.0"/>
</p:tagLst>
</file>

<file path=ppt/tags/tag280.xml><?xml version="1.0" encoding="utf-8"?>
<p:tagLst xmlns:p="http://schemas.openxmlformats.org/presentationml/2006/main">
  <p:tag name="KSO_WM_UNIT_TYPE" val="i"/>
  <p:tag name="KSO_WM_UNIT_INDEX" val="38"/>
  <p:tag name="KSO_WM_BEAUTIFY_FLAG" val="#wm#"/>
  <p:tag name="KSO_WM_TAG_VERSION" val="3.0"/>
</p:tagLst>
</file>

<file path=ppt/tags/tag281.xml><?xml version="1.0" encoding="utf-8"?>
<p:tagLst xmlns:p="http://schemas.openxmlformats.org/presentationml/2006/main">
  <p:tag name="KSO_WM_UNIT_TYPE" val="i"/>
  <p:tag name="KSO_WM_UNIT_INDEX" val="7"/>
  <p:tag name="KSO_WM_BEAUTIFY_FLAG" val="#wm#"/>
  <p:tag name="KSO_WM_TAG_VERSION" val="3.0"/>
</p:tagLst>
</file>

<file path=ppt/tags/tag282.xml><?xml version="1.0" encoding="utf-8"?>
<p:tagLst xmlns:p="http://schemas.openxmlformats.org/presentationml/2006/main">
  <p:tag name="KSO_WM_UNIT_TYPE" val="i"/>
  <p:tag name="KSO_WM_UNIT_INDEX" val="8"/>
  <p:tag name="KSO_WM_BEAUTIFY_FLAG" val="#wm#"/>
  <p:tag name="KSO_WM_TAG_VERSION" val="3.0"/>
</p:tagLst>
</file>

<file path=ppt/tags/tag283.xml><?xml version="1.0" encoding="utf-8"?>
<p:tagLst xmlns:p="http://schemas.openxmlformats.org/presentationml/2006/main">
  <p:tag name="KSO_WM_UNIT_TYPE" val="b"/>
  <p:tag name="KSO_WM_UNIT_INDEX" val="1"/>
  <p:tag name="KSO_WM_BEAUTIFY_FLAG" val="#wm#"/>
  <p:tag name="KSO_WM_TAG_VERSION" val="3.0"/>
</p:tagLst>
</file>

<file path=ppt/tags/tag284.xml><?xml version="1.0" encoding="utf-8"?>
<p:tagLst xmlns:p="http://schemas.openxmlformats.org/presentationml/2006/main">
  <p:tag name="KSO_WM_UNIT_TYPE" val="i"/>
  <p:tag name="KSO_WM_UNIT_INDEX" val="12"/>
  <p:tag name="KSO_WM_BEAUTIFY_FLAG" val="#wm#"/>
  <p:tag name="KSO_WM_TAG_VERSION" val="3.0"/>
</p:tagLst>
</file>

<file path=ppt/tags/tag285.xml><?xml version="1.0" encoding="utf-8"?>
<p:tagLst xmlns:p="http://schemas.openxmlformats.org/presentationml/2006/main">
  <p:tag name="KSO_WM_UNIT_TYPE" val="f"/>
  <p:tag name="KSO_WM_UNIT_INDEX" val="1"/>
  <p:tag name="KSO_WM_BEAUTIFY_FLAG" val="#wm#"/>
  <p:tag name="KSO_WM_TAG_VERSION" val="3.0"/>
</p:tagLst>
</file>

<file path=ppt/tags/tag286.xml><?xml version="1.0" encoding="utf-8"?>
<p:tagLst xmlns:p="http://schemas.openxmlformats.org/presentationml/2006/main">
  <p:tag name="KSO_WM_UNIT_TYPE" val="f"/>
  <p:tag name="KSO_WM_UNIT_INDEX" val="2"/>
  <p:tag name="KSO_WM_BEAUTIFY_FLAG" val="#wm#"/>
  <p:tag name="KSO_WM_TAG_VERSION" val="3.0"/>
</p:tagLst>
</file>

<file path=ppt/tags/tag287.xml><?xml version="1.0" encoding="utf-8"?>
<p:tagLst xmlns:p="http://schemas.openxmlformats.org/presentationml/2006/main">
  <p:tag name="KSO_WM_UNIT_TYPE" val="f"/>
  <p:tag name="KSO_WM_UNIT_INDEX" val="3"/>
  <p:tag name="KSO_WM_BEAUTIFY_FLAG" val="#wm#"/>
  <p:tag name="KSO_WM_TAG_VERSION" val="3.0"/>
</p:tagLst>
</file>

<file path=ppt/tags/tag288.xml><?xml version="1.0" encoding="utf-8"?>
<p:tagLst xmlns:p="http://schemas.openxmlformats.org/presentationml/2006/main">
  <p:tag name="KSO_WM_UNIT_TYPE" val="i"/>
  <p:tag name="KSO_WM_UNIT_INDEX" val="14"/>
  <p:tag name="KSO_WM_BEAUTIFY_FLAG" val="#wm#"/>
  <p:tag name="KSO_WM_TAG_VERSION" val="3.0"/>
</p:tagLst>
</file>

<file path=ppt/tags/tag289.xml><?xml version="1.0" encoding="utf-8"?>
<p:tagLst xmlns:p="http://schemas.openxmlformats.org/presentationml/2006/main">
  <p:tag name="KSO_WM_UNIT_TYPE" val="f"/>
  <p:tag name="KSO_WM_UNIT_INDEX" val="4"/>
  <p:tag name="KSO_WM_BEAUTIFY_FLAG" val="#wm#"/>
  <p:tag name="KSO_WM_TAG_VERSION" val="3.0"/>
</p:tagLst>
</file>

<file path=ppt/tags/tag290.xml><?xml version="1.0" encoding="utf-8"?>
<p:tagLst xmlns:p="http://schemas.openxmlformats.org/presentationml/2006/main">
  <p:tag name="KSO_WM_UNIT_TYPE" val="f"/>
  <p:tag name="KSO_WM_UNIT_INDEX" val="5"/>
  <p:tag name="KSO_WM_BEAUTIFY_FLAG" val="#wm#"/>
  <p:tag name="KSO_WM_TAG_VERSION" val="3.0"/>
</p:tagLst>
</file>

<file path=ppt/tags/tag291.xml><?xml version="1.0" encoding="utf-8"?>
<p:tagLst xmlns:p="http://schemas.openxmlformats.org/presentationml/2006/main">
  <p:tag name="KSO_WM_UNIT_TYPE" val="f"/>
  <p:tag name="KSO_WM_UNIT_INDEX" val="6"/>
  <p:tag name="KSO_WM_BEAUTIFY_FLAG" val="#wm#"/>
  <p:tag name="KSO_WM_TAG_VERSION" val="3.0"/>
</p:tagLst>
</file>

<file path=ppt/tags/tag292.xml><?xml version="1.0" encoding="utf-8"?>
<p:tagLst xmlns:p="http://schemas.openxmlformats.org/presentationml/2006/main">
  <p:tag name="KSO_WM_UNIT_TYPE" val="i"/>
  <p:tag name="KSO_WM_UNIT_INDEX" val="16"/>
  <p:tag name="KSO_WM_BEAUTIFY_FLAG" val="#wm#"/>
  <p:tag name="KSO_WM_TAG_VERSION" val="3.0"/>
</p:tagLst>
</file>

<file path=ppt/tags/tag293.xml><?xml version="1.0" encoding="utf-8"?>
<p:tagLst xmlns:p="http://schemas.openxmlformats.org/presentationml/2006/main">
  <p:tag name="KSO_WM_UNIT_TYPE" val="f"/>
  <p:tag name="KSO_WM_UNIT_INDEX" val="7"/>
  <p:tag name="KSO_WM_BEAUTIFY_FLAG" val="#wm#"/>
  <p:tag name="KSO_WM_TAG_VERSION" val="3.0"/>
</p:tagLst>
</file>

<file path=ppt/tags/tag294.xml><?xml version="1.0" encoding="utf-8"?>
<p:tagLst xmlns:p="http://schemas.openxmlformats.org/presentationml/2006/main">
  <p:tag name="KSO_WM_UNIT_TYPE" val="f"/>
  <p:tag name="KSO_WM_UNIT_INDEX" val="8"/>
  <p:tag name="KSO_WM_BEAUTIFY_FLAG" val="#wm#"/>
  <p:tag name="KSO_WM_TAG_VERSION" val="3.0"/>
</p:tagLst>
</file>

<file path=ppt/tags/tag295.xml><?xml version="1.0" encoding="utf-8"?>
<p:tagLst xmlns:p="http://schemas.openxmlformats.org/presentationml/2006/main">
  <p:tag name="KSO_WM_UNIT_TYPE" val="f"/>
  <p:tag name="KSO_WM_UNIT_INDEX" val="9"/>
  <p:tag name="KSO_WM_BEAUTIFY_FLAG" val="#wm#"/>
  <p:tag name="KSO_WM_TAG_VERSION" val="3.0"/>
</p:tagLst>
</file>

<file path=ppt/tags/tag296.xml><?xml version="1.0" encoding="utf-8"?>
<p:tagLst xmlns:p="http://schemas.openxmlformats.org/presentationml/2006/main">
  <p:tag name="KSO_WM_UNIT_TYPE" val="i"/>
  <p:tag name="KSO_WM_UNIT_INDEX" val="18"/>
  <p:tag name="KSO_WM_BEAUTIFY_FLAG" val="#wm#"/>
  <p:tag name="KSO_WM_TAG_VERSION" val="3.0"/>
</p:tagLst>
</file>

<file path=ppt/tags/tag297.xml><?xml version="1.0" encoding="utf-8"?>
<p:tagLst xmlns:p="http://schemas.openxmlformats.org/presentationml/2006/main">
  <p:tag name="KSO_WM_UNIT_TYPE" val="f"/>
  <p:tag name="KSO_WM_UNIT_INDEX" val="10"/>
  <p:tag name="KSO_WM_BEAUTIFY_FLAG" val="#wm#"/>
  <p:tag name="KSO_WM_TAG_VERSION" val="3.0"/>
</p:tagLst>
</file>

<file path=ppt/tags/tag298.xml><?xml version="1.0" encoding="utf-8"?>
<p:tagLst xmlns:p="http://schemas.openxmlformats.org/presentationml/2006/main">
  <p:tag name="KSO_WM_UNIT_TYPE" val="f"/>
  <p:tag name="KSO_WM_UNIT_INDEX" val="11"/>
  <p:tag name="KSO_WM_BEAUTIFY_FLAG" val="#wm#"/>
  <p:tag name="KSO_WM_TAG_VERSION" val="3.0"/>
</p:tagLst>
</file>

<file path=ppt/tags/tag299.xml><?xml version="1.0" encoding="utf-8"?>
<p:tagLst xmlns:p="http://schemas.openxmlformats.org/presentationml/2006/main">
  <p:tag name="KSO_WM_UNIT_TYPE" val="f"/>
  <p:tag name="KSO_WM_UNIT_INDEX" val="12"/>
  <p:tag name="KSO_WM_BEAUTIFY_FLAG" val="#wm#"/>
  <p:tag name="KSO_WM_TAG_VERSION" val="3.0"/>
</p:tagLst>
</file>

<file path=ppt/tags/tag300.xml><?xml version="1.0" encoding="utf-8"?>
<p:tagLst xmlns:p="http://schemas.openxmlformats.org/presentationml/2006/main">
  <p:tag name="KSO_WM_UNIT_TYPE" val="i"/>
  <p:tag name="KSO_WM_UNIT_INDEX" val="20"/>
  <p:tag name="KSO_WM_BEAUTIFY_FLAG" val="#wm#"/>
  <p:tag name="KSO_WM_TAG_VERSION" val="3.0"/>
</p:tagLst>
</file>

<file path=ppt/tags/tag301.xml><?xml version="1.0" encoding="utf-8"?>
<p:tagLst xmlns:p="http://schemas.openxmlformats.org/presentationml/2006/main">
  <p:tag name="KSO_WM_UNIT_TYPE" val="i"/>
  <p:tag name="KSO_WM_UNIT_INDEX" val="21"/>
  <p:tag name="KSO_WM_BEAUTIFY_FLAG" val="#wm#"/>
  <p:tag name="KSO_WM_TAG_VERSION" val="3.0"/>
</p:tagLst>
</file>

<file path=ppt/tags/tag302.xml><?xml version="1.0" encoding="utf-8"?>
<p:tagLst xmlns:p="http://schemas.openxmlformats.org/presentationml/2006/main">
  <p:tag name="KSO_WM_UNIT_TYPE" val="i"/>
  <p:tag name="KSO_WM_UNIT_INDEX" val="22"/>
  <p:tag name="KSO_WM_BEAUTIFY_FLAG" val="#wm#"/>
  <p:tag name="KSO_WM_TAG_VERSION" val="3.0"/>
</p:tagLst>
</file>

<file path=ppt/tags/tag303.xml><?xml version="1.0" encoding="utf-8"?>
<p:tagLst xmlns:p="http://schemas.openxmlformats.org/presentationml/2006/main">
  <p:tag name="KSO_WM_UNIT_TYPE" val="i"/>
  <p:tag name="KSO_WM_UNIT_INDEX" val="26"/>
  <p:tag name="KSO_WM_BEAUTIFY_FLAG" val="#wm#"/>
  <p:tag name="KSO_WM_TAG_VERSION" val="3.0"/>
</p:tagLst>
</file>

<file path=ppt/tags/tag304.xml><?xml version="1.0" encoding="utf-8"?>
<p:tagLst xmlns:p="http://schemas.openxmlformats.org/presentationml/2006/main">
  <p:tag name="KSO_WM_UNIT_TYPE" val="i"/>
  <p:tag name="KSO_WM_UNIT_INDEX" val="30"/>
  <p:tag name="KSO_WM_BEAUTIFY_FLAG" val="#wm#"/>
  <p:tag name="KSO_WM_TAG_VERSION" val="3.0"/>
</p:tagLst>
</file>

<file path=ppt/tags/tag305.xml><?xml version="1.0" encoding="utf-8"?>
<p:tagLst xmlns:p="http://schemas.openxmlformats.org/presentationml/2006/main">
  <p:tag name="KSO_WM_UNIT_TYPE" val="i"/>
  <p:tag name="KSO_WM_UNIT_INDEX" val="34"/>
  <p:tag name="KSO_WM_BEAUTIFY_FLAG" val="#wm#"/>
  <p:tag name="KSO_WM_TAG_VERSION" val="3.0"/>
</p:tagLst>
</file>

<file path=ppt/tags/tag306.xml><?xml version="1.0" encoding="utf-8"?>
<p:tagLst xmlns:p="http://schemas.openxmlformats.org/presentationml/2006/main">
  <p:tag name="KSO_WM_UNIT_TYPE" val="b"/>
  <p:tag name="KSO_WM_UNIT_INDEX" val="2"/>
  <p:tag name="KSO_WM_BEAUTIFY_FLAG" val="#wm#"/>
  <p:tag name="KSO_WM_TAG_VERSION" val="3.0"/>
</p:tagLst>
</file>

<file path=ppt/tags/tag307.xml><?xml version="1.0" encoding="utf-8"?>
<p:tagLst xmlns:p="http://schemas.openxmlformats.org/presentationml/2006/main">
  <p:tag name="KSO_WM_UNIT_TYPE" val="i"/>
  <p:tag name="KSO_WM_UNIT_INDEX" val="28"/>
  <p:tag name="KSO_WM_BEAUTIFY_FLAG" val="#wm#"/>
  <p:tag name="KSO_WM_TAG_VERSION" val="3.0"/>
</p:tagLst>
</file>

<file path=ppt/tags/tag308.xml><?xml version="1.0" encoding="utf-8"?>
<p:tagLst xmlns:p="http://schemas.openxmlformats.org/presentationml/2006/main">
  <p:tag name="KSO_WM_UNIT_TYPE" val="x"/>
  <p:tag name="KSO_WM_UNIT_INDEX" val="1"/>
  <p:tag name="KSO_WM_BEAUTIFY_FLAG" val="#wm#"/>
  <p:tag name="KSO_WM_TAG_VERSION" val="3.0"/>
</p:tagLst>
</file>

<file path=ppt/tags/tag309.xml><?xml version="1.0" encoding="utf-8"?>
<p:tagLst xmlns:p="http://schemas.openxmlformats.org/presentationml/2006/main">
  <p:tag name="KSO_WM_UNIT_TYPE" val="f"/>
  <p:tag name="KSO_WM_UNIT_INDEX" val="13"/>
  <p:tag name="KSO_WM_BEAUTIFY_FLAG" val="#wm#"/>
  <p:tag name="KSO_WM_TAG_VERSION" val="3.0"/>
</p:tagLst>
</file>

<file path=ppt/tags/tag310.xml><?xml version="1.0" encoding="utf-8"?>
<p:tagLst xmlns:p="http://schemas.openxmlformats.org/presentationml/2006/main">
  <p:tag name="KSO_WM_UNIT_TYPE" val="i"/>
  <p:tag name="KSO_WM_UNIT_INDEX" val="32"/>
  <p:tag name="KSO_WM_BEAUTIFY_FLAG" val="#wm#"/>
  <p:tag name="KSO_WM_TAG_VERSION" val="3.0"/>
</p:tagLst>
</file>

<file path=ppt/tags/tag311.xml><?xml version="1.0" encoding="utf-8"?>
<p:tagLst xmlns:p="http://schemas.openxmlformats.org/presentationml/2006/main">
  <p:tag name="KSO_WM_UNIT_TYPE" val="x"/>
  <p:tag name="KSO_WM_UNIT_INDEX" val="2"/>
  <p:tag name="KSO_WM_BEAUTIFY_FLAG" val="#wm#"/>
  <p:tag name="KSO_WM_TAG_VERSION" val="3.0"/>
</p:tagLst>
</file>

<file path=ppt/tags/tag312.xml><?xml version="1.0" encoding="utf-8"?>
<p:tagLst xmlns:p="http://schemas.openxmlformats.org/presentationml/2006/main">
  <p:tag name="KSO_WM_UNIT_TYPE" val="f"/>
  <p:tag name="KSO_WM_UNIT_INDEX" val="14"/>
  <p:tag name="KSO_WM_BEAUTIFY_FLAG" val="#wm#"/>
  <p:tag name="KSO_WM_TAG_VERSION" val="3.0"/>
</p:tagLst>
</file>

<file path=ppt/tags/tag313.xml><?xml version="1.0" encoding="utf-8"?>
<p:tagLst xmlns:p="http://schemas.openxmlformats.org/presentationml/2006/main">
  <p:tag name="KSO_WM_UNIT_TYPE" val="i"/>
  <p:tag name="KSO_WM_UNIT_INDEX" val="36"/>
  <p:tag name="KSO_WM_BEAUTIFY_FLAG" val="#wm#"/>
  <p:tag name="KSO_WM_TAG_VERSION" val="3.0"/>
</p:tagLst>
</file>

<file path=ppt/tags/tag314.xml><?xml version="1.0" encoding="utf-8"?>
<p:tagLst xmlns:p="http://schemas.openxmlformats.org/presentationml/2006/main">
  <p:tag name="KSO_WM_UNIT_TYPE" val="x"/>
  <p:tag name="KSO_WM_UNIT_INDEX" val="3"/>
  <p:tag name="KSO_WM_BEAUTIFY_FLAG" val="#wm#"/>
  <p:tag name="KSO_WM_TAG_VERSION" val="3.0"/>
</p:tagLst>
</file>

<file path=ppt/tags/tag315.xml><?xml version="1.0" encoding="utf-8"?>
<p:tagLst xmlns:p="http://schemas.openxmlformats.org/presentationml/2006/main">
  <p:tag name="KSO_WM_UNIT_TYPE" val="f"/>
  <p:tag name="KSO_WM_UNIT_INDEX" val="15"/>
  <p:tag name="KSO_WM_BEAUTIFY_FLAG" val="#wm#"/>
  <p:tag name="KSO_WM_TAG_VERSION" val="3.0"/>
</p:tagLst>
</file>

<file path=ppt/tags/tag316.xml><?xml version="1.0" encoding="utf-8"?>
<p:tagLst xmlns:p="http://schemas.openxmlformats.org/presentationml/2006/main">
  <p:tag name="KSO_WM_UNIT_TYPE" val="f"/>
  <p:tag name="KSO_WM_UNIT_INDEX" val="16"/>
  <p:tag name="KSO_WM_BEAUTIFY_FLAG" val="#wm#"/>
  <p:tag name="KSO_WM_TAG_VERSION" val="3.0"/>
</p:tagLst>
</file>

<file path=ppt/tags/tag317.xml><?xml version="1.0" encoding="utf-8"?>
<p:tagLst xmlns:p="http://schemas.openxmlformats.org/presentationml/2006/main">
  <p:tag name="KSO_WM_UNIT_TYPE" val="f"/>
  <p:tag name="KSO_WM_UNIT_INDEX" val="17"/>
  <p:tag name="KSO_WM_BEAUTIFY_FLAG" val="#wm#"/>
  <p:tag name="KSO_WM_TAG_VERSION" val="3.0"/>
</p:tagLst>
</file>

<file path=ppt/tags/tag318.xml><?xml version="1.0" encoding="utf-8"?>
<p:tagLst xmlns:p="http://schemas.openxmlformats.org/presentationml/2006/main">
  <p:tag name="KSO_WM_UNIT_TYPE" val="f"/>
  <p:tag name="KSO_WM_UNIT_INDEX" val="18"/>
  <p:tag name="KSO_WM_BEAUTIFY_FLAG" val="#wm#"/>
  <p:tag name="KSO_WM_TAG_VERSION" val="3.0"/>
</p:tagLst>
</file>

<file path=ppt/tags/tag319.xml><?xml version="1.0" encoding="utf-8"?>
<p:tagLst xmlns:p="http://schemas.openxmlformats.org/presentationml/2006/main">
  <p:tag name="KSO_WM_UNIT_TYPE" val="f"/>
  <p:tag name="KSO_WM_UNIT_INDEX" val="19"/>
  <p:tag name="KSO_WM_BEAUTIFY_FLAG" val="#wm#"/>
  <p:tag name="KSO_WM_TAG_VERSION" val="3.0"/>
</p:tagLst>
</file>

<file path=ppt/tags/tag320.xml><?xml version="1.0" encoding="utf-8"?>
<p:tagLst xmlns:p="http://schemas.openxmlformats.org/presentationml/2006/main">
  <p:tag name="KSO_WM_UNIT_TYPE" val="f"/>
  <p:tag name="KSO_WM_UNIT_INDEX" val="20"/>
  <p:tag name="KSO_WM_BEAUTIFY_FLAG" val="#wm#"/>
  <p:tag name="KSO_WM_TAG_VERSION" val="3.0"/>
</p:tagLst>
</file>

<file path=ppt/tags/tag321.xml><?xml version="1.0" encoding="utf-8"?>
<p:tagLst xmlns:p="http://schemas.openxmlformats.org/presentationml/2006/main">
  <p:tag name="KSO_WM_UNIT_TYPE" val="i"/>
  <p:tag name="KSO_WM_UNIT_INDEX" val="1"/>
  <p:tag name="KSO_WM_BEAUTIFY_FLAG" val="#wm#"/>
  <p:tag name="KSO_WM_TAG_VERSION" val="3.0"/>
</p:tagLst>
</file>

<file path=ppt/tags/tag322.xml><?xml version="1.0" encoding="utf-8"?>
<p:tagLst xmlns:p="http://schemas.openxmlformats.org/presentationml/2006/main">
  <p:tag name="KSO_WM_UNIT_TYPE" val="i"/>
  <p:tag name="KSO_WM_UNIT_INDEX" val="2"/>
  <p:tag name="KSO_WM_BEAUTIFY_FLAG" val="#wm#"/>
  <p:tag name="KSO_WM_TAG_VERSION" val="3.0"/>
</p:tagLst>
</file>

<file path=ppt/tags/tag323.xml><?xml version="1.0" encoding="utf-8"?>
<p:tagLst xmlns:p="http://schemas.openxmlformats.org/presentationml/2006/main">
  <p:tag name="KSO_WM_UNIT_TYPE" val="a"/>
  <p:tag name="KSO_WM_UNIT_INDEX" val="1"/>
  <p:tag name="KSO_WM_BEAUTIFY_FLAG" val="#wm#"/>
  <p:tag name="KSO_WM_TAG_VERSION" val="3.0"/>
</p:tagLst>
</file>

<file path=ppt/tags/tag324.xml><?xml version="1.0" encoding="utf-8"?>
<p:tagLst xmlns:p="http://schemas.openxmlformats.org/presentationml/2006/main">
  <p:tag name="KSO_WM_UNIT_TYPE" val="i"/>
  <p:tag name="KSO_WM_UNIT_INDEX" val="4"/>
  <p:tag name="KSO_WM_BEAUTIFY_FLAG" val="#wm#"/>
  <p:tag name="KSO_WM_TAG_VERSION" val="3.0"/>
</p:tagLst>
</file>

<file path=ppt/tags/tag325.xml><?xml version="1.0" encoding="utf-8"?>
<p:tagLst xmlns:p="http://schemas.openxmlformats.org/presentationml/2006/main">
  <p:tag name="KSO_WM_UNIT_TYPE" val="i"/>
  <p:tag name="KSO_WM_UNIT_INDEX" val="33"/>
  <p:tag name="KSO_WM_BEAUTIFY_FLAG" val="#wm#"/>
  <p:tag name="KSO_WM_TAG_VERSION" val="3.0"/>
</p:tagLst>
</file>

<file path=ppt/tags/tag326.xml><?xml version="1.0" encoding="utf-8"?>
<p:tagLst xmlns:p="http://schemas.openxmlformats.org/presentationml/2006/main">
  <p:tag name="KSO_WM_UNIT_TYPE" val="i"/>
  <p:tag name="KSO_WM_UNIT_INDEX" val="2"/>
  <p:tag name="KSO_WM_BEAUTIFY_FLAG" val="#wm#"/>
  <p:tag name="KSO_WM_TAG_VERSION" val="3.0"/>
</p:tagLst>
</file>

<file path=ppt/tags/tag327.xml><?xml version="1.0" encoding="utf-8"?>
<p:tagLst xmlns:p="http://schemas.openxmlformats.org/presentationml/2006/main">
  <p:tag name="KSO_WM_UNIT_TYPE" val="a"/>
  <p:tag name="KSO_WM_UNIT_INDEX" val="1"/>
  <p:tag name="KSO_WM_BEAUTIFY_FLAG" val="#wm#"/>
  <p:tag name="KSO_WM_TAG_VERSION" val="3.0"/>
</p:tagLst>
</file>

<file path=ppt/tags/tag328.xml><?xml version="1.0" encoding="utf-8"?>
<p:tagLst xmlns:p="http://schemas.openxmlformats.org/presentationml/2006/main">
  <p:tag name="KSO_WM_UNIT_TYPE" val="i"/>
  <p:tag name="KSO_WM_UNIT_INDEX" val="5"/>
  <p:tag name="KSO_WM_BEAUTIFY_FLAG" val="#wm#"/>
  <p:tag name="KSO_WM_TAG_VERSION" val="3.0"/>
</p:tagLst>
</file>

<file path=ppt/tags/tag329.xml><?xml version="1.0" encoding="utf-8"?>
<p:tagLst xmlns:p="http://schemas.openxmlformats.org/presentationml/2006/main">
  <p:tag name="KSO_WM_UNIT_TYPE" val="i"/>
  <p:tag name="KSO_WM_UNIT_INDEX" val="6"/>
  <p:tag name="KSO_WM_BEAUTIFY_FLAG" val="#wm#"/>
  <p:tag name="KSO_WM_TAG_VERSION" val="3.0"/>
</p:tagLst>
</file>

<file path=ppt/tags/tag330.xml><?xml version="1.0" encoding="utf-8"?>
<p:tagLst xmlns:p="http://schemas.openxmlformats.org/presentationml/2006/main">
  <p:tag name="KSO_WM_UNIT_TYPE" val="i"/>
  <p:tag name="KSO_WM_UNIT_INDEX" val="7"/>
  <p:tag name="KSO_WM_BEAUTIFY_FLAG" val="#wm#"/>
  <p:tag name="KSO_WM_TAG_VERSION" val="3.0"/>
</p:tagLst>
</file>

<file path=ppt/tags/tag331.xml><?xml version="1.0" encoding="utf-8"?>
<p:tagLst xmlns:p="http://schemas.openxmlformats.org/presentationml/2006/main">
  <p:tag name="KSO_WM_UNIT_TYPE" val="i"/>
  <p:tag name="KSO_WM_UNIT_INDEX" val="8"/>
  <p:tag name="KSO_WM_BEAUTIFY_FLAG" val="#wm#"/>
  <p:tag name="KSO_WM_TAG_VERSION" val="3.0"/>
</p:tagLst>
</file>

<file path=ppt/tags/tag332.xml><?xml version="1.0" encoding="utf-8"?>
<p:tagLst xmlns:p="http://schemas.openxmlformats.org/presentationml/2006/main">
  <p:tag name="KSO_WM_UNIT_TYPE" val="i"/>
  <p:tag name="KSO_WM_UNIT_INDEX" val="9"/>
  <p:tag name="KSO_WM_BEAUTIFY_FLAG" val="#wm#"/>
  <p:tag name="KSO_WM_TAG_VERSION" val="3.0"/>
</p:tagLst>
</file>

<file path=ppt/tags/tag333.xml><?xml version="1.0" encoding="utf-8"?>
<p:tagLst xmlns:p="http://schemas.openxmlformats.org/presentationml/2006/main">
  <p:tag name="KSO_WM_UNIT_TYPE" val="i"/>
  <p:tag name="KSO_WM_UNIT_INDEX" val="13"/>
  <p:tag name="KSO_WM_BEAUTIFY_FLAG" val="#wm#"/>
  <p:tag name="KSO_WM_TAG_VERSION" val="3.0"/>
</p:tagLst>
</file>

<file path=ppt/tags/tag334.xml><?xml version="1.0" encoding="utf-8"?>
<p:tagLst xmlns:p="http://schemas.openxmlformats.org/presentationml/2006/main">
  <p:tag name="KSO_WM_UNIT_TYPE" val="f"/>
  <p:tag name="KSO_WM_UNIT_INDEX" val="1"/>
  <p:tag name="KSO_WM_BEAUTIFY_FLAG" val="#wm#"/>
  <p:tag name="KSO_WM_TAG_VERSION" val="3.0"/>
</p:tagLst>
</file>

<file path=ppt/tags/tag335.xml><?xml version="1.0" encoding="utf-8"?>
<p:tagLst xmlns:p="http://schemas.openxmlformats.org/presentationml/2006/main">
  <p:tag name="KSO_WM_UNIT_TYPE" val="b"/>
  <p:tag name="KSO_WM_UNIT_INDEX" val="1"/>
  <p:tag name="KSO_WM_BEAUTIFY_FLAG" val="#wm#"/>
  <p:tag name="KSO_WM_TAG_VERSION" val="3.0"/>
</p:tagLst>
</file>

<file path=ppt/tags/tag336.xml><?xml version="1.0" encoding="utf-8"?>
<p:tagLst xmlns:p="http://schemas.openxmlformats.org/presentationml/2006/main">
  <p:tag name="KSO_WM_UNIT_TYPE" val="f"/>
  <p:tag name="KSO_WM_UNIT_INDEX" val="2"/>
  <p:tag name="KSO_WM_BEAUTIFY_FLAG" val="#wm#"/>
  <p:tag name="KSO_WM_TAG_VERSION" val="3.0"/>
</p:tagLst>
</file>

<file path=ppt/tags/tag337.xml><?xml version="1.0" encoding="utf-8"?>
<p:tagLst xmlns:p="http://schemas.openxmlformats.org/presentationml/2006/main">
  <p:tag name="KSO_WM_UNIT_TYPE" val="i"/>
  <p:tag name="KSO_WM_UNIT_INDEX" val="14"/>
  <p:tag name="KSO_WM_BEAUTIFY_FLAG" val="#wm#"/>
  <p:tag name="KSO_WM_TAG_VERSION" val="3.0"/>
</p:tagLst>
</file>

<file path=ppt/tags/tag338.xml><?xml version="1.0" encoding="utf-8"?>
<p:tagLst xmlns:p="http://schemas.openxmlformats.org/presentationml/2006/main">
  <p:tag name="KSO_WM_UNIT_TYPE" val="i"/>
  <p:tag name="KSO_WM_UNIT_INDEX" val="15"/>
  <p:tag name="KSO_WM_BEAUTIFY_FLAG" val="#wm#"/>
  <p:tag name="KSO_WM_TAG_VERSION" val="3.0"/>
</p:tagLst>
</file>

<file path=ppt/tags/tag339.xml><?xml version="1.0" encoding="utf-8"?>
<p:tagLst xmlns:p="http://schemas.openxmlformats.org/presentationml/2006/main">
  <p:tag name="KSO_WM_UNIT_TYPE" val="i"/>
  <p:tag name="KSO_WM_UNIT_INDEX" val="16"/>
  <p:tag name="KSO_WM_BEAUTIFY_FLAG" val="#wm#"/>
  <p:tag name="KSO_WM_TAG_VERSION" val="3.0"/>
</p:tagLst>
</file>

<file path=ppt/tags/tag340.xml><?xml version="1.0" encoding="utf-8"?>
<p:tagLst xmlns:p="http://schemas.openxmlformats.org/presentationml/2006/main">
  <p:tag name="KSO_WM_UNIT_TYPE" val="i"/>
  <p:tag name="KSO_WM_UNIT_INDEX" val="17"/>
  <p:tag name="KSO_WM_BEAUTIFY_FLAG" val="#wm#"/>
  <p:tag name="KSO_WM_TAG_VERSION" val="3.0"/>
</p:tagLst>
</file>

<file path=ppt/tags/tag341.xml><?xml version="1.0" encoding="utf-8"?>
<p:tagLst xmlns:p="http://schemas.openxmlformats.org/presentationml/2006/main">
  <p:tag name="KSO_WM_UNIT_TYPE" val="i"/>
  <p:tag name="KSO_WM_UNIT_INDEX" val="18"/>
  <p:tag name="KSO_WM_BEAUTIFY_FLAG" val="#wm#"/>
  <p:tag name="KSO_WM_TAG_VERSION" val="3.0"/>
</p:tagLst>
</file>

<file path=ppt/tags/tag342.xml><?xml version="1.0" encoding="utf-8"?>
<p:tagLst xmlns:p="http://schemas.openxmlformats.org/presentationml/2006/main">
  <p:tag name="KSO_WM_UNIT_TYPE" val="i"/>
  <p:tag name="KSO_WM_UNIT_INDEX" val="22"/>
  <p:tag name="KSO_WM_BEAUTIFY_FLAG" val="#wm#"/>
  <p:tag name="KSO_WM_TAG_VERSION" val="3.0"/>
</p:tagLst>
</file>

<file path=ppt/tags/tag343.xml><?xml version="1.0" encoding="utf-8"?>
<p:tagLst xmlns:p="http://schemas.openxmlformats.org/presentationml/2006/main">
  <p:tag name="KSO_WM_UNIT_TYPE" val="f"/>
  <p:tag name="KSO_WM_UNIT_INDEX" val="3"/>
  <p:tag name="KSO_WM_BEAUTIFY_FLAG" val="#wm#"/>
  <p:tag name="KSO_WM_TAG_VERSION" val="3.0"/>
</p:tagLst>
</file>

<file path=ppt/tags/tag344.xml><?xml version="1.0" encoding="utf-8"?>
<p:tagLst xmlns:p="http://schemas.openxmlformats.org/presentationml/2006/main">
  <p:tag name="KSO_WM_UNIT_TYPE" val="b"/>
  <p:tag name="KSO_WM_UNIT_INDEX" val="2"/>
  <p:tag name="KSO_WM_BEAUTIFY_FLAG" val="#wm#"/>
  <p:tag name="KSO_WM_TAG_VERSION" val="3.0"/>
</p:tagLst>
</file>

<file path=ppt/tags/tag345.xml><?xml version="1.0" encoding="utf-8"?>
<p:tagLst xmlns:p="http://schemas.openxmlformats.org/presentationml/2006/main">
  <p:tag name="KSO_WM_UNIT_TYPE" val="f"/>
  <p:tag name="KSO_WM_UNIT_INDEX" val="4"/>
  <p:tag name="KSO_WM_BEAUTIFY_FLAG" val="#wm#"/>
  <p:tag name="KSO_WM_TAG_VERSION" val="3.0"/>
</p:tagLst>
</file>

<file path=ppt/tags/tag346.xml><?xml version="1.0" encoding="utf-8"?>
<p:tagLst xmlns:p="http://schemas.openxmlformats.org/presentationml/2006/main">
  <p:tag name="KSO_WM_UNIT_TYPE" val="i"/>
  <p:tag name="KSO_WM_UNIT_INDEX" val="23"/>
  <p:tag name="KSO_WM_BEAUTIFY_FLAG" val="#wm#"/>
  <p:tag name="KSO_WM_TAG_VERSION" val="3.0"/>
</p:tagLst>
</file>

<file path=ppt/tags/tag347.xml><?xml version="1.0" encoding="utf-8"?>
<p:tagLst xmlns:p="http://schemas.openxmlformats.org/presentationml/2006/main">
  <p:tag name="KSO_WM_UNIT_TYPE" val="i"/>
  <p:tag name="KSO_WM_UNIT_INDEX" val="24"/>
  <p:tag name="KSO_WM_BEAUTIFY_FLAG" val="#wm#"/>
  <p:tag name="KSO_WM_TAG_VERSION" val="3.0"/>
</p:tagLst>
</file>

<file path=ppt/tags/tag348.xml><?xml version="1.0" encoding="utf-8"?>
<p:tagLst xmlns:p="http://schemas.openxmlformats.org/presentationml/2006/main">
  <p:tag name="KSO_WM_UNIT_TYPE" val="i"/>
  <p:tag name="KSO_WM_UNIT_INDEX" val="25"/>
  <p:tag name="KSO_WM_BEAUTIFY_FLAG" val="#wm#"/>
  <p:tag name="KSO_WM_TAG_VERSION" val="3.0"/>
</p:tagLst>
</file>

<file path=ppt/tags/tag349.xml><?xml version="1.0" encoding="utf-8"?>
<p:tagLst xmlns:p="http://schemas.openxmlformats.org/presentationml/2006/main">
  <p:tag name="KSO_WM_UNIT_TYPE" val="i"/>
  <p:tag name="KSO_WM_UNIT_INDEX" val="26"/>
  <p:tag name="KSO_WM_BEAUTIFY_FLAG" val="#wm#"/>
  <p:tag name="KSO_WM_TAG_VERSION" val="3.0"/>
</p:tagLst>
</file>

<file path=ppt/tags/tag350.xml><?xml version="1.0" encoding="utf-8"?>
<p:tagLst xmlns:p="http://schemas.openxmlformats.org/presentationml/2006/main">
  <p:tag name="KSO_WM_UNIT_TYPE" val="i"/>
  <p:tag name="KSO_WM_UNIT_INDEX" val="27"/>
  <p:tag name="KSO_WM_BEAUTIFY_FLAG" val="#wm#"/>
  <p:tag name="KSO_WM_TAG_VERSION" val="3.0"/>
</p:tagLst>
</file>

<file path=ppt/tags/tag351.xml><?xml version="1.0" encoding="utf-8"?>
<p:tagLst xmlns:p="http://schemas.openxmlformats.org/presentationml/2006/main">
  <p:tag name="KSO_WM_UNIT_TYPE" val="i"/>
  <p:tag name="KSO_WM_UNIT_INDEX" val="31"/>
  <p:tag name="KSO_WM_BEAUTIFY_FLAG" val="#wm#"/>
  <p:tag name="KSO_WM_TAG_VERSION" val="3.0"/>
</p:tagLst>
</file>

<file path=ppt/tags/tag352.xml><?xml version="1.0" encoding="utf-8"?>
<p:tagLst xmlns:p="http://schemas.openxmlformats.org/presentationml/2006/main">
  <p:tag name="KSO_WM_UNIT_TYPE" val="f"/>
  <p:tag name="KSO_WM_UNIT_INDEX" val="5"/>
  <p:tag name="KSO_WM_BEAUTIFY_FLAG" val="#wm#"/>
  <p:tag name="KSO_WM_TAG_VERSION" val="3.0"/>
</p:tagLst>
</file>

<file path=ppt/tags/tag353.xml><?xml version="1.0" encoding="utf-8"?>
<p:tagLst xmlns:p="http://schemas.openxmlformats.org/presentationml/2006/main">
  <p:tag name="KSO_WM_UNIT_TYPE" val="b"/>
  <p:tag name="KSO_WM_UNIT_INDEX" val="3"/>
  <p:tag name="KSO_WM_BEAUTIFY_FLAG" val="#wm#"/>
  <p:tag name="KSO_WM_TAG_VERSION" val="3.0"/>
</p:tagLst>
</file>

<file path=ppt/tags/tag354.xml><?xml version="1.0" encoding="utf-8"?>
<p:tagLst xmlns:p="http://schemas.openxmlformats.org/presentationml/2006/main">
  <p:tag name="KSO_WM_UNIT_TYPE" val="f"/>
  <p:tag name="KSO_WM_UNIT_INDEX" val="6"/>
  <p:tag name="KSO_WM_BEAUTIFY_FLAG" val="#wm#"/>
  <p:tag name="KSO_WM_TAG_VERSION" val="3.0"/>
</p:tagLst>
</file>

<file path=ppt/tags/tag355.xml><?xml version="1.0" encoding="utf-8"?>
<p:tagLst xmlns:p="http://schemas.openxmlformats.org/presentationml/2006/main">
  <p:tag name="KSO_WM_UNIT_TYPE" val="f"/>
  <p:tag name="KSO_WM_UNIT_INDEX" val="7"/>
  <p:tag name="KSO_WM_BEAUTIFY_FLAG" val="#wm#"/>
  <p:tag name="KSO_WM_TAG_VERSION" val="3.0"/>
</p:tagLst>
</file>

<file path=ppt/tags/tag356.xml><?xml version="1.0" encoding="utf-8"?>
<p:tagLst xmlns:p="http://schemas.openxmlformats.org/presentationml/2006/main">
  <p:tag name="KSO_WM_UNIT_TYPE" val="f"/>
  <p:tag name="KSO_WM_UNIT_INDEX" val="8"/>
  <p:tag name="KSO_WM_BEAUTIFY_FLAG" val="#wm#"/>
  <p:tag name="KSO_WM_TAG_VERSION" val="3.0"/>
</p:tagLst>
</file>

<file path=ppt/tags/tag357.xml><?xml version="1.0" encoding="utf-8"?>
<p:tagLst xmlns:p="http://schemas.openxmlformats.org/presentationml/2006/main">
  <p:tag name="KSO_WM_UNIT_TYPE" val="f"/>
  <p:tag name="KSO_WM_UNIT_INDEX" val="9"/>
  <p:tag name="KSO_WM_BEAUTIFY_FLAG" val="#wm#"/>
  <p:tag name="KSO_WM_TAG_VERSION" val="3.0"/>
</p:tagLst>
</file>

<file path=ppt/tags/tag358.xml><?xml version="1.0" encoding="utf-8"?>
<p:tagLst xmlns:p="http://schemas.openxmlformats.org/presentationml/2006/main">
  <p:tag name="KSO_WM_UNIT_TYPE" val="i"/>
  <p:tag name="KSO_WM_UNIT_INDEX" val="4"/>
  <p:tag name="KSO_WM_BEAUTIFY_FLAG" val="#wm#"/>
  <p:tag name="KSO_WM_TAG_VERSION" val="3.0"/>
</p:tagLst>
</file>

<file path=ppt/tags/tag359.xml><?xml version="1.0" encoding="utf-8"?>
<p:tagLst xmlns:p="http://schemas.openxmlformats.org/presentationml/2006/main">
  <p:tag name="KSO_WM_UNIT_TYPE" val="a"/>
  <p:tag name="KSO_WM_UNIT_INDEX" val="1"/>
  <p:tag name="KSO_WM_BEAUTIFY_FLAG" val="#wm#"/>
  <p:tag name="KSO_WM_TAG_VERSION" val="3.0"/>
</p:tagLst>
</file>

<file path=ppt/tags/tag360.xml><?xml version="1.0" encoding="utf-8"?>
<p:tagLst xmlns:p="http://schemas.openxmlformats.org/presentationml/2006/main">
  <p:tag name="KSO_WM_UNIT_TYPE" val="i"/>
  <p:tag name="KSO_WM_UNIT_INDEX" val="23"/>
  <p:tag name="KSO_WM_BEAUTIFY_FLAG" val="#wm#"/>
  <p:tag name="KSO_WM_TAG_VERSION" val="3.0"/>
</p:tagLst>
</file>

<file path=ppt/tags/tag361.xml><?xml version="1.0" encoding="utf-8"?>
<p:tagLst xmlns:p="http://schemas.openxmlformats.org/presentationml/2006/main">
  <p:tag name="KSO_WM_UNIT_TYPE" val="i"/>
  <p:tag name="KSO_WM_UNIT_INDEX" val="24"/>
  <p:tag name="KSO_WM_BEAUTIFY_FLAG" val="#wm#"/>
  <p:tag name="KSO_WM_TAG_VERSION" val="3.0"/>
</p:tagLst>
</file>

<file path=ppt/tags/tag362.xml><?xml version="1.0" encoding="utf-8"?>
<p:tagLst xmlns:p="http://schemas.openxmlformats.org/presentationml/2006/main">
  <p:tag name="KSO_WM_UNIT_TYPE" val="f"/>
  <p:tag name="KSO_WM_UNIT_INDEX" val="7"/>
  <p:tag name="KSO_WM_BEAUTIFY_FLAG" val="#wm#"/>
  <p:tag name="KSO_WM_TAG_VERSION" val="3.0"/>
</p:tagLst>
</file>

<file path=ppt/tags/tag363.xml><?xml version="1.0" encoding="utf-8"?>
<p:tagLst xmlns:p="http://schemas.openxmlformats.org/presentationml/2006/main">
  <p:tag name="KSO_WM_UNIT_TYPE" val="f"/>
  <p:tag name="KSO_WM_UNIT_INDEX" val="8"/>
  <p:tag name="KSO_WM_BEAUTIFY_FLAG" val="#wm#"/>
  <p:tag name="KSO_WM_TAG_VERSION" val="3.0"/>
</p:tagLst>
</file>

<file path=ppt/tags/tag364.xml><?xml version="1.0" encoding="utf-8"?>
<p:tagLst xmlns:p="http://schemas.openxmlformats.org/presentationml/2006/main">
  <p:tag name="KSO_WM_UNIT_TYPE" val="i"/>
  <p:tag name="KSO_WM_UNIT_INDEX" val="2"/>
  <p:tag name="KSO_WM_BEAUTIFY_FLAG" val="#wm#"/>
  <p:tag name="KSO_WM_TAG_VERSION" val="3.0"/>
</p:tagLst>
</file>

<file path=ppt/tags/tag365.xml><?xml version="1.0" encoding="utf-8"?>
<p:tagLst xmlns:p="http://schemas.openxmlformats.org/presentationml/2006/main">
  <p:tag name="KSO_WM_UNIT_TYPE" val="i"/>
  <p:tag name="KSO_WM_UNIT_INDEX" val="5"/>
  <p:tag name="KSO_WM_BEAUTIFY_FLAG" val="#wm#"/>
  <p:tag name="KSO_WM_TAG_VERSION" val="3.0"/>
</p:tagLst>
</file>

<file path=ppt/tags/tag366.xml><?xml version="1.0" encoding="utf-8"?>
<p:tagLst xmlns:p="http://schemas.openxmlformats.org/presentationml/2006/main">
  <p:tag name="KSO_WM_UNIT_TYPE" val="i"/>
  <p:tag name="KSO_WM_UNIT_INDEX" val="6"/>
  <p:tag name="KSO_WM_BEAUTIFY_FLAG" val="#wm#"/>
  <p:tag name="KSO_WM_TAG_VERSION" val="3.0"/>
</p:tagLst>
</file>

<file path=ppt/tags/tag367.xml><?xml version="1.0" encoding="utf-8"?>
<p:tagLst xmlns:p="http://schemas.openxmlformats.org/presentationml/2006/main">
  <p:tag name="KSO_WM_UNIT_TYPE" val="i"/>
  <p:tag name="KSO_WM_UNIT_INDEX" val="10"/>
  <p:tag name="KSO_WM_BEAUTIFY_FLAG" val="#wm#"/>
  <p:tag name="KSO_WM_TAG_VERSION" val="3.0"/>
</p:tagLst>
</file>

<file path=ppt/tags/tag368.xml><?xml version="1.0" encoding="utf-8"?>
<p:tagLst xmlns:p="http://schemas.openxmlformats.org/presentationml/2006/main">
  <p:tag name="KSO_WM_UNIT_TYPE" val="f"/>
  <p:tag name="KSO_WM_UNIT_INDEX" val="1"/>
  <p:tag name="KSO_WM_BEAUTIFY_FLAG" val="#wm#"/>
  <p:tag name="KSO_WM_TAG_VERSION" val="3.0"/>
</p:tagLst>
</file>

<file path=ppt/tags/tag369.xml><?xml version="1.0" encoding="utf-8"?>
<p:tagLst xmlns:p="http://schemas.openxmlformats.org/presentationml/2006/main">
  <p:tag name="KSO_WM_UNIT_TYPE" val="b"/>
  <p:tag name="KSO_WM_UNIT_INDEX" val="1"/>
  <p:tag name="KSO_WM_BEAUTIFY_FLAG" val="#wm#"/>
  <p:tag name="KSO_WM_TAG_VERSION" val="3.0"/>
</p:tagLst>
</file>

<file path=ppt/tags/tag370.xml><?xml version="1.0" encoding="utf-8"?>
<p:tagLst xmlns:p="http://schemas.openxmlformats.org/presentationml/2006/main">
  <p:tag name="KSO_WM_UNIT_TYPE" val="f"/>
  <p:tag name="KSO_WM_UNIT_INDEX" val="2"/>
  <p:tag name="KSO_WM_BEAUTIFY_FLAG" val="#wm#"/>
  <p:tag name="KSO_WM_TAG_VERSION" val="3.0"/>
</p:tagLst>
</file>

<file path=ppt/tags/tag371.xml><?xml version="1.0" encoding="utf-8"?>
<p:tagLst xmlns:p="http://schemas.openxmlformats.org/presentationml/2006/main">
  <p:tag name="KSO_WM_UNIT_TYPE" val="i"/>
  <p:tag name="KSO_WM_UNIT_INDEX" val="11"/>
  <p:tag name="KSO_WM_BEAUTIFY_FLAG" val="#wm#"/>
  <p:tag name="KSO_WM_TAG_VERSION" val="3.0"/>
</p:tagLst>
</file>

<file path=ppt/tags/tag372.xml><?xml version="1.0" encoding="utf-8"?>
<p:tagLst xmlns:p="http://schemas.openxmlformats.org/presentationml/2006/main">
  <p:tag name="KSO_WM_UNIT_TYPE" val="i"/>
  <p:tag name="KSO_WM_UNIT_INDEX" val="12"/>
  <p:tag name="KSO_WM_BEAUTIFY_FLAG" val="#wm#"/>
  <p:tag name="KSO_WM_TAG_VERSION" val="3.0"/>
</p:tagLst>
</file>

<file path=ppt/tags/tag373.xml><?xml version="1.0" encoding="utf-8"?>
<p:tagLst xmlns:p="http://schemas.openxmlformats.org/presentationml/2006/main">
  <p:tag name="KSO_WM_UNIT_TYPE" val="i"/>
  <p:tag name="KSO_WM_UNIT_INDEX" val="16"/>
  <p:tag name="KSO_WM_BEAUTIFY_FLAG" val="#wm#"/>
  <p:tag name="KSO_WM_TAG_VERSION" val="3.0"/>
</p:tagLst>
</file>

<file path=ppt/tags/tag374.xml><?xml version="1.0" encoding="utf-8"?>
<p:tagLst xmlns:p="http://schemas.openxmlformats.org/presentationml/2006/main">
  <p:tag name="KSO_WM_UNIT_TYPE" val="f"/>
  <p:tag name="KSO_WM_UNIT_INDEX" val="3"/>
  <p:tag name="KSO_WM_BEAUTIFY_FLAG" val="#wm#"/>
  <p:tag name="KSO_WM_TAG_VERSION" val="3.0"/>
</p:tagLst>
</file>

<file path=ppt/tags/tag375.xml><?xml version="1.0" encoding="utf-8"?>
<p:tagLst xmlns:p="http://schemas.openxmlformats.org/presentationml/2006/main">
  <p:tag name="KSO_WM_UNIT_TYPE" val="b"/>
  <p:tag name="KSO_WM_UNIT_INDEX" val="2"/>
  <p:tag name="KSO_WM_BEAUTIFY_FLAG" val="#wm#"/>
  <p:tag name="KSO_WM_TAG_VERSION" val="3.0"/>
</p:tagLst>
</file>

<file path=ppt/tags/tag376.xml><?xml version="1.0" encoding="utf-8"?>
<p:tagLst xmlns:p="http://schemas.openxmlformats.org/presentationml/2006/main">
  <p:tag name="KSO_WM_UNIT_TYPE" val="f"/>
  <p:tag name="KSO_WM_UNIT_INDEX" val="4"/>
  <p:tag name="KSO_WM_BEAUTIFY_FLAG" val="#wm#"/>
  <p:tag name="KSO_WM_TAG_VERSION" val="3.0"/>
</p:tagLst>
</file>

<file path=ppt/tags/tag377.xml><?xml version="1.0" encoding="utf-8"?>
<p:tagLst xmlns:p="http://schemas.openxmlformats.org/presentationml/2006/main">
  <p:tag name="KSO_WM_UNIT_TYPE" val="i"/>
  <p:tag name="KSO_WM_UNIT_INDEX" val="17"/>
  <p:tag name="KSO_WM_BEAUTIFY_FLAG" val="#wm#"/>
  <p:tag name="KSO_WM_TAG_VERSION" val="3.0"/>
</p:tagLst>
</file>

<file path=ppt/tags/tag378.xml><?xml version="1.0" encoding="utf-8"?>
<p:tagLst xmlns:p="http://schemas.openxmlformats.org/presentationml/2006/main">
  <p:tag name="KSO_WM_UNIT_TYPE" val="i"/>
  <p:tag name="KSO_WM_UNIT_INDEX" val="18"/>
  <p:tag name="KSO_WM_BEAUTIFY_FLAG" val="#wm#"/>
  <p:tag name="KSO_WM_TAG_VERSION" val="3.0"/>
</p:tagLst>
</file>

<file path=ppt/tags/tag379.xml><?xml version="1.0" encoding="utf-8"?>
<p:tagLst xmlns:p="http://schemas.openxmlformats.org/presentationml/2006/main">
  <p:tag name="KSO_WM_UNIT_TYPE" val="i"/>
  <p:tag name="KSO_WM_UNIT_INDEX" val="22"/>
  <p:tag name="KSO_WM_BEAUTIFY_FLAG" val="#wm#"/>
  <p:tag name="KSO_WM_TAG_VERSION" val="3.0"/>
</p:tagLst>
</file>

<file path=ppt/tags/tag380.xml><?xml version="1.0" encoding="utf-8"?>
<p:tagLst xmlns:p="http://schemas.openxmlformats.org/presentationml/2006/main">
  <p:tag name="KSO_WM_UNIT_TYPE" val="f"/>
  <p:tag name="KSO_WM_UNIT_INDEX" val="5"/>
  <p:tag name="KSO_WM_BEAUTIFY_FLAG" val="#wm#"/>
  <p:tag name="KSO_WM_TAG_VERSION" val="3.0"/>
</p:tagLst>
</file>

<file path=ppt/tags/tag381.xml><?xml version="1.0" encoding="utf-8"?>
<p:tagLst xmlns:p="http://schemas.openxmlformats.org/presentationml/2006/main">
  <p:tag name="KSO_WM_UNIT_TYPE" val="b"/>
  <p:tag name="KSO_WM_UNIT_INDEX" val="3"/>
  <p:tag name="KSO_WM_BEAUTIFY_FLAG" val="#wm#"/>
  <p:tag name="KSO_WM_TAG_VERSION" val="3.0"/>
</p:tagLst>
</file>

<file path=ppt/tags/tag382.xml><?xml version="1.0" encoding="utf-8"?>
<p:tagLst xmlns:p="http://schemas.openxmlformats.org/presentationml/2006/main">
  <p:tag name="KSO_WM_UNIT_TYPE" val="f"/>
  <p:tag name="KSO_WM_UNIT_INDEX" val="6"/>
  <p:tag name="KSO_WM_BEAUTIFY_FLAG" val="#wm#"/>
  <p:tag name="KSO_WM_TAG_VERSION" val="3.0"/>
</p:tagLst>
</file>

<file path=ppt/tags/tag383.xml><?xml version="1.0" encoding="utf-8"?>
<p:tagLst xmlns:p="http://schemas.openxmlformats.org/presentationml/2006/main">
  <p:tag name="KSO_WM_UNIT_TYPE" val="i"/>
  <p:tag name="KSO_WM_UNIT_INDEX" val="2"/>
  <p:tag name="KSO_WM_BEAUTIFY_FLAG" val="#wm#"/>
  <p:tag name="KSO_WM_TAG_VERSION" val="3.0"/>
</p:tagLst>
</file>

<file path=ppt/tags/tag384.xml><?xml version="1.0" encoding="utf-8"?>
<p:tagLst xmlns:p="http://schemas.openxmlformats.org/presentationml/2006/main">
  <p:tag name="KSO_WM_UNIT_TYPE" val="a"/>
  <p:tag name="KSO_WM_UNIT_INDEX" val="1"/>
  <p:tag name="KSO_WM_BEAUTIFY_FLAG" val="#wm#"/>
  <p:tag name="KSO_WM_TAG_VERSION" val="3.0"/>
</p:tagLst>
</file>

<file path=ppt/tags/tag385.xml><?xml version="1.0" encoding="utf-8"?>
<p:tagLst xmlns:p="http://schemas.openxmlformats.org/presentationml/2006/main">
  <p:tag name="KSO_WM_UNIT_TYPE" val="i"/>
  <p:tag name="KSO_WM_UNIT_INDEX" val="34"/>
  <p:tag name="KSO_WM_BEAUTIFY_FLAG" val="#wm#"/>
  <p:tag name="KSO_WM_TAG_VERSION" val="3.0"/>
</p:tagLst>
</file>

<file path=ppt/tags/tag386.xml><?xml version="1.0" encoding="utf-8"?>
<p:tagLst xmlns:p="http://schemas.openxmlformats.org/presentationml/2006/main">
  <p:tag name="KSO_WM_UNIT_TYPE" val="f"/>
  <p:tag name="KSO_WM_UNIT_INDEX" val="21"/>
  <p:tag name="KSO_WM_BEAUTIFY_FLAG" val="#wm#"/>
  <p:tag name="KSO_WM_TAG_VERSION" val="3.0"/>
</p:tagLst>
</file>

<file path=ppt/tags/tag387.xml><?xml version="1.0" encoding="utf-8"?>
<p:tagLst xmlns:p="http://schemas.openxmlformats.org/presentationml/2006/main">
  <p:tag name="KSO_WM_UNIT_TYPE" val="f"/>
  <p:tag name="KSO_WM_UNIT_INDEX" val="22"/>
  <p:tag name="KSO_WM_BEAUTIFY_FLAG" val="#wm#"/>
  <p:tag name="KSO_WM_TAG_VERSION" val="3.0"/>
</p:tagLst>
</file>

<file path=ppt/tags/tag388.xml><?xml version="1.0" encoding="utf-8"?>
<p:tagLst xmlns:p="http://schemas.openxmlformats.org/presentationml/2006/main">
  <p:tag name="KSO_WM_UNIT_TYPE" val="f"/>
  <p:tag name="KSO_WM_UNIT_INDEX" val="23"/>
  <p:tag name="KSO_WM_BEAUTIFY_FLAG" val="#wm#"/>
  <p:tag name="KSO_WM_TAG_VERSION" val="3.0"/>
</p:tagLst>
</file>

<file path=ppt/tags/tag389.xml><?xml version="1.0" encoding="utf-8"?>
<p:tagLst xmlns:p="http://schemas.openxmlformats.org/presentationml/2006/main">
  <p:tag name="KSO_WM_UNIT_TYPE" val="i"/>
  <p:tag name="KSO_WM_UNIT_INDEX" val="4"/>
  <p:tag name="KSO_WM_BEAUTIFY_FLAG" val="#wm#"/>
  <p:tag name="KSO_WM_TAG_VERSION" val="3.0"/>
</p:tagLst>
</file>

<file path=ppt/tags/tag390.xml><?xml version="1.0" encoding="utf-8"?>
<p:tagLst xmlns:p="http://schemas.openxmlformats.org/presentationml/2006/main">
  <p:tag name="KSO_WM_UNIT_TYPE" val="b"/>
  <p:tag name="KSO_WM_UNIT_INDEX" val="1"/>
  <p:tag name="KSO_WM_BEAUTIFY_FLAG" val="#wm#"/>
  <p:tag name="KSO_WM_TAG_VERSION" val="3.0"/>
</p:tagLst>
</file>

<file path=ppt/tags/tag391.xml><?xml version="1.0" encoding="utf-8"?>
<p:tagLst xmlns:p="http://schemas.openxmlformats.org/presentationml/2006/main">
  <p:tag name="KSO_WM_UNIT_TYPE" val="x"/>
  <p:tag name="KSO_WM_UNIT_INDEX" val="1"/>
  <p:tag name="KSO_WM_BEAUTIFY_FLAG" val="#wm#"/>
  <p:tag name="KSO_WM_TAG_VERSION" val="3.0"/>
</p:tagLst>
</file>

<file path=ppt/tags/tag392.xml><?xml version="1.0" encoding="utf-8"?>
<p:tagLst xmlns:p="http://schemas.openxmlformats.org/presentationml/2006/main">
  <p:tag name="KSO_WM_UNIT_TYPE" val="f"/>
  <p:tag name="KSO_WM_UNIT_INDEX" val="1"/>
  <p:tag name="KSO_WM_BEAUTIFY_FLAG" val="#wm#"/>
  <p:tag name="KSO_WM_TAG_VERSION" val="3.0"/>
</p:tagLst>
</file>

<file path=ppt/tags/tag393.xml><?xml version="1.0" encoding="utf-8"?>
<p:tagLst xmlns:p="http://schemas.openxmlformats.org/presentationml/2006/main">
  <p:tag name="KSO_WM_UNIT_TYPE" val="f"/>
  <p:tag name="KSO_WM_UNIT_INDEX" val="2"/>
  <p:tag name="KSO_WM_BEAUTIFY_FLAG" val="#wm#"/>
  <p:tag name="KSO_WM_TAG_VERSION" val="3.0"/>
</p:tagLst>
</file>

<file path=ppt/tags/tag394.xml><?xml version="1.0" encoding="utf-8"?>
<p:tagLst xmlns:p="http://schemas.openxmlformats.org/presentationml/2006/main">
  <p:tag name="KSO_WM_UNIT_TYPE" val="i"/>
  <p:tag name="KSO_WM_UNIT_INDEX" val="8"/>
  <p:tag name="KSO_WM_BEAUTIFY_FLAG" val="#wm#"/>
  <p:tag name="KSO_WM_TAG_VERSION" val="3.0"/>
</p:tagLst>
</file>

<file path=ppt/tags/tag395.xml><?xml version="1.0" encoding="utf-8"?>
<p:tagLst xmlns:p="http://schemas.openxmlformats.org/presentationml/2006/main">
  <p:tag name="KSO_WM_UNIT_TYPE" val="f"/>
  <p:tag name="KSO_WM_UNIT_INDEX" val="3"/>
  <p:tag name="KSO_WM_BEAUTIFY_FLAG" val="#wm#"/>
  <p:tag name="KSO_WM_TAG_VERSION" val="3.0"/>
</p:tagLst>
</file>

<file path=ppt/tags/tag396.xml><?xml version="1.0" encoding="utf-8"?>
<p:tagLst xmlns:p="http://schemas.openxmlformats.org/presentationml/2006/main">
  <p:tag name="KSO_WM_UNIT_TYPE" val="i"/>
  <p:tag name="KSO_WM_UNIT_INDEX" val="10"/>
  <p:tag name="KSO_WM_BEAUTIFY_FLAG" val="#wm#"/>
  <p:tag name="KSO_WM_TAG_VERSION" val="3.0"/>
</p:tagLst>
</file>

<file path=ppt/tags/tag397.xml><?xml version="1.0" encoding="utf-8"?>
<p:tagLst xmlns:p="http://schemas.openxmlformats.org/presentationml/2006/main">
  <p:tag name="KSO_WM_UNIT_TYPE" val="f"/>
  <p:tag name="KSO_WM_UNIT_INDEX" val="4"/>
  <p:tag name="KSO_WM_BEAUTIFY_FLAG" val="#wm#"/>
  <p:tag name="KSO_WM_TAG_VERSION" val="3.0"/>
</p:tagLst>
</file>

<file path=ppt/tags/tag398.xml><?xml version="1.0" encoding="utf-8"?>
<p:tagLst xmlns:p="http://schemas.openxmlformats.org/presentationml/2006/main">
  <p:tag name="KSO_WM_UNIT_TYPE" val="x"/>
  <p:tag name="KSO_WM_UNIT_INDEX" val="2"/>
  <p:tag name="KSO_WM_BEAUTIFY_FLAG" val="#wm#"/>
  <p:tag name="KSO_WM_TAG_VERSION" val="3.0"/>
</p:tagLst>
</file>

<file path=ppt/tags/tag399.xml><?xml version="1.0" encoding="utf-8"?>
<p:tagLst xmlns:p="http://schemas.openxmlformats.org/presentationml/2006/main">
  <p:tag name="KSO_WM_UNIT_TYPE" val="f"/>
  <p:tag name="KSO_WM_UNIT_INDEX" val="5"/>
  <p:tag name="KSO_WM_BEAUTIFY_FLAG" val="#wm#"/>
  <p:tag name="KSO_WM_TAG_VERSION" val="3.0"/>
</p:tagLst>
</file>

<file path=ppt/tags/tag400.xml><?xml version="1.0" encoding="utf-8"?>
<p:tagLst xmlns:p="http://schemas.openxmlformats.org/presentationml/2006/main">
  <p:tag name="KSO_WM_UNIT_TYPE" val="x"/>
  <p:tag name="KSO_WM_UNIT_INDEX" val="3"/>
  <p:tag name="KSO_WM_BEAUTIFY_FLAG" val="#wm#"/>
  <p:tag name="KSO_WM_TAG_VERSION" val="3.0"/>
</p:tagLst>
</file>

<file path=ppt/tags/tag401.xml><?xml version="1.0" encoding="utf-8"?>
<p:tagLst xmlns:p="http://schemas.openxmlformats.org/presentationml/2006/main">
  <p:tag name="KSO_WM_UNIT_TYPE" val="f"/>
  <p:tag name="KSO_WM_UNIT_INDEX" val="8"/>
  <p:tag name="KSO_WM_BEAUTIFY_FLAG" val="#wm#"/>
  <p:tag name="KSO_WM_TAG_VERSION" val="3.0"/>
</p:tagLst>
</file>

<file path=ppt/tags/tag402.xml><?xml version="1.0" encoding="utf-8"?>
<p:tagLst xmlns:p="http://schemas.openxmlformats.org/presentationml/2006/main">
  <p:tag name="KSO_WM_UNIT_TYPE" val="i"/>
  <p:tag name="KSO_WM_UNIT_INDEX" val="6"/>
  <p:tag name="KSO_WM_BEAUTIFY_FLAG" val="#wm#"/>
  <p:tag name="KSO_WM_TAG_VERSION" val="3.0"/>
</p:tagLst>
</file>

<file path=ppt/tags/tag403.xml><?xml version="1.0" encoding="utf-8"?>
<p:tagLst xmlns:p="http://schemas.openxmlformats.org/presentationml/2006/main">
  <p:tag name="KSO_WM_UNIT_TYPE" val="f"/>
  <p:tag name="KSO_WM_UNIT_INDEX" val="6"/>
  <p:tag name="KSO_WM_BEAUTIFY_FLAG" val="#wm#"/>
  <p:tag name="KSO_WM_TAG_VERSION" val="3.0"/>
</p:tagLst>
</file>

<file path=ppt/tags/tag404.xml><?xml version="1.0" encoding="utf-8"?>
<p:tagLst xmlns:p="http://schemas.openxmlformats.org/presentationml/2006/main">
  <p:tag name="KSO_WM_UNIT_TYPE" val="i"/>
  <p:tag name="KSO_WM_UNIT_INDEX" val="12"/>
  <p:tag name="KSO_WM_BEAUTIFY_FLAG" val="#wm#"/>
  <p:tag name="KSO_WM_TAG_VERSION" val="3.0"/>
</p:tagLst>
</file>

<file path=ppt/tags/tag405.xml><?xml version="1.0" encoding="utf-8"?>
<p:tagLst xmlns:p="http://schemas.openxmlformats.org/presentationml/2006/main">
  <p:tag name="KSO_WM_UNIT_TYPE" val="f"/>
  <p:tag name="KSO_WM_UNIT_INDEX" val="7"/>
  <p:tag name="KSO_WM_BEAUTIFY_FLAG" val="#wm#"/>
  <p:tag name="KSO_WM_TAG_VERSION" val="3.0"/>
</p:tagLst>
</file>

<file path=ppt/tags/tag406.xml><?xml version="1.0" encoding="utf-8"?>
<p:tagLst xmlns:p="http://schemas.openxmlformats.org/presentationml/2006/main">
  <p:tag name="KSO_WM_UNIT_TYPE" val="i"/>
  <p:tag name="KSO_WM_UNIT_INDEX" val="14"/>
  <p:tag name="KSO_WM_BEAUTIFY_FLAG" val="#wm#"/>
  <p:tag name="KSO_WM_TAG_VERSION" val="3.0"/>
</p:tagLst>
</file>

<file path=ppt/tags/tag407.xml><?xml version="1.0" encoding="utf-8"?>
<p:tagLst xmlns:p="http://schemas.openxmlformats.org/presentationml/2006/main">
  <p:tag name="KSO_WM_UNIT_TYPE" val="f"/>
  <p:tag name="KSO_WM_UNIT_INDEX" val="9"/>
  <p:tag name="KSO_WM_BEAUTIFY_FLAG" val="#wm#"/>
  <p:tag name="KSO_WM_TAG_VERSION" val="3.0"/>
</p:tagLst>
</file>

<file path=ppt/tags/tag408.xml><?xml version="1.0" encoding="utf-8"?>
<p:tagLst xmlns:p="http://schemas.openxmlformats.org/presentationml/2006/main">
  <p:tag name="KSO_WM_UNIT_TYPE" val="i"/>
  <p:tag name="KSO_WM_UNIT_INDEX" val="16"/>
  <p:tag name="KSO_WM_BEAUTIFY_FLAG" val="#wm#"/>
  <p:tag name="KSO_WM_TAG_VERSION" val="3.0"/>
</p:tagLst>
</file>

<file path=ppt/tags/tag409.xml><?xml version="1.0" encoding="utf-8"?>
<p:tagLst xmlns:p="http://schemas.openxmlformats.org/presentationml/2006/main">
  <p:tag name="KSO_WM_UNIT_TYPE" val="f"/>
  <p:tag name="KSO_WM_UNIT_INDEX" val="10"/>
  <p:tag name="KSO_WM_BEAUTIFY_FLAG" val="#wm#"/>
  <p:tag name="KSO_WM_TAG_VERSION" val="3.0"/>
</p:tagLst>
</file>

<file path=ppt/tags/tag410.xml><?xml version="1.0" encoding="utf-8"?>
<p:tagLst xmlns:p="http://schemas.openxmlformats.org/presentationml/2006/main">
  <p:tag name="KSO_WM_UNIT_TYPE" val="i"/>
  <p:tag name="KSO_WM_UNIT_INDEX" val="18"/>
  <p:tag name="KSO_WM_BEAUTIFY_FLAG" val="#wm#"/>
  <p:tag name="KSO_WM_TAG_VERSION" val="3.0"/>
</p:tagLst>
</file>

<file path=ppt/tags/tag411.xml><?xml version="1.0" encoding="utf-8"?>
<p:tagLst xmlns:p="http://schemas.openxmlformats.org/presentationml/2006/main">
  <p:tag name="KSO_WM_UNIT_TYPE" val="i"/>
  <p:tag name="KSO_WM_UNIT_INDEX" val="20"/>
  <p:tag name="KSO_WM_BEAUTIFY_FLAG" val="#wm#"/>
  <p:tag name="KSO_WM_TAG_VERSION" val="3.0"/>
</p:tagLst>
</file>

<file path=ppt/tags/tag412.xml><?xml version="1.0" encoding="utf-8"?>
<p:tagLst xmlns:p="http://schemas.openxmlformats.org/presentationml/2006/main">
  <p:tag name="KSO_WM_UNIT_TYPE" val="i"/>
  <p:tag name="KSO_WM_UNIT_INDEX" val="29"/>
  <p:tag name="KSO_WM_BEAUTIFY_FLAG" val="#wm#"/>
  <p:tag name="KSO_WM_TAG_VERSION" val="3.0"/>
</p:tagLst>
</file>

<file path=ppt/tags/tag413.xml><?xml version="1.0" encoding="utf-8"?>
<p:tagLst xmlns:p="http://schemas.openxmlformats.org/presentationml/2006/main">
  <p:tag name="KSO_WM_UNIT_TYPE" val="i"/>
  <p:tag name="KSO_WM_UNIT_INDEX" val="30"/>
  <p:tag name="KSO_WM_BEAUTIFY_FLAG" val="#wm#"/>
  <p:tag name="KSO_WM_TAG_VERSION" val="3.0"/>
</p:tagLst>
</file>

<file path=ppt/tags/tag414.xml><?xml version="1.0" encoding="utf-8"?>
<p:tagLst xmlns:p="http://schemas.openxmlformats.org/presentationml/2006/main">
  <p:tag name="KSO_WM_UNIT_TYPE" val="b"/>
  <p:tag name="KSO_WM_UNIT_INDEX" val="2"/>
  <p:tag name="KSO_WM_BEAUTIFY_FLAG" val="#wm#"/>
  <p:tag name="KSO_WM_TAG_VERSION" val="3.0"/>
</p:tagLst>
</file>

<file path=ppt/tags/tag415.xml><?xml version="1.0" encoding="utf-8"?>
<p:tagLst xmlns:p="http://schemas.openxmlformats.org/presentationml/2006/main">
  <p:tag name="KSO_WM_UNIT_TYPE" val="x"/>
  <p:tag name="KSO_WM_UNIT_INDEX" val="4"/>
  <p:tag name="KSO_WM_BEAUTIFY_FLAG" val="#wm#"/>
  <p:tag name="KSO_WM_TAG_VERSION" val="3.0"/>
</p:tagLst>
</file>

<file path=ppt/tags/tag416.xml><?xml version="1.0" encoding="utf-8"?>
<p:tagLst xmlns:p="http://schemas.openxmlformats.org/presentationml/2006/main">
  <p:tag name="KSO_WM_UNIT_TYPE" val="f"/>
  <p:tag name="KSO_WM_UNIT_INDEX" val="11"/>
  <p:tag name="KSO_WM_BEAUTIFY_FLAG" val="#wm#"/>
  <p:tag name="KSO_WM_TAG_VERSION" val="3.0"/>
</p:tagLst>
</file>

<file path=ppt/tags/tag417.xml><?xml version="1.0" encoding="utf-8"?>
<p:tagLst xmlns:p="http://schemas.openxmlformats.org/presentationml/2006/main">
  <p:tag name="KSO_WM_UNIT_TYPE" val="f"/>
  <p:tag name="KSO_WM_UNIT_INDEX" val="12"/>
  <p:tag name="KSO_WM_BEAUTIFY_FLAG" val="#wm#"/>
  <p:tag name="KSO_WM_TAG_VERSION" val="3.0"/>
</p:tagLst>
</file>

<file path=ppt/tags/tag418.xml><?xml version="1.0" encoding="utf-8"?>
<p:tagLst xmlns:p="http://schemas.openxmlformats.org/presentationml/2006/main">
  <p:tag name="KSO_WM_UNIT_TYPE" val="i"/>
  <p:tag name="KSO_WM_UNIT_INDEX" val="24"/>
  <p:tag name="KSO_WM_BEAUTIFY_FLAG" val="#wm#"/>
  <p:tag name="KSO_WM_TAG_VERSION" val="3.0"/>
</p:tagLst>
</file>

<file path=ppt/tags/tag419.xml><?xml version="1.0" encoding="utf-8"?>
<p:tagLst xmlns:p="http://schemas.openxmlformats.org/presentationml/2006/main">
  <p:tag name="KSO_WM_UNIT_TYPE" val="f"/>
  <p:tag name="KSO_WM_UNIT_INDEX" val="13"/>
  <p:tag name="KSO_WM_BEAUTIFY_FLAG" val="#wm#"/>
  <p:tag name="KSO_WM_TAG_VERSION" val="3.0"/>
</p:tagLst>
</file>

<file path=ppt/tags/tag420.xml><?xml version="1.0" encoding="utf-8"?>
<p:tagLst xmlns:p="http://schemas.openxmlformats.org/presentationml/2006/main">
  <p:tag name="KSO_WM_UNIT_TYPE" val="x"/>
  <p:tag name="KSO_WM_UNIT_INDEX" val="5"/>
  <p:tag name="KSO_WM_BEAUTIFY_FLAG" val="#wm#"/>
  <p:tag name="KSO_WM_TAG_VERSION" val="3.0"/>
</p:tagLst>
</file>

<file path=ppt/tags/tag421.xml><?xml version="1.0" encoding="utf-8"?>
<p:tagLst xmlns:p="http://schemas.openxmlformats.org/presentationml/2006/main">
  <p:tag name="KSO_WM_UNIT_TYPE" val="f"/>
  <p:tag name="KSO_WM_UNIT_INDEX" val="14"/>
  <p:tag name="KSO_WM_BEAUTIFY_FLAG" val="#wm#"/>
  <p:tag name="KSO_WM_TAG_VERSION" val="3.0"/>
</p:tagLst>
</file>

<file path=ppt/tags/tag422.xml><?xml version="1.0" encoding="utf-8"?>
<p:tagLst xmlns:p="http://schemas.openxmlformats.org/presentationml/2006/main">
  <p:tag name="KSO_WM_UNIT_TYPE" val="f"/>
  <p:tag name="KSO_WM_UNIT_INDEX" val="15"/>
  <p:tag name="KSO_WM_BEAUTIFY_FLAG" val="#wm#"/>
  <p:tag name="KSO_WM_TAG_VERSION" val="3.0"/>
</p:tagLst>
</file>

<file path=ppt/tags/tag423.xml><?xml version="1.0" encoding="utf-8"?>
<p:tagLst xmlns:p="http://schemas.openxmlformats.org/presentationml/2006/main">
  <p:tag name="KSO_WM_UNIT_TYPE" val="i"/>
  <p:tag name="KSO_WM_UNIT_INDEX" val="26"/>
  <p:tag name="KSO_WM_BEAUTIFY_FLAG" val="#wm#"/>
  <p:tag name="KSO_WM_TAG_VERSION" val="3.0"/>
</p:tagLst>
</file>

<file path=ppt/tags/tag424.xml><?xml version="1.0" encoding="utf-8"?>
<p:tagLst xmlns:p="http://schemas.openxmlformats.org/presentationml/2006/main">
  <p:tag name="KSO_WM_UNIT_TYPE" val="f"/>
  <p:tag name="KSO_WM_UNIT_INDEX" val="16"/>
  <p:tag name="KSO_WM_BEAUTIFY_FLAG" val="#wm#"/>
  <p:tag name="KSO_WM_TAG_VERSION" val="3.0"/>
</p:tagLst>
</file>

<file path=ppt/tags/tag425.xml><?xml version="1.0" encoding="utf-8"?>
<p:tagLst xmlns:p="http://schemas.openxmlformats.org/presentationml/2006/main">
  <p:tag name="KSO_WM_UNIT_TYPE" val="x"/>
  <p:tag name="KSO_WM_UNIT_INDEX" val="6"/>
  <p:tag name="KSO_WM_BEAUTIFY_FLAG" val="#wm#"/>
  <p:tag name="KSO_WM_TAG_VERSION" val="3.0"/>
</p:tagLst>
</file>

<file path=ppt/tags/tag426.xml><?xml version="1.0" encoding="utf-8"?>
<p:tagLst xmlns:p="http://schemas.openxmlformats.org/presentationml/2006/main">
  <p:tag name="KSO_WM_UNIT_TYPE" val="f"/>
  <p:tag name="KSO_WM_UNIT_INDEX" val="17"/>
  <p:tag name="KSO_WM_BEAUTIFY_FLAG" val="#wm#"/>
  <p:tag name="KSO_WM_TAG_VERSION" val="3.0"/>
</p:tagLst>
</file>

<file path=ppt/tags/tag427.xml><?xml version="1.0" encoding="utf-8"?>
<p:tagLst xmlns:p="http://schemas.openxmlformats.org/presentationml/2006/main">
  <p:tag name="KSO_WM_UNIT_TYPE" val="f"/>
  <p:tag name="KSO_WM_UNIT_INDEX" val="18"/>
  <p:tag name="KSO_WM_BEAUTIFY_FLAG" val="#wm#"/>
  <p:tag name="KSO_WM_TAG_VERSION" val="3.0"/>
</p:tagLst>
</file>

<file path=ppt/tags/tag428.xml><?xml version="1.0" encoding="utf-8"?>
<p:tagLst xmlns:p="http://schemas.openxmlformats.org/presentationml/2006/main">
  <p:tag name="KSO_WM_UNIT_TYPE" val="i"/>
  <p:tag name="KSO_WM_UNIT_INDEX" val="28"/>
  <p:tag name="KSO_WM_BEAUTIFY_FLAG" val="#wm#"/>
  <p:tag name="KSO_WM_TAG_VERSION" val="3.0"/>
</p:tagLst>
</file>

<file path=ppt/tags/tag429.xml><?xml version="1.0" encoding="utf-8"?>
<p:tagLst xmlns:p="http://schemas.openxmlformats.org/presentationml/2006/main">
  <p:tag name="KSO_WM_UNIT_TYPE" val="f"/>
  <p:tag name="KSO_WM_UNIT_INDEX" val="19"/>
  <p:tag name="KSO_WM_BEAUTIFY_FLAG" val="#wm#"/>
  <p:tag name="KSO_WM_TAG_VERSION" val="3.0"/>
</p:tagLst>
</file>

<file path=ppt/tags/tag430.xml><?xml version="1.0" encoding="utf-8"?>
<p:tagLst xmlns:p="http://schemas.openxmlformats.org/presentationml/2006/main">
  <p:tag name="KSO_WM_UNIT_TYPE" val="x"/>
  <p:tag name="KSO_WM_UNIT_INDEX" val="7"/>
  <p:tag name="KSO_WM_BEAUTIFY_FLAG" val="#wm#"/>
  <p:tag name="KSO_WM_TAG_VERSION" val="3.0"/>
</p:tagLst>
</file>

<file path=ppt/tags/tag431.xml><?xml version="1.0" encoding="utf-8"?>
<p:tagLst xmlns:p="http://schemas.openxmlformats.org/presentationml/2006/main">
  <p:tag name="KSO_WM_UNIT_TYPE" val="f"/>
  <p:tag name="KSO_WM_UNIT_INDEX" val="20"/>
  <p:tag name="KSO_WM_BEAUTIFY_FLAG" val="#wm#"/>
  <p:tag name="KSO_WM_TAG_VERSION" val="3.0"/>
</p:tagLst>
</file>

<file path=ppt/tags/tag432.xml><?xml version="1.0" encoding="utf-8"?>
<p:tagLst xmlns:p="http://schemas.openxmlformats.org/presentationml/2006/main">
  <p:tag name="KSO_WM_UNIT_TYPE" val="i"/>
  <p:tag name="KSO_WM_UNIT_INDEX" val="22"/>
  <p:tag name="KSO_WM_BEAUTIFY_FLAG" val="#wm#"/>
  <p:tag name="KSO_WM_TAG_VERSION" val="3.0"/>
</p:tagLst>
</file>

<file path=ppt/tags/tag433.xml><?xml version="1.0" encoding="utf-8"?>
<p:tagLst xmlns:p="http://schemas.openxmlformats.org/presentationml/2006/main">
  <p:tag name="KSO_WM_UNIT_TYPE" val="x"/>
  <p:tag name="KSO_WM_UNIT_INDEX" val="1"/>
  <p:tag name="KSO_WM_BEAUTIFY_FLAG" val="#wm#"/>
  <p:tag name="KSO_WM_TAG_VERSION" val="3.0"/>
</p:tagLst>
</file>

<file path=ppt/tags/tag434.xml><?xml version="1.0" encoding="utf-8"?>
<p:tagLst xmlns:p="http://schemas.openxmlformats.org/presentationml/2006/main">
  <p:tag name="KSO_WM_UNIT_TYPE" val="a"/>
  <p:tag name="KSO_WM_UNIT_INDEX" val="1"/>
  <p:tag name="KSO_WM_BEAUTIFY_FLAG" val="#wm#"/>
  <p:tag name="KSO_WM_TAG_VERSION" val="3.0"/>
</p:tagLst>
</file>

<file path=ppt/tags/tag435.xml><?xml version="1.0" encoding="utf-8"?>
<p:tagLst xmlns:p="http://schemas.openxmlformats.org/presentationml/2006/main">
  <p:tag name="KSO_WM_UNIT_TYPE" val="i"/>
  <p:tag name="KSO_WM_UNIT_INDEX" val="1"/>
  <p:tag name="KSO_WM_BEAUTIFY_FLAG" val="#wm#"/>
  <p:tag name="KSO_WM_TAG_VERSION" val="3.0"/>
</p:tagLst>
</file>

<file path=ppt/tags/tag436.xml><?xml version="1.0" encoding="utf-8"?>
<p:tagLst xmlns:p="http://schemas.openxmlformats.org/presentationml/2006/main">
  <p:tag name="KSO_WM_UNIT_TYPE" val="i"/>
  <p:tag name="KSO_WM_UNIT_INDEX" val="2"/>
  <p:tag name="KSO_WM_BEAUTIFY_FLAG" val="#wm#"/>
  <p:tag name="KSO_WM_TAG_VERSION" val="3.0"/>
</p:tagLst>
</file>

<file path=ppt/tags/tag437.xml><?xml version="1.0" encoding="utf-8"?>
<p:tagLst xmlns:p="http://schemas.openxmlformats.org/presentationml/2006/main">
  <p:tag name="KSO_WM_UNIT_TYPE" val="i"/>
  <p:tag name="KSO_WM_UNIT_INDEX" val="3"/>
  <p:tag name="KSO_WM_BEAUTIFY_FLAG" val="#wm#"/>
  <p:tag name="KSO_WM_TAG_VERSION" val="3.0"/>
</p:tagLst>
</file>

<file path=ppt/tags/tag438.xml><?xml version="1.0" encoding="utf-8"?>
<p:tagLst xmlns:p="http://schemas.openxmlformats.org/presentationml/2006/main">
  <p:tag name="KSO_WM_UNIT_TYPE" val="i"/>
  <p:tag name="KSO_WM_UNIT_INDEX" val="4"/>
  <p:tag name="KSO_WM_BEAUTIFY_FLAG" val="#wm#"/>
  <p:tag name="KSO_WM_TAG_VERSION" val="3.0"/>
</p:tagLst>
</file>

<file path=ppt/tags/tag439.xml><?xml version="1.0" encoding="utf-8"?>
<p:tagLst xmlns:p="http://schemas.openxmlformats.org/presentationml/2006/main">
  <p:tag name="KSO_WM_UNIT_TYPE" val="i"/>
  <p:tag name="KSO_WM_UNIT_INDEX" val="5"/>
  <p:tag name="KSO_WM_BEAUTIFY_FLAG" val="#wm#"/>
  <p:tag name="KSO_WM_TAG_VERSION" val="3.0"/>
</p:tagLst>
</file>

<file path=ppt/tags/tag440.xml><?xml version="1.0" encoding="utf-8"?>
<p:tagLst xmlns:p="http://schemas.openxmlformats.org/presentationml/2006/main">
  <p:tag name="KSO_WM_UNIT_TYPE" val="i"/>
  <p:tag name="KSO_WM_UNIT_INDEX" val="9"/>
  <p:tag name="KSO_WM_BEAUTIFY_FLAG" val="#wm#"/>
  <p:tag name="KSO_WM_TAG_VERSION" val="3.0"/>
</p:tagLst>
</file>

<file path=ppt/tags/tag441.xml><?xml version="1.0" encoding="utf-8"?>
<p:tagLst xmlns:p="http://schemas.openxmlformats.org/presentationml/2006/main">
  <p:tag name="KSO_WM_UNIT_TYPE" val="i"/>
  <p:tag name="KSO_WM_UNIT_INDEX" val="11"/>
  <p:tag name="KSO_WM_BEAUTIFY_FLAG" val="#wm#"/>
  <p:tag name="KSO_WM_TAG_VERSION" val="3.0"/>
</p:tagLst>
</file>

<file path=ppt/tags/tag442.xml><?xml version="1.0" encoding="utf-8"?>
<p:tagLst xmlns:p="http://schemas.openxmlformats.org/presentationml/2006/main">
  <p:tag name="KSO_WM_UNIT_TYPE" val="i"/>
  <p:tag name="KSO_WM_UNIT_INDEX" val="13"/>
  <p:tag name="KSO_WM_BEAUTIFY_FLAG" val="#wm#"/>
  <p:tag name="KSO_WM_TAG_VERSION" val="3.0"/>
</p:tagLst>
</file>

<file path=ppt/tags/tag443.xml><?xml version="1.0" encoding="utf-8"?>
<p:tagLst xmlns:p="http://schemas.openxmlformats.org/presentationml/2006/main">
  <p:tag name="KSO_WM_UNIT_TYPE" val="x"/>
  <p:tag name="KSO_WM_UNIT_INDEX" val="2"/>
  <p:tag name="KSO_WM_BEAUTIFY_FLAG" val="#wm#"/>
  <p:tag name="KSO_WM_TAG_VERSION" val="3.0"/>
</p:tagLst>
</file>

<file path=ppt/tags/tag444.xml><?xml version="1.0" encoding="utf-8"?>
<p:tagLst xmlns:p="http://schemas.openxmlformats.org/presentationml/2006/main">
  <p:tag name="KSO_WM_UNIT_TYPE" val="b"/>
  <p:tag name="KSO_WM_UNIT_INDEX" val="1"/>
  <p:tag name="KSO_WM_BEAUTIFY_FLAG" val="#wm#"/>
  <p:tag name="KSO_WM_TAG_VERSION" val="3.0"/>
</p:tagLst>
</file>

<file path=ppt/tags/tag445.xml><?xml version="1.0" encoding="utf-8"?>
<p:tagLst xmlns:p="http://schemas.openxmlformats.org/presentationml/2006/main">
  <p:tag name="KSO_WM_UNIT_TYPE" val="f"/>
  <p:tag name="KSO_WM_UNIT_INDEX" val="1"/>
  <p:tag name="KSO_WM_BEAUTIFY_FLAG" val="#wm#"/>
  <p:tag name="KSO_WM_TAG_VERSION" val="3.0"/>
</p:tagLst>
</file>

<file path=ppt/tags/tag446.xml><?xml version="1.0" encoding="utf-8"?>
<p:tagLst xmlns:p="http://schemas.openxmlformats.org/presentationml/2006/main">
  <p:tag name="KSO_WM_UNIT_TYPE" val="f"/>
  <p:tag name="KSO_WM_UNIT_INDEX" val="2"/>
  <p:tag name="KSO_WM_BEAUTIFY_FLAG" val="#wm#"/>
  <p:tag name="KSO_WM_TAG_VERSION" val="3.0"/>
</p:tagLst>
</file>

<file path=ppt/tags/tag447.xml><?xml version="1.0" encoding="utf-8"?>
<p:tagLst xmlns:p="http://schemas.openxmlformats.org/presentationml/2006/main">
  <p:tag name="KSO_WM_UNIT_TYPE" val="f"/>
  <p:tag name="KSO_WM_UNIT_INDEX" val="3"/>
  <p:tag name="KSO_WM_BEAUTIFY_FLAG" val="#wm#"/>
  <p:tag name="KSO_WM_TAG_VERSION" val="3.0"/>
</p:tagLst>
</file>

<file path=ppt/tags/tag448.xml><?xml version="1.0" encoding="utf-8"?>
<p:tagLst xmlns:p="http://schemas.openxmlformats.org/presentationml/2006/main">
  <p:tag name="KSO_WM_UNIT_TYPE" val="f"/>
  <p:tag name="KSO_WM_UNIT_INDEX" val="4"/>
  <p:tag name="KSO_WM_BEAUTIFY_FLAG" val="#wm#"/>
  <p:tag name="KSO_WM_TAG_VERSION" val="3.0"/>
</p:tagLst>
</file>

<file path=ppt/tags/tag449.xml><?xml version="1.0" encoding="utf-8"?>
<p:tagLst xmlns:p="http://schemas.openxmlformats.org/presentationml/2006/main">
  <p:tag name="KSO_WM_UNIT_TYPE" val="f"/>
  <p:tag name="KSO_WM_UNIT_INDEX" val="5"/>
  <p:tag name="KSO_WM_BEAUTIFY_FLAG" val="#wm#"/>
  <p:tag name="KSO_WM_TAG_VERSION" val="3.0"/>
</p:tagLst>
</file>

<file path=ppt/tags/tag450.xml><?xml version="1.0" encoding="utf-8"?>
<p:tagLst xmlns:p="http://schemas.openxmlformats.org/presentationml/2006/main">
  <p:tag name="KSO_WM_UNIT_TYPE" val="f"/>
  <p:tag name="KSO_WM_UNIT_INDEX" val="6"/>
  <p:tag name="KSO_WM_BEAUTIFY_FLAG" val="#wm#"/>
  <p:tag name="KSO_WM_TAG_VERSION" val="3.0"/>
</p:tagLst>
</file>

<file path=ppt/tags/tag451.xml><?xml version="1.0" encoding="utf-8"?>
<p:tagLst xmlns:p="http://schemas.openxmlformats.org/presentationml/2006/main">
  <p:tag name="KSO_WM_UNIT_TYPE" val="i"/>
  <p:tag name="KSO_WM_UNIT_INDEX" val="14"/>
  <p:tag name="KSO_WM_BEAUTIFY_FLAG" val="#wm#"/>
  <p:tag name="KSO_WM_TAG_VERSION" val="3.0"/>
</p:tagLst>
</file>

<file path=ppt/tags/tag452.xml><?xml version="1.0" encoding="utf-8"?>
<p:tagLst xmlns:p="http://schemas.openxmlformats.org/presentationml/2006/main">
  <p:tag name="KSO_WM_UNIT_TYPE" val="i"/>
  <p:tag name="KSO_WM_UNIT_INDEX" val="15"/>
  <p:tag name="KSO_WM_BEAUTIFY_FLAG" val="#wm#"/>
  <p:tag name="KSO_WM_TAG_VERSION" val="3.0"/>
</p:tagLst>
</file>

<file path=ppt/tags/tag453.xml><?xml version="1.0" encoding="utf-8"?>
<p:tagLst xmlns:p="http://schemas.openxmlformats.org/presentationml/2006/main">
  <p:tag name="KSO_WM_UNIT_TYPE" val="i"/>
  <p:tag name="KSO_WM_UNIT_INDEX" val="16"/>
  <p:tag name="KSO_WM_BEAUTIFY_FLAG" val="#wm#"/>
  <p:tag name="KSO_WM_TAG_VERSION" val="3.0"/>
</p:tagLst>
</file>

<file path=ppt/tags/tag454.xml><?xml version="1.0" encoding="utf-8"?>
<p:tagLst xmlns:p="http://schemas.openxmlformats.org/presentationml/2006/main">
  <p:tag name="KSO_WM_UNIT_TYPE" val="i"/>
  <p:tag name="KSO_WM_UNIT_INDEX" val="17"/>
  <p:tag name="KSO_WM_BEAUTIFY_FLAG" val="#wm#"/>
  <p:tag name="KSO_WM_TAG_VERSION" val="3.0"/>
</p:tagLst>
</file>

<file path=ppt/tags/tag455.xml><?xml version="1.0" encoding="utf-8"?>
<p:tagLst xmlns:p="http://schemas.openxmlformats.org/presentationml/2006/main">
  <p:tag name="KSO_WM_UNIT_TYPE" val="i"/>
  <p:tag name="KSO_WM_UNIT_INDEX" val="18"/>
  <p:tag name="KSO_WM_BEAUTIFY_FLAG" val="#wm#"/>
  <p:tag name="KSO_WM_TAG_VERSION" val="3.0"/>
</p:tagLst>
</file>

<file path=ppt/tags/tag456.xml><?xml version="1.0" encoding="utf-8"?>
<p:tagLst xmlns:p="http://schemas.openxmlformats.org/presentationml/2006/main">
  <p:tag name="KSO_WM_UNIT_TYPE" val="i"/>
  <p:tag name="KSO_WM_UNIT_INDEX" val="22"/>
  <p:tag name="KSO_WM_BEAUTIFY_FLAG" val="#wm#"/>
  <p:tag name="KSO_WM_TAG_VERSION" val="3.0"/>
</p:tagLst>
</file>

<file path=ppt/tags/tag457.xml><?xml version="1.0" encoding="utf-8"?>
<p:tagLst xmlns:p="http://schemas.openxmlformats.org/presentationml/2006/main">
  <p:tag name="KSO_WM_UNIT_TYPE" val="i"/>
  <p:tag name="KSO_WM_UNIT_INDEX" val="24"/>
  <p:tag name="KSO_WM_BEAUTIFY_FLAG" val="#wm#"/>
  <p:tag name="KSO_WM_TAG_VERSION" val="3.0"/>
</p:tagLst>
</file>

<file path=ppt/tags/tag458.xml><?xml version="1.0" encoding="utf-8"?>
<p:tagLst xmlns:p="http://schemas.openxmlformats.org/presentationml/2006/main">
  <p:tag name="KSO_WM_UNIT_TYPE" val="x"/>
  <p:tag name="KSO_WM_UNIT_INDEX" val="3"/>
  <p:tag name="KSO_WM_BEAUTIFY_FLAG" val="#wm#"/>
  <p:tag name="KSO_WM_TAG_VERSION" val="3.0"/>
</p:tagLst>
</file>

<file path=ppt/tags/tag459.xml><?xml version="1.0" encoding="utf-8"?>
<p:tagLst xmlns:p="http://schemas.openxmlformats.org/presentationml/2006/main">
  <p:tag name="KSO_WM_UNIT_TYPE" val="b"/>
  <p:tag name="KSO_WM_UNIT_INDEX" val="2"/>
  <p:tag name="KSO_WM_BEAUTIFY_FLAG" val="#wm#"/>
  <p:tag name="KSO_WM_TAG_VERSION" val="3.0"/>
</p:tagLst>
</file>

<file path=ppt/tags/tag460.xml><?xml version="1.0" encoding="utf-8"?>
<p:tagLst xmlns:p="http://schemas.openxmlformats.org/presentationml/2006/main">
  <p:tag name="KSO_WM_UNIT_TYPE" val="f"/>
  <p:tag name="KSO_WM_UNIT_INDEX" val="7"/>
  <p:tag name="KSO_WM_BEAUTIFY_FLAG" val="#wm#"/>
  <p:tag name="KSO_WM_TAG_VERSION" val="3.0"/>
</p:tagLst>
</file>

<file path=ppt/tags/tag461.xml><?xml version="1.0" encoding="utf-8"?>
<p:tagLst xmlns:p="http://schemas.openxmlformats.org/presentationml/2006/main">
  <p:tag name="KSO_WM_UNIT_TYPE" val="f"/>
  <p:tag name="KSO_WM_UNIT_INDEX" val="8"/>
  <p:tag name="KSO_WM_BEAUTIFY_FLAG" val="#wm#"/>
  <p:tag name="KSO_WM_TAG_VERSION" val="3.0"/>
</p:tagLst>
</file>

<file path=ppt/tags/tag462.xml><?xml version="1.0" encoding="utf-8"?>
<p:tagLst xmlns:p="http://schemas.openxmlformats.org/presentationml/2006/main">
  <p:tag name="KSO_WM_UNIT_TYPE" val="f"/>
  <p:tag name="KSO_WM_UNIT_INDEX" val="9"/>
  <p:tag name="KSO_WM_BEAUTIFY_FLAG" val="#wm#"/>
  <p:tag name="KSO_WM_TAG_VERSION" val="3.0"/>
</p:tagLst>
</file>

<file path=ppt/tags/tag463.xml><?xml version="1.0" encoding="utf-8"?>
<p:tagLst xmlns:p="http://schemas.openxmlformats.org/presentationml/2006/main">
  <p:tag name="KSO_WM_UNIT_TYPE" val="f"/>
  <p:tag name="KSO_WM_UNIT_INDEX" val="10"/>
  <p:tag name="KSO_WM_BEAUTIFY_FLAG" val="#wm#"/>
  <p:tag name="KSO_WM_TAG_VERSION" val="3.0"/>
</p:tagLst>
</file>

<file path=ppt/tags/tag464.xml><?xml version="1.0" encoding="utf-8"?>
<p:tagLst xmlns:p="http://schemas.openxmlformats.org/presentationml/2006/main">
  <p:tag name="KSO_WM_UNIT_TYPE" val="i"/>
  <p:tag name="KSO_WM_UNIT_INDEX" val="25"/>
  <p:tag name="KSO_WM_BEAUTIFY_FLAG" val="#wm#"/>
  <p:tag name="KSO_WM_TAG_VERSION" val="3.0"/>
</p:tagLst>
</file>

<file path=ppt/tags/tag465.xml><?xml version="1.0" encoding="utf-8"?>
<p:tagLst xmlns:p="http://schemas.openxmlformats.org/presentationml/2006/main">
  <p:tag name="KSO_WM_UNIT_TYPE" val="i"/>
  <p:tag name="KSO_WM_UNIT_INDEX" val="26"/>
  <p:tag name="KSO_WM_BEAUTIFY_FLAG" val="#wm#"/>
  <p:tag name="KSO_WM_TAG_VERSION" val="3.0"/>
</p:tagLst>
</file>

<file path=ppt/tags/tag466.xml><?xml version="1.0" encoding="utf-8"?>
<p:tagLst xmlns:p="http://schemas.openxmlformats.org/presentationml/2006/main">
  <p:tag name="KSO_WM_UNIT_TYPE" val="f"/>
  <p:tag name="KSO_WM_UNIT_INDEX" val="11"/>
  <p:tag name="KSO_WM_BEAUTIFY_FLAG" val="#wm#"/>
  <p:tag name="KSO_WM_TAG_VERSION" val="3.0"/>
</p:tagLst>
</file>

<file path=ppt/tags/tag467.xml><?xml version="1.0" encoding="utf-8"?>
<p:tagLst xmlns:p="http://schemas.openxmlformats.org/presentationml/2006/main">
  <p:tag name="KSO_WM_UNIT_TYPE" val="f"/>
  <p:tag name="KSO_WM_UNIT_INDEX" val="12"/>
  <p:tag name="KSO_WM_BEAUTIFY_FLAG" val="#wm#"/>
  <p:tag name="KSO_WM_TAG_VERSION" val="3.0"/>
</p:tagLst>
</file>

<file path=ppt/tags/tag468.xml><?xml version="1.0" encoding="utf-8"?>
<p:tagLst xmlns:p="http://schemas.openxmlformats.org/presentationml/2006/main">
  <p:tag name="KSO_WM_UNIT_TYPE" val="f"/>
  <p:tag name="KSO_WM_UNIT_INDEX" val="13"/>
  <p:tag name="KSO_WM_BEAUTIFY_FLAG" val="#wm#"/>
  <p:tag name="KSO_WM_TAG_VERSION" val="3.0"/>
</p:tagLst>
</file>

<file path=ppt/tags/tag469.xml><?xml version="1.0" encoding="utf-8"?>
<p:tagLst xmlns:p="http://schemas.openxmlformats.org/presentationml/2006/main">
  <p:tag name="KSO_WM_UNIT_TYPE" val="a"/>
  <p:tag name="KSO_WM_UNIT_INDEX" val="1"/>
  <p:tag name="KSO_WM_BEAUTIFY_FLAG" val="#wm#"/>
  <p:tag name="KSO_WM_TAG_VERSION" val="3.0"/>
</p:tagLst>
</file>

<file path=ppt/tags/tag470.xml><?xml version="1.0" encoding="utf-8"?>
<p:tagLst xmlns:p="http://schemas.openxmlformats.org/presentationml/2006/main">
  <p:tag name="KSO_WM_UNIT_TYPE" val="i"/>
  <p:tag name="KSO_WM_UNIT_INDEX" val="2"/>
  <p:tag name="KSO_WM_BEAUTIFY_FLAG" val="#wm#"/>
  <p:tag name="KSO_WM_TAG_VERSION" val="3.0"/>
</p:tagLst>
</file>

<file path=ppt/tags/tag471.xml><?xml version="1.0" encoding="utf-8"?>
<p:tagLst xmlns:p="http://schemas.openxmlformats.org/presentationml/2006/main">
  <p:tag name="KSO_WM_UNIT_TYPE" val="f"/>
  <p:tag name="KSO_WM_UNIT_INDEX" val="1"/>
  <p:tag name="KSO_WM_BEAUTIFY_FLAG" val="#wm#"/>
  <p:tag name="KSO_WM_TAG_VERSION" val="3.0"/>
</p:tagLst>
</file>

<file path=ppt/tags/tag472.xml><?xml version="1.0" encoding="utf-8"?>
<p:tagLst xmlns:p="http://schemas.openxmlformats.org/presentationml/2006/main">
  <p:tag name="KSO_WM_UNIT_TYPE" val="f"/>
  <p:tag name="KSO_WM_UNIT_INDEX" val="2"/>
  <p:tag name="KSO_WM_BEAUTIFY_FLAG" val="#wm#"/>
  <p:tag name="KSO_WM_TAG_VERSION" val="3.0"/>
</p:tagLst>
</file>

<file path=ppt/tags/tag473.xml><?xml version="1.0" encoding="utf-8"?>
<p:tagLst xmlns:p="http://schemas.openxmlformats.org/presentationml/2006/main">
  <p:tag name="KSO_WM_UNIT_TYPE" val="i"/>
  <p:tag name="KSO_WM_UNIT_INDEX" val="4"/>
  <p:tag name="KSO_WM_BEAUTIFY_FLAG" val="#wm#"/>
  <p:tag name="KSO_WM_TAG_VERSION" val="3.0"/>
</p:tagLst>
</file>

<file path=ppt/tags/tag474.xml><?xml version="1.0" encoding="utf-8"?>
<p:tagLst xmlns:p="http://schemas.openxmlformats.org/presentationml/2006/main">
  <p:tag name="KSO_WM_UNIT_TYPE" val="f"/>
  <p:tag name="KSO_WM_UNIT_INDEX" val="3"/>
  <p:tag name="KSO_WM_BEAUTIFY_FLAG" val="#wm#"/>
  <p:tag name="KSO_WM_TAG_VERSION" val="3.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7404</Words>
  <Application>WPS 演示</Application>
  <PresentationFormat>宽屏</PresentationFormat>
  <Paragraphs>446</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Arial</vt:lpstr>
      <vt:lpstr>宋体</vt:lpstr>
      <vt:lpstr>Wingdings</vt:lpstr>
      <vt:lpstr>黑体</vt:lpstr>
      <vt:lpstr>微软雅黑</vt:lpstr>
      <vt:lpstr>Calibri</vt:lpstr>
      <vt:lpstr>Arial Unicode MS</vt:lpstr>
      <vt:lpstr>Calibri Light</vt:lpstr>
      <vt:lpstr>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kenzhao</cp:lastModifiedBy>
  <cp:revision>3</cp:revision>
  <dcterms:created xsi:type="dcterms:W3CDTF">2026-04-23T05:20:00Z</dcterms:created>
  <dcterms:modified xsi:type="dcterms:W3CDTF">2026-05-27T06:38:16Z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2052-12.1.0.26373</vt:lpwstr>
  </property>
  <property fmtid="{D5CDD505-2E9C-101B-9397-08002B2CF9AE}" pid="3" name="ICV">
    <vt:lpwstr/>
  </property>
</Properties>
</file>