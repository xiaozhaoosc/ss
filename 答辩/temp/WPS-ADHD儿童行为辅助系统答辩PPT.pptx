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1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18"/>
  </p:notesMasterIdLst>
  <p:handoutMasterIdLst>
    <p:handoutMasterId r:id="rId19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2" Type="http://schemas.openxmlformats.org/officeDocument/2006/relationships/slideLayout" Target="../slideLayouts/slideLayout17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9" Type="http://schemas.openxmlformats.org/officeDocument/2006/relationships/slideLayout" Target="../slideLayouts/slideLayout17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6" Type="http://schemas.openxmlformats.org/officeDocument/2006/relationships/slideLayout" Target="../slideLayouts/slideLayout17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tags" Target="../tags/tag40.xml"/><Relationship Id="rId10" Type="http://schemas.openxmlformats.org/officeDocument/2006/relationships/tags" Target="../tags/tag39.xml"/><Relationship Id="rId1" Type="http://schemas.openxmlformats.org/officeDocument/2006/relationships/tags" Target="../tags/tag3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7" Type="http://schemas.openxmlformats.org/officeDocument/2006/relationships/slideLayout" Target="../slideLayouts/slideLayout17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tags" Target="../tags/tag56.xml"/><Relationship Id="rId11" Type="http://schemas.openxmlformats.org/officeDocument/2006/relationships/tags" Target="../tags/tag55.xml"/><Relationship Id="rId10" Type="http://schemas.openxmlformats.org/officeDocument/2006/relationships/tags" Target="../tags/tag54.xml"/><Relationship Id="rId1" Type="http://schemas.openxmlformats.org/officeDocument/2006/relationships/tags" Target="../tags/tag4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8" Type="http://schemas.openxmlformats.org/officeDocument/2006/relationships/slideLayout" Target="../slideLayouts/slideLayout17.xml"/><Relationship Id="rId57" Type="http://schemas.openxmlformats.org/officeDocument/2006/relationships/tags" Target="../tags/tag105.xml"/><Relationship Id="rId56" Type="http://schemas.openxmlformats.org/officeDocument/2006/relationships/tags" Target="../tags/tag104.xml"/><Relationship Id="rId55" Type="http://schemas.openxmlformats.org/officeDocument/2006/relationships/image" Target="../media/image12.svg"/><Relationship Id="rId54" Type="http://schemas.openxmlformats.org/officeDocument/2006/relationships/image" Target="../media/image11.png"/><Relationship Id="rId53" Type="http://schemas.openxmlformats.org/officeDocument/2006/relationships/tags" Target="../tags/tag103.xml"/><Relationship Id="rId52" Type="http://schemas.openxmlformats.org/officeDocument/2006/relationships/tags" Target="../tags/tag102.xml"/><Relationship Id="rId51" Type="http://schemas.openxmlformats.org/officeDocument/2006/relationships/tags" Target="../tags/tag101.xml"/><Relationship Id="rId50" Type="http://schemas.openxmlformats.org/officeDocument/2006/relationships/image" Target="../media/image10.svg"/><Relationship Id="rId5" Type="http://schemas.openxmlformats.org/officeDocument/2006/relationships/tags" Target="../tags/tag65.xml"/><Relationship Id="rId49" Type="http://schemas.openxmlformats.org/officeDocument/2006/relationships/image" Target="../media/image9.png"/><Relationship Id="rId48" Type="http://schemas.openxmlformats.org/officeDocument/2006/relationships/tags" Target="../tags/tag100.xml"/><Relationship Id="rId47" Type="http://schemas.openxmlformats.org/officeDocument/2006/relationships/tags" Target="../tags/tag99.xml"/><Relationship Id="rId46" Type="http://schemas.openxmlformats.org/officeDocument/2006/relationships/tags" Target="../tags/tag98.xml"/><Relationship Id="rId45" Type="http://schemas.openxmlformats.org/officeDocument/2006/relationships/image" Target="../media/image8.svg"/><Relationship Id="rId44" Type="http://schemas.openxmlformats.org/officeDocument/2006/relationships/image" Target="../media/image7.png"/><Relationship Id="rId43" Type="http://schemas.openxmlformats.org/officeDocument/2006/relationships/tags" Target="../tags/tag97.xml"/><Relationship Id="rId42" Type="http://schemas.openxmlformats.org/officeDocument/2006/relationships/tags" Target="../tags/tag96.xml"/><Relationship Id="rId41" Type="http://schemas.openxmlformats.org/officeDocument/2006/relationships/tags" Target="../tags/tag95.xml"/><Relationship Id="rId40" Type="http://schemas.openxmlformats.org/officeDocument/2006/relationships/tags" Target="../tags/tag94.xml"/><Relationship Id="rId4" Type="http://schemas.openxmlformats.org/officeDocument/2006/relationships/tags" Target="../tags/tag64.xml"/><Relationship Id="rId39" Type="http://schemas.openxmlformats.org/officeDocument/2006/relationships/tags" Target="../tags/tag93.xml"/><Relationship Id="rId38" Type="http://schemas.openxmlformats.org/officeDocument/2006/relationships/tags" Target="../tags/tag92.xml"/><Relationship Id="rId37" Type="http://schemas.openxmlformats.org/officeDocument/2006/relationships/tags" Target="../tags/tag91.xml"/><Relationship Id="rId36" Type="http://schemas.openxmlformats.org/officeDocument/2006/relationships/tags" Target="../tags/tag90.xml"/><Relationship Id="rId35" Type="http://schemas.openxmlformats.org/officeDocument/2006/relationships/tags" Target="../tags/tag89.xml"/><Relationship Id="rId34" Type="http://schemas.openxmlformats.org/officeDocument/2006/relationships/tags" Target="../tags/tag88.xml"/><Relationship Id="rId33" Type="http://schemas.openxmlformats.org/officeDocument/2006/relationships/tags" Target="../tags/tag87.xml"/><Relationship Id="rId32" Type="http://schemas.openxmlformats.org/officeDocument/2006/relationships/tags" Target="../tags/tag86.xml"/><Relationship Id="rId31" Type="http://schemas.openxmlformats.org/officeDocument/2006/relationships/tags" Target="../tags/tag85.xml"/><Relationship Id="rId30" Type="http://schemas.openxmlformats.org/officeDocument/2006/relationships/tags" Target="../tags/tag84.xml"/><Relationship Id="rId3" Type="http://schemas.openxmlformats.org/officeDocument/2006/relationships/tags" Target="../tags/tag63.xml"/><Relationship Id="rId29" Type="http://schemas.openxmlformats.org/officeDocument/2006/relationships/tags" Target="../tags/tag83.xml"/><Relationship Id="rId28" Type="http://schemas.openxmlformats.org/officeDocument/2006/relationships/tags" Target="../tags/tag82.xml"/><Relationship Id="rId27" Type="http://schemas.openxmlformats.org/officeDocument/2006/relationships/tags" Target="../tags/tag81.xml"/><Relationship Id="rId26" Type="http://schemas.openxmlformats.org/officeDocument/2006/relationships/tags" Target="../tags/tag80.xml"/><Relationship Id="rId25" Type="http://schemas.openxmlformats.org/officeDocument/2006/relationships/tags" Target="../tags/tag79.xml"/><Relationship Id="rId24" Type="http://schemas.openxmlformats.org/officeDocument/2006/relationships/tags" Target="../tags/tag78.xml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" Type="http://schemas.openxmlformats.org/officeDocument/2006/relationships/tags" Target="../tags/tag75.xml"/><Relationship Id="rId20" Type="http://schemas.openxmlformats.org/officeDocument/2006/relationships/tags" Target="../tags/tag74.xml"/><Relationship Id="rId2" Type="http://schemas.openxmlformats.org/officeDocument/2006/relationships/tags" Target="../tags/tag62.xml"/><Relationship Id="rId19" Type="http://schemas.openxmlformats.org/officeDocument/2006/relationships/tags" Target="../tags/tag73.xml"/><Relationship Id="rId18" Type="http://schemas.openxmlformats.org/officeDocument/2006/relationships/image" Target="../media/image6.svg"/><Relationship Id="rId17" Type="http://schemas.openxmlformats.org/officeDocument/2006/relationships/image" Target="../media/image5.png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image" Target="../media/image4.svg"/><Relationship Id="rId13" Type="http://schemas.openxmlformats.org/officeDocument/2006/relationships/image" Target="../media/image3.png"/><Relationship Id="rId12" Type="http://schemas.openxmlformats.org/officeDocument/2006/relationships/tags" Target="../tags/tag70.xml"/><Relationship Id="rId11" Type="http://schemas.openxmlformats.org/officeDocument/2006/relationships/tags" Target="../tags/tag69.xml"/><Relationship Id="rId10" Type="http://schemas.openxmlformats.org/officeDocument/2006/relationships/image" Target="../media/image2.svg"/><Relationship Id="rId1" Type="http://schemas.openxmlformats.org/officeDocument/2006/relationships/tags" Target="../tags/tag6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14.xml"/><Relationship Id="rId8" Type="http://schemas.openxmlformats.org/officeDocument/2006/relationships/tags" Target="../tags/tag113.xml"/><Relationship Id="rId7" Type="http://schemas.openxmlformats.org/officeDocument/2006/relationships/tags" Target="../tags/tag112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Relationship Id="rId37" Type="http://schemas.openxmlformats.org/officeDocument/2006/relationships/slideLayout" Target="../slideLayouts/slideLayout17.xml"/><Relationship Id="rId36" Type="http://schemas.openxmlformats.org/officeDocument/2006/relationships/tags" Target="../tags/tag141.xml"/><Relationship Id="rId35" Type="http://schemas.openxmlformats.org/officeDocument/2006/relationships/tags" Target="../tags/tag140.xml"/><Relationship Id="rId34" Type="http://schemas.openxmlformats.org/officeDocument/2006/relationships/tags" Target="../tags/tag139.xml"/><Relationship Id="rId33" Type="http://schemas.openxmlformats.org/officeDocument/2006/relationships/tags" Target="../tags/tag138.xml"/><Relationship Id="rId32" Type="http://schemas.openxmlformats.org/officeDocument/2006/relationships/tags" Target="../tags/tag137.xml"/><Relationship Id="rId31" Type="http://schemas.openxmlformats.org/officeDocument/2006/relationships/tags" Target="../tags/tag136.xml"/><Relationship Id="rId30" Type="http://schemas.openxmlformats.org/officeDocument/2006/relationships/tags" Target="../tags/tag135.xml"/><Relationship Id="rId3" Type="http://schemas.openxmlformats.org/officeDocument/2006/relationships/tags" Target="../tags/tag108.xml"/><Relationship Id="rId29" Type="http://schemas.openxmlformats.org/officeDocument/2006/relationships/tags" Target="../tags/tag134.xml"/><Relationship Id="rId28" Type="http://schemas.openxmlformats.org/officeDocument/2006/relationships/tags" Target="../tags/tag133.xml"/><Relationship Id="rId27" Type="http://schemas.openxmlformats.org/officeDocument/2006/relationships/tags" Target="../tags/tag132.xml"/><Relationship Id="rId26" Type="http://schemas.openxmlformats.org/officeDocument/2006/relationships/tags" Target="../tags/tag131.xml"/><Relationship Id="rId25" Type="http://schemas.openxmlformats.org/officeDocument/2006/relationships/tags" Target="../tags/tag130.xml"/><Relationship Id="rId24" Type="http://schemas.openxmlformats.org/officeDocument/2006/relationships/tags" Target="../tags/tag129.xml"/><Relationship Id="rId23" Type="http://schemas.openxmlformats.org/officeDocument/2006/relationships/tags" Target="../tags/tag128.xml"/><Relationship Id="rId22" Type="http://schemas.openxmlformats.org/officeDocument/2006/relationships/tags" Target="../tags/tag127.xml"/><Relationship Id="rId21" Type="http://schemas.openxmlformats.org/officeDocument/2006/relationships/tags" Target="../tags/tag126.xml"/><Relationship Id="rId20" Type="http://schemas.openxmlformats.org/officeDocument/2006/relationships/tags" Target="../tags/tag125.xml"/><Relationship Id="rId2" Type="http://schemas.openxmlformats.org/officeDocument/2006/relationships/tags" Target="../tags/tag107.xml"/><Relationship Id="rId19" Type="http://schemas.openxmlformats.org/officeDocument/2006/relationships/tags" Target="../tags/tag124.xml"/><Relationship Id="rId18" Type="http://schemas.openxmlformats.org/officeDocument/2006/relationships/tags" Target="../tags/tag123.xml"/><Relationship Id="rId17" Type="http://schemas.openxmlformats.org/officeDocument/2006/relationships/tags" Target="../tags/tag122.xml"/><Relationship Id="rId16" Type="http://schemas.openxmlformats.org/officeDocument/2006/relationships/tags" Target="../tags/tag121.xml"/><Relationship Id="rId15" Type="http://schemas.openxmlformats.org/officeDocument/2006/relationships/tags" Target="../tags/tag120.xml"/><Relationship Id="rId14" Type="http://schemas.openxmlformats.org/officeDocument/2006/relationships/tags" Target="../tags/tag119.xml"/><Relationship Id="rId13" Type="http://schemas.openxmlformats.org/officeDocument/2006/relationships/tags" Target="../tags/tag118.xml"/><Relationship Id="rId12" Type="http://schemas.openxmlformats.org/officeDocument/2006/relationships/tags" Target="../tags/tag117.xml"/><Relationship Id="rId11" Type="http://schemas.openxmlformats.org/officeDocument/2006/relationships/tags" Target="../tags/tag116.xml"/><Relationship Id="rId10" Type="http://schemas.openxmlformats.org/officeDocument/2006/relationships/tags" Target="../tags/tag115.xml"/><Relationship Id="rId1" Type="http://schemas.openxmlformats.org/officeDocument/2006/relationships/tags" Target="../tags/tag10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6" Type="http://schemas.openxmlformats.org/officeDocument/2006/relationships/slideLayout" Target="../slideLayouts/slideLayout17.xml"/><Relationship Id="rId35" Type="http://schemas.openxmlformats.org/officeDocument/2006/relationships/tags" Target="../tags/tag166.xml"/><Relationship Id="rId34" Type="http://schemas.openxmlformats.org/officeDocument/2006/relationships/tags" Target="../tags/tag165.xml"/><Relationship Id="rId33" Type="http://schemas.openxmlformats.org/officeDocument/2006/relationships/tags" Target="../tags/tag164.xml"/><Relationship Id="rId32" Type="http://schemas.openxmlformats.org/officeDocument/2006/relationships/image" Target="../media/image22.svg"/><Relationship Id="rId31" Type="http://schemas.openxmlformats.org/officeDocument/2006/relationships/image" Target="../media/image21.png"/><Relationship Id="rId30" Type="http://schemas.openxmlformats.org/officeDocument/2006/relationships/tags" Target="../tags/tag163.xml"/><Relationship Id="rId3" Type="http://schemas.openxmlformats.org/officeDocument/2006/relationships/tags" Target="../tags/tag144.xml"/><Relationship Id="rId29" Type="http://schemas.openxmlformats.org/officeDocument/2006/relationships/tags" Target="../tags/tag162.xml"/><Relationship Id="rId28" Type="http://schemas.openxmlformats.org/officeDocument/2006/relationships/tags" Target="../tags/tag161.xml"/><Relationship Id="rId27" Type="http://schemas.openxmlformats.org/officeDocument/2006/relationships/tags" Target="../tags/tag160.xml"/><Relationship Id="rId26" Type="http://schemas.openxmlformats.org/officeDocument/2006/relationships/tags" Target="../tags/tag159.xml"/><Relationship Id="rId25" Type="http://schemas.openxmlformats.org/officeDocument/2006/relationships/image" Target="../media/image20.svg"/><Relationship Id="rId24" Type="http://schemas.openxmlformats.org/officeDocument/2006/relationships/image" Target="../media/image19.png"/><Relationship Id="rId23" Type="http://schemas.openxmlformats.org/officeDocument/2006/relationships/tags" Target="../tags/tag158.xml"/><Relationship Id="rId22" Type="http://schemas.openxmlformats.org/officeDocument/2006/relationships/tags" Target="../tags/tag157.xml"/><Relationship Id="rId21" Type="http://schemas.openxmlformats.org/officeDocument/2006/relationships/tags" Target="../tags/tag156.xml"/><Relationship Id="rId20" Type="http://schemas.openxmlformats.org/officeDocument/2006/relationships/tags" Target="../tags/tag155.xml"/><Relationship Id="rId2" Type="http://schemas.openxmlformats.org/officeDocument/2006/relationships/tags" Target="../tags/tag143.xml"/><Relationship Id="rId19" Type="http://schemas.openxmlformats.org/officeDocument/2006/relationships/tags" Target="../tags/tag154.xml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tags" Target="../tags/tag153.xml"/><Relationship Id="rId15" Type="http://schemas.openxmlformats.org/officeDocument/2006/relationships/tags" Target="../tags/tag152.xml"/><Relationship Id="rId14" Type="http://schemas.openxmlformats.org/officeDocument/2006/relationships/tags" Target="../tags/tag151.xml"/><Relationship Id="rId13" Type="http://schemas.openxmlformats.org/officeDocument/2006/relationships/tags" Target="../tags/tag150.xml"/><Relationship Id="rId12" Type="http://schemas.openxmlformats.org/officeDocument/2006/relationships/tags" Target="../tags/tag149.xml"/><Relationship Id="rId11" Type="http://schemas.openxmlformats.org/officeDocument/2006/relationships/image" Target="../media/image16.svg"/><Relationship Id="rId10" Type="http://schemas.openxmlformats.org/officeDocument/2006/relationships/image" Target="../media/image15.png"/><Relationship Id="rId1" Type="http://schemas.openxmlformats.org/officeDocument/2006/relationships/tags" Target="../tags/tag14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9" Type="http://schemas.openxmlformats.org/officeDocument/2006/relationships/slideLayout" Target="../slideLayouts/slideLayout17.xml"/><Relationship Id="rId48" Type="http://schemas.openxmlformats.org/officeDocument/2006/relationships/tags" Target="../tags/tag206.xml"/><Relationship Id="rId47" Type="http://schemas.openxmlformats.org/officeDocument/2006/relationships/tags" Target="../tags/tag205.xml"/><Relationship Id="rId46" Type="http://schemas.openxmlformats.org/officeDocument/2006/relationships/tags" Target="../tags/tag204.xml"/><Relationship Id="rId45" Type="http://schemas.openxmlformats.org/officeDocument/2006/relationships/tags" Target="../tags/tag203.xml"/><Relationship Id="rId44" Type="http://schemas.openxmlformats.org/officeDocument/2006/relationships/image" Target="../media/image30.svg"/><Relationship Id="rId43" Type="http://schemas.openxmlformats.org/officeDocument/2006/relationships/image" Target="../media/image29.png"/><Relationship Id="rId42" Type="http://schemas.openxmlformats.org/officeDocument/2006/relationships/tags" Target="../tags/tag202.xml"/><Relationship Id="rId41" Type="http://schemas.openxmlformats.org/officeDocument/2006/relationships/tags" Target="../tags/tag201.xml"/><Relationship Id="rId40" Type="http://schemas.openxmlformats.org/officeDocument/2006/relationships/tags" Target="../tags/tag200.xml"/><Relationship Id="rId4" Type="http://schemas.openxmlformats.org/officeDocument/2006/relationships/tags" Target="../tags/tag170.xml"/><Relationship Id="rId39" Type="http://schemas.openxmlformats.org/officeDocument/2006/relationships/tags" Target="../tags/tag199.xml"/><Relationship Id="rId38" Type="http://schemas.openxmlformats.org/officeDocument/2006/relationships/tags" Target="../tags/tag198.xml"/><Relationship Id="rId37" Type="http://schemas.openxmlformats.org/officeDocument/2006/relationships/tags" Target="../tags/tag197.xml"/><Relationship Id="rId36" Type="http://schemas.openxmlformats.org/officeDocument/2006/relationships/tags" Target="../tags/tag196.xml"/><Relationship Id="rId35" Type="http://schemas.openxmlformats.org/officeDocument/2006/relationships/tags" Target="../tags/tag195.xml"/><Relationship Id="rId34" Type="http://schemas.openxmlformats.org/officeDocument/2006/relationships/tags" Target="../tags/tag194.xml"/><Relationship Id="rId33" Type="http://schemas.openxmlformats.org/officeDocument/2006/relationships/image" Target="../media/image28.svg"/><Relationship Id="rId32" Type="http://schemas.openxmlformats.org/officeDocument/2006/relationships/image" Target="../media/image27.png"/><Relationship Id="rId31" Type="http://schemas.openxmlformats.org/officeDocument/2006/relationships/tags" Target="../tags/tag193.xml"/><Relationship Id="rId30" Type="http://schemas.openxmlformats.org/officeDocument/2006/relationships/tags" Target="../tags/tag192.xml"/><Relationship Id="rId3" Type="http://schemas.openxmlformats.org/officeDocument/2006/relationships/tags" Target="../tags/tag169.xml"/><Relationship Id="rId29" Type="http://schemas.openxmlformats.org/officeDocument/2006/relationships/tags" Target="../tags/tag191.xml"/><Relationship Id="rId28" Type="http://schemas.openxmlformats.org/officeDocument/2006/relationships/tags" Target="../tags/tag190.xml"/><Relationship Id="rId27" Type="http://schemas.openxmlformats.org/officeDocument/2006/relationships/tags" Target="../tags/tag189.xml"/><Relationship Id="rId26" Type="http://schemas.openxmlformats.org/officeDocument/2006/relationships/tags" Target="../tags/tag188.xml"/><Relationship Id="rId25" Type="http://schemas.openxmlformats.org/officeDocument/2006/relationships/tags" Target="../tags/tag187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image" Target="../media/image26.svg"/><Relationship Id="rId21" Type="http://schemas.openxmlformats.org/officeDocument/2006/relationships/image" Target="../media/image25.png"/><Relationship Id="rId20" Type="http://schemas.openxmlformats.org/officeDocument/2006/relationships/tags" Target="../tags/tag184.xml"/><Relationship Id="rId2" Type="http://schemas.openxmlformats.org/officeDocument/2006/relationships/tags" Target="../tags/tag168.xml"/><Relationship Id="rId19" Type="http://schemas.openxmlformats.org/officeDocument/2006/relationships/tags" Target="../tags/tag183.xml"/><Relationship Id="rId18" Type="http://schemas.openxmlformats.org/officeDocument/2006/relationships/tags" Target="../tags/tag182.xml"/><Relationship Id="rId17" Type="http://schemas.openxmlformats.org/officeDocument/2006/relationships/tags" Target="../tags/tag181.xml"/><Relationship Id="rId16" Type="http://schemas.openxmlformats.org/officeDocument/2006/relationships/tags" Target="../tags/tag180.xml"/><Relationship Id="rId15" Type="http://schemas.openxmlformats.org/officeDocument/2006/relationships/tags" Target="../tags/tag179.xml"/><Relationship Id="rId14" Type="http://schemas.openxmlformats.org/officeDocument/2006/relationships/tags" Target="../tags/tag178.xml"/><Relationship Id="rId13" Type="http://schemas.openxmlformats.org/officeDocument/2006/relationships/tags" Target="../tags/tag177.xml"/><Relationship Id="rId12" Type="http://schemas.openxmlformats.org/officeDocument/2006/relationships/tags" Target="../tags/tag176.xml"/><Relationship Id="rId11" Type="http://schemas.openxmlformats.org/officeDocument/2006/relationships/image" Target="../media/image24.svg"/><Relationship Id="rId10" Type="http://schemas.openxmlformats.org/officeDocument/2006/relationships/image" Target="../media/image23.png"/><Relationship Id="rId1" Type="http://schemas.openxmlformats.org/officeDocument/2006/relationships/tags" Target="../tags/tag16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15.xml"/><Relationship Id="rId8" Type="http://schemas.openxmlformats.org/officeDocument/2006/relationships/tags" Target="../tags/tag214.xml"/><Relationship Id="rId7" Type="http://schemas.openxmlformats.org/officeDocument/2006/relationships/tags" Target="../tags/tag213.xml"/><Relationship Id="rId6" Type="http://schemas.openxmlformats.org/officeDocument/2006/relationships/tags" Target="../tags/tag212.xml"/><Relationship Id="rId5" Type="http://schemas.openxmlformats.org/officeDocument/2006/relationships/tags" Target="../tags/tag211.xml"/><Relationship Id="rId4" Type="http://schemas.openxmlformats.org/officeDocument/2006/relationships/tags" Target="../tags/tag210.xml"/><Relationship Id="rId39" Type="http://schemas.openxmlformats.org/officeDocument/2006/relationships/slideLayout" Target="../slideLayouts/slideLayout17.xml"/><Relationship Id="rId38" Type="http://schemas.openxmlformats.org/officeDocument/2006/relationships/tags" Target="../tags/tag238.xml"/><Relationship Id="rId37" Type="http://schemas.openxmlformats.org/officeDocument/2006/relationships/tags" Target="../tags/tag237.xml"/><Relationship Id="rId36" Type="http://schemas.openxmlformats.org/officeDocument/2006/relationships/tags" Target="../tags/tag236.xml"/><Relationship Id="rId35" Type="http://schemas.openxmlformats.org/officeDocument/2006/relationships/tags" Target="../tags/tag235.xml"/><Relationship Id="rId34" Type="http://schemas.openxmlformats.org/officeDocument/2006/relationships/image" Target="../media/image36.svg"/><Relationship Id="rId33" Type="http://schemas.openxmlformats.org/officeDocument/2006/relationships/image" Target="../media/image35.png"/><Relationship Id="rId32" Type="http://schemas.openxmlformats.org/officeDocument/2006/relationships/tags" Target="../tags/tag234.xml"/><Relationship Id="rId31" Type="http://schemas.openxmlformats.org/officeDocument/2006/relationships/tags" Target="../tags/tag233.xml"/><Relationship Id="rId30" Type="http://schemas.openxmlformats.org/officeDocument/2006/relationships/tags" Target="../tags/tag232.xml"/><Relationship Id="rId3" Type="http://schemas.openxmlformats.org/officeDocument/2006/relationships/tags" Target="../tags/tag209.xml"/><Relationship Id="rId29" Type="http://schemas.openxmlformats.org/officeDocument/2006/relationships/image" Target="../media/image34.svg"/><Relationship Id="rId28" Type="http://schemas.openxmlformats.org/officeDocument/2006/relationships/image" Target="../media/image33.png"/><Relationship Id="rId27" Type="http://schemas.openxmlformats.org/officeDocument/2006/relationships/tags" Target="../tags/tag231.xml"/><Relationship Id="rId26" Type="http://schemas.openxmlformats.org/officeDocument/2006/relationships/tags" Target="../tags/tag230.xml"/><Relationship Id="rId25" Type="http://schemas.openxmlformats.org/officeDocument/2006/relationships/tags" Target="../tags/tag229.xml"/><Relationship Id="rId24" Type="http://schemas.openxmlformats.org/officeDocument/2006/relationships/image" Target="../media/image32.svg"/><Relationship Id="rId23" Type="http://schemas.openxmlformats.org/officeDocument/2006/relationships/image" Target="../media/image31.png"/><Relationship Id="rId22" Type="http://schemas.openxmlformats.org/officeDocument/2006/relationships/tags" Target="../tags/tag228.xml"/><Relationship Id="rId21" Type="http://schemas.openxmlformats.org/officeDocument/2006/relationships/tags" Target="../tags/tag227.xml"/><Relationship Id="rId20" Type="http://schemas.openxmlformats.org/officeDocument/2006/relationships/tags" Target="../tags/tag226.xml"/><Relationship Id="rId2" Type="http://schemas.openxmlformats.org/officeDocument/2006/relationships/tags" Target="../tags/tag208.xml"/><Relationship Id="rId19" Type="http://schemas.openxmlformats.org/officeDocument/2006/relationships/tags" Target="../tags/tag225.xml"/><Relationship Id="rId18" Type="http://schemas.openxmlformats.org/officeDocument/2006/relationships/tags" Target="../tags/tag224.xml"/><Relationship Id="rId17" Type="http://schemas.openxmlformats.org/officeDocument/2006/relationships/tags" Target="../tags/tag223.xml"/><Relationship Id="rId16" Type="http://schemas.openxmlformats.org/officeDocument/2006/relationships/tags" Target="../tags/tag222.xml"/><Relationship Id="rId15" Type="http://schemas.openxmlformats.org/officeDocument/2006/relationships/tags" Target="../tags/tag221.xml"/><Relationship Id="rId14" Type="http://schemas.openxmlformats.org/officeDocument/2006/relationships/tags" Target="../tags/tag220.xml"/><Relationship Id="rId13" Type="http://schemas.openxmlformats.org/officeDocument/2006/relationships/tags" Target="../tags/tag219.xml"/><Relationship Id="rId12" Type="http://schemas.openxmlformats.org/officeDocument/2006/relationships/tags" Target="../tags/tag218.xml"/><Relationship Id="rId11" Type="http://schemas.openxmlformats.org/officeDocument/2006/relationships/tags" Target="../tags/tag217.xml"/><Relationship Id="rId10" Type="http://schemas.openxmlformats.org/officeDocument/2006/relationships/tags" Target="../tags/tag216.xml"/><Relationship Id="rId1" Type="http://schemas.openxmlformats.org/officeDocument/2006/relationships/tags" Target="../tags/tag20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47.xml"/><Relationship Id="rId8" Type="http://schemas.openxmlformats.org/officeDocument/2006/relationships/tags" Target="../tags/tag246.xml"/><Relationship Id="rId7" Type="http://schemas.openxmlformats.org/officeDocument/2006/relationships/tags" Target="../tags/tag245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1" Type="http://schemas.openxmlformats.org/officeDocument/2006/relationships/slideLayout" Target="../slideLayouts/slideLayout17.xml"/><Relationship Id="rId30" Type="http://schemas.openxmlformats.org/officeDocument/2006/relationships/tags" Target="../tags/tag268.xml"/><Relationship Id="rId3" Type="http://schemas.openxmlformats.org/officeDocument/2006/relationships/tags" Target="../tags/tag241.xml"/><Relationship Id="rId29" Type="http://schemas.openxmlformats.org/officeDocument/2006/relationships/tags" Target="../tags/tag267.xml"/><Relationship Id="rId28" Type="http://schemas.openxmlformats.org/officeDocument/2006/relationships/tags" Target="../tags/tag266.xml"/><Relationship Id="rId27" Type="http://schemas.openxmlformats.org/officeDocument/2006/relationships/tags" Target="../tags/tag265.xml"/><Relationship Id="rId26" Type="http://schemas.openxmlformats.org/officeDocument/2006/relationships/tags" Target="../tags/tag264.xml"/><Relationship Id="rId25" Type="http://schemas.openxmlformats.org/officeDocument/2006/relationships/tags" Target="../tags/tag263.xml"/><Relationship Id="rId24" Type="http://schemas.openxmlformats.org/officeDocument/2006/relationships/tags" Target="../tags/tag262.xml"/><Relationship Id="rId23" Type="http://schemas.openxmlformats.org/officeDocument/2006/relationships/tags" Target="../tags/tag261.xml"/><Relationship Id="rId22" Type="http://schemas.openxmlformats.org/officeDocument/2006/relationships/tags" Target="../tags/tag260.xml"/><Relationship Id="rId21" Type="http://schemas.openxmlformats.org/officeDocument/2006/relationships/tags" Target="../tags/tag259.xml"/><Relationship Id="rId20" Type="http://schemas.openxmlformats.org/officeDocument/2006/relationships/tags" Target="../tags/tag258.xml"/><Relationship Id="rId2" Type="http://schemas.openxmlformats.org/officeDocument/2006/relationships/tags" Target="../tags/tag240.xml"/><Relationship Id="rId19" Type="http://schemas.openxmlformats.org/officeDocument/2006/relationships/tags" Target="../tags/tag257.xml"/><Relationship Id="rId18" Type="http://schemas.openxmlformats.org/officeDocument/2006/relationships/tags" Target="../tags/tag256.xml"/><Relationship Id="rId17" Type="http://schemas.openxmlformats.org/officeDocument/2006/relationships/tags" Target="../tags/tag255.xml"/><Relationship Id="rId16" Type="http://schemas.openxmlformats.org/officeDocument/2006/relationships/tags" Target="../tags/tag254.xml"/><Relationship Id="rId15" Type="http://schemas.openxmlformats.org/officeDocument/2006/relationships/tags" Target="../tags/tag253.xml"/><Relationship Id="rId14" Type="http://schemas.openxmlformats.org/officeDocument/2006/relationships/tags" Target="../tags/tag252.xml"/><Relationship Id="rId13" Type="http://schemas.openxmlformats.org/officeDocument/2006/relationships/tags" Target="../tags/tag251.xml"/><Relationship Id="rId12" Type="http://schemas.openxmlformats.org/officeDocument/2006/relationships/tags" Target="../tags/tag250.xml"/><Relationship Id="rId11" Type="http://schemas.openxmlformats.org/officeDocument/2006/relationships/tags" Target="../tags/tag249.xml"/><Relationship Id="rId10" Type="http://schemas.openxmlformats.org/officeDocument/2006/relationships/tags" Target="../tags/tag248.xml"/><Relationship Id="rId1" Type="http://schemas.openxmlformats.org/officeDocument/2006/relationships/tags" Target="../tags/tag239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77.xml"/><Relationship Id="rId8" Type="http://schemas.openxmlformats.org/officeDocument/2006/relationships/tags" Target="../tags/tag276.xml"/><Relationship Id="rId7" Type="http://schemas.openxmlformats.org/officeDocument/2006/relationships/tags" Target="../tags/tag275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1" Type="http://schemas.openxmlformats.org/officeDocument/2006/relationships/slideLayout" Target="../slideLayouts/slideLayout17.xml"/><Relationship Id="rId20" Type="http://schemas.openxmlformats.org/officeDocument/2006/relationships/tags" Target="../tags/tag288.xml"/><Relationship Id="rId2" Type="http://schemas.openxmlformats.org/officeDocument/2006/relationships/tags" Target="../tags/tag270.xml"/><Relationship Id="rId19" Type="http://schemas.openxmlformats.org/officeDocument/2006/relationships/tags" Target="../tags/tag287.xml"/><Relationship Id="rId18" Type="http://schemas.openxmlformats.org/officeDocument/2006/relationships/tags" Target="../tags/tag286.xml"/><Relationship Id="rId17" Type="http://schemas.openxmlformats.org/officeDocument/2006/relationships/tags" Target="../tags/tag285.xml"/><Relationship Id="rId16" Type="http://schemas.openxmlformats.org/officeDocument/2006/relationships/tags" Target="../tags/tag284.xml"/><Relationship Id="rId15" Type="http://schemas.openxmlformats.org/officeDocument/2006/relationships/tags" Target="../tags/tag283.xml"/><Relationship Id="rId14" Type="http://schemas.openxmlformats.org/officeDocument/2006/relationships/tags" Target="../tags/tag282.xml"/><Relationship Id="rId13" Type="http://schemas.openxmlformats.org/officeDocument/2006/relationships/tags" Target="../tags/tag281.xml"/><Relationship Id="rId12" Type="http://schemas.openxmlformats.org/officeDocument/2006/relationships/tags" Target="../tags/tag280.xml"/><Relationship Id="rId11" Type="http://schemas.openxmlformats.org/officeDocument/2006/relationships/tags" Target="../tags/tag279.xml"/><Relationship Id="rId10" Type="http://schemas.openxmlformats.org/officeDocument/2006/relationships/tags" Target="../tags/tag278.xml"/><Relationship Id="rId1" Type="http://schemas.openxmlformats.org/officeDocument/2006/relationships/tags" Target="../tags/tag26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95.xml"/><Relationship Id="rId8" Type="http://schemas.openxmlformats.org/officeDocument/2006/relationships/tags" Target="../tags/tag294.xml"/><Relationship Id="rId7" Type="http://schemas.openxmlformats.org/officeDocument/2006/relationships/image" Target="../media/image38.svg"/><Relationship Id="rId6" Type="http://schemas.openxmlformats.org/officeDocument/2006/relationships/image" Target="../media/image37.png"/><Relationship Id="rId5" Type="http://schemas.openxmlformats.org/officeDocument/2006/relationships/tags" Target="../tags/tag293.xml"/><Relationship Id="rId46" Type="http://schemas.openxmlformats.org/officeDocument/2006/relationships/slideLayout" Target="../slideLayouts/slideLayout17.xml"/><Relationship Id="rId45" Type="http://schemas.openxmlformats.org/officeDocument/2006/relationships/tags" Target="../tags/tag323.xml"/><Relationship Id="rId44" Type="http://schemas.openxmlformats.org/officeDocument/2006/relationships/tags" Target="../tags/tag322.xml"/><Relationship Id="rId43" Type="http://schemas.openxmlformats.org/officeDocument/2006/relationships/image" Target="../media/image45.svg"/><Relationship Id="rId42" Type="http://schemas.openxmlformats.org/officeDocument/2006/relationships/image" Target="../media/image44.png"/><Relationship Id="rId41" Type="http://schemas.openxmlformats.org/officeDocument/2006/relationships/tags" Target="../tags/tag321.xml"/><Relationship Id="rId40" Type="http://schemas.openxmlformats.org/officeDocument/2006/relationships/tags" Target="../tags/tag320.xml"/><Relationship Id="rId4" Type="http://schemas.openxmlformats.org/officeDocument/2006/relationships/tags" Target="../tags/tag292.xml"/><Relationship Id="rId39" Type="http://schemas.openxmlformats.org/officeDocument/2006/relationships/tags" Target="../tags/tag319.xml"/><Relationship Id="rId38" Type="http://schemas.openxmlformats.org/officeDocument/2006/relationships/tags" Target="../tags/tag318.xml"/><Relationship Id="rId37" Type="http://schemas.openxmlformats.org/officeDocument/2006/relationships/tags" Target="../tags/tag317.xml"/><Relationship Id="rId36" Type="http://schemas.openxmlformats.org/officeDocument/2006/relationships/image" Target="../media/image43.svg"/><Relationship Id="rId35" Type="http://schemas.openxmlformats.org/officeDocument/2006/relationships/image" Target="../media/image42.png"/><Relationship Id="rId34" Type="http://schemas.openxmlformats.org/officeDocument/2006/relationships/tags" Target="../tags/tag316.xml"/><Relationship Id="rId33" Type="http://schemas.openxmlformats.org/officeDocument/2006/relationships/tags" Target="../tags/tag315.xml"/><Relationship Id="rId32" Type="http://schemas.openxmlformats.org/officeDocument/2006/relationships/tags" Target="../tags/tag314.xml"/><Relationship Id="rId31" Type="http://schemas.openxmlformats.org/officeDocument/2006/relationships/tags" Target="../tags/tag313.xml"/><Relationship Id="rId30" Type="http://schemas.openxmlformats.org/officeDocument/2006/relationships/tags" Target="../tags/tag312.xml"/><Relationship Id="rId3" Type="http://schemas.openxmlformats.org/officeDocument/2006/relationships/tags" Target="../tags/tag291.xml"/><Relationship Id="rId29" Type="http://schemas.openxmlformats.org/officeDocument/2006/relationships/image" Target="../media/image41.svg"/><Relationship Id="rId28" Type="http://schemas.openxmlformats.org/officeDocument/2006/relationships/image" Target="../media/image40.png"/><Relationship Id="rId27" Type="http://schemas.openxmlformats.org/officeDocument/2006/relationships/tags" Target="../tags/tag311.xml"/><Relationship Id="rId26" Type="http://schemas.openxmlformats.org/officeDocument/2006/relationships/tags" Target="../tags/tag310.xml"/><Relationship Id="rId25" Type="http://schemas.openxmlformats.org/officeDocument/2006/relationships/tags" Target="../tags/tag309.xml"/><Relationship Id="rId24" Type="http://schemas.openxmlformats.org/officeDocument/2006/relationships/tags" Target="../tags/tag308.xml"/><Relationship Id="rId23" Type="http://schemas.openxmlformats.org/officeDocument/2006/relationships/tags" Target="../tags/tag307.xml"/><Relationship Id="rId22" Type="http://schemas.openxmlformats.org/officeDocument/2006/relationships/tags" Target="../tags/tag306.xml"/><Relationship Id="rId21" Type="http://schemas.openxmlformats.org/officeDocument/2006/relationships/tags" Target="../tags/tag305.xml"/><Relationship Id="rId20" Type="http://schemas.openxmlformats.org/officeDocument/2006/relationships/tags" Target="../tags/tag304.xml"/><Relationship Id="rId2" Type="http://schemas.openxmlformats.org/officeDocument/2006/relationships/tags" Target="../tags/tag290.xml"/><Relationship Id="rId19" Type="http://schemas.openxmlformats.org/officeDocument/2006/relationships/tags" Target="../tags/tag303.xml"/><Relationship Id="rId18" Type="http://schemas.openxmlformats.org/officeDocument/2006/relationships/tags" Target="../tags/tag302.xml"/><Relationship Id="rId17" Type="http://schemas.openxmlformats.org/officeDocument/2006/relationships/tags" Target="../tags/tag301.xml"/><Relationship Id="rId16" Type="http://schemas.openxmlformats.org/officeDocument/2006/relationships/image" Target="../media/image34.svg"/><Relationship Id="rId15" Type="http://schemas.openxmlformats.org/officeDocument/2006/relationships/image" Target="../media/image39.png"/><Relationship Id="rId14" Type="http://schemas.openxmlformats.org/officeDocument/2006/relationships/tags" Target="../tags/tag300.xml"/><Relationship Id="rId13" Type="http://schemas.openxmlformats.org/officeDocument/2006/relationships/tags" Target="../tags/tag299.xml"/><Relationship Id="rId12" Type="http://schemas.openxmlformats.org/officeDocument/2006/relationships/tags" Target="../tags/tag298.xml"/><Relationship Id="rId11" Type="http://schemas.openxmlformats.org/officeDocument/2006/relationships/tags" Target="../tags/tag297.xml"/><Relationship Id="rId10" Type="http://schemas.openxmlformats.org/officeDocument/2006/relationships/tags" Target="../tags/tag296.xml"/><Relationship Id="rId1" Type="http://schemas.openxmlformats.org/officeDocument/2006/relationships/tags" Target="../tags/tag28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30.xml"/><Relationship Id="rId8" Type="http://schemas.openxmlformats.org/officeDocument/2006/relationships/tags" Target="../tags/tag329.xml"/><Relationship Id="rId7" Type="http://schemas.openxmlformats.org/officeDocument/2006/relationships/tags" Target="../tags/tag328.xml"/><Relationship Id="rId6" Type="http://schemas.openxmlformats.org/officeDocument/2006/relationships/tags" Target="../tags/tag327.xml"/><Relationship Id="rId5" Type="http://schemas.openxmlformats.org/officeDocument/2006/relationships/tags" Target="../tags/tag326.xml"/><Relationship Id="rId4" Type="http://schemas.openxmlformats.org/officeDocument/2006/relationships/tags" Target="../tags/tag325.xml"/><Relationship Id="rId39" Type="http://schemas.openxmlformats.org/officeDocument/2006/relationships/slideLayout" Target="../slideLayouts/slideLayout17.xml"/><Relationship Id="rId38" Type="http://schemas.openxmlformats.org/officeDocument/2006/relationships/tags" Target="../tags/tag355.xml"/><Relationship Id="rId37" Type="http://schemas.openxmlformats.org/officeDocument/2006/relationships/tags" Target="../tags/tag354.xml"/><Relationship Id="rId36" Type="http://schemas.openxmlformats.org/officeDocument/2006/relationships/tags" Target="../tags/tag353.xml"/><Relationship Id="rId35" Type="http://schemas.openxmlformats.org/officeDocument/2006/relationships/tags" Target="../tags/tag352.xml"/><Relationship Id="rId34" Type="http://schemas.openxmlformats.org/officeDocument/2006/relationships/tags" Target="../tags/tag351.xml"/><Relationship Id="rId33" Type="http://schemas.openxmlformats.org/officeDocument/2006/relationships/tags" Target="../tags/tag350.xml"/><Relationship Id="rId32" Type="http://schemas.openxmlformats.org/officeDocument/2006/relationships/image" Target="../media/image51.svg"/><Relationship Id="rId31" Type="http://schemas.openxmlformats.org/officeDocument/2006/relationships/image" Target="../media/image50.png"/><Relationship Id="rId30" Type="http://schemas.openxmlformats.org/officeDocument/2006/relationships/tags" Target="../tags/tag349.xml"/><Relationship Id="rId3" Type="http://schemas.openxmlformats.org/officeDocument/2006/relationships/image" Target="../media/image47.svg"/><Relationship Id="rId29" Type="http://schemas.openxmlformats.org/officeDocument/2006/relationships/tags" Target="../tags/tag348.xml"/><Relationship Id="rId28" Type="http://schemas.openxmlformats.org/officeDocument/2006/relationships/tags" Target="../tags/tag347.xml"/><Relationship Id="rId27" Type="http://schemas.openxmlformats.org/officeDocument/2006/relationships/tags" Target="../tags/tag346.xml"/><Relationship Id="rId26" Type="http://schemas.openxmlformats.org/officeDocument/2006/relationships/tags" Target="../tags/tag345.xml"/><Relationship Id="rId25" Type="http://schemas.openxmlformats.org/officeDocument/2006/relationships/tags" Target="../tags/tag344.xml"/><Relationship Id="rId24" Type="http://schemas.openxmlformats.org/officeDocument/2006/relationships/tags" Target="../tags/tag343.xml"/><Relationship Id="rId23" Type="http://schemas.openxmlformats.org/officeDocument/2006/relationships/tags" Target="../tags/tag342.xml"/><Relationship Id="rId22" Type="http://schemas.openxmlformats.org/officeDocument/2006/relationships/tags" Target="../tags/tag341.xml"/><Relationship Id="rId21" Type="http://schemas.openxmlformats.org/officeDocument/2006/relationships/tags" Target="../tags/tag340.xml"/><Relationship Id="rId20" Type="http://schemas.openxmlformats.org/officeDocument/2006/relationships/tags" Target="../tags/tag339.xml"/><Relationship Id="rId2" Type="http://schemas.openxmlformats.org/officeDocument/2006/relationships/image" Target="../media/image46.png"/><Relationship Id="rId19" Type="http://schemas.openxmlformats.org/officeDocument/2006/relationships/tags" Target="../tags/tag338.xml"/><Relationship Id="rId18" Type="http://schemas.openxmlformats.org/officeDocument/2006/relationships/tags" Target="../tags/tag337.xml"/><Relationship Id="rId17" Type="http://schemas.openxmlformats.org/officeDocument/2006/relationships/tags" Target="../tags/tag336.xml"/><Relationship Id="rId16" Type="http://schemas.openxmlformats.org/officeDocument/2006/relationships/tags" Target="../tags/tag335.xml"/><Relationship Id="rId15" Type="http://schemas.openxmlformats.org/officeDocument/2006/relationships/image" Target="../media/image49.svg"/><Relationship Id="rId14" Type="http://schemas.openxmlformats.org/officeDocument/2006/relationships/image" Target="../media/image48.png"/><Relationship Id="rId13" Type="http://schemas.openxmlformats.org/officeDocument/2006/relationships/tags" Target="../tags/tag334.xml"/><Relationship Id="rId12" Type="http://schemas.openxmlformats.org/officeDocument/2006/relationships/tags" Target="../tags/tag333.xml"/><Relationship Id="rId11" Type="http://schemas.openxmlformats.org/officeDocument/2006/relationships/tags" Target="../tags/tag332.xml"/><Relationship Id="rId10" Type="http://schemas.openxmlformats.org/officeDocument/2006/relationships/tags" Target="../tags/tag331.xml"/><Relationship Id="rId1" Type="http://schemas.openxmlformats.org/officeDocument/2006/relationships/tags" Target="../tags/tag324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tags" Target="../tags/tag359.xml"/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" Type="http://schemas.openxmlformats.org/officeDocument/2006/relationships/tags" Target="../tags/tag3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114300"/>
          </a:xfrm>
          <a:prstGeom prst="rect">
            <a:avLst/>
          </a:prstGeom>
          <a:gradFill>
            <a:gsLst>
              <a:gs pos="0">
                <a:srgbClr val="3E9CB8"/>
              </a:gs>
              <a:gs pos="50000">
                <a:srgbClr val="6BC2DB"/>
              </a:gs>
              <a:gs pos="100000">
                <a:srgbClr val="3E9CB8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0" y="3067050"/>
            <a:ext cx="12192000" cy="76200"/>
          </a:xfrm>
          <a:prstGeom prst="rect">
            <a:avLst/>
          </a:prstGeom>
          <a:gradFill>
            <a:gsLst>
              <a:gs pos="0">
                <a:srgbClr val="3E9CB8"/>
              </a:gs>
              <a:gs pos="100000">
                <a:srgbClr val="6BC2DB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121819" y="3486150"/>
            <a:ext cx="5948363" cy="1143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  <a:spcAft>
                <a:spcPts val="600"/>
              </a:spcAft>
            </a:pPr>
            <a:r>
              <a:rPr lang="en-US" sz="3000" b="1" spc="15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ADHD</a:t>
            </a:r>
            <a:r>
              <a:rPr lang="zh-CN" sz="3000" b="1" spc="15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中小学生（儿童）行为习惯</a:t>
            </a:r>
            <a:endParaRPr lang="zh-CN" sz="3000" b="1" spc="15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>
              <a:lnSpc>
                <a:spcPct val="133000"/>
              </a:lnSpc>
            </a:pPr>
            <a:r>
              <a:rPr sz="3000" b="1" spc="150">
                <a:solidFill>
                  <a:srgbClr val="33333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辅助系统设计与实现</a:t>
            </a:r>
            <a:endParaRPr sz="3000" b="1" spc="150">
              <a:solidFill>
                <a:srgbClr val="333333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5048250" y="4953000"/>
            <a:ext cx="2190750" cy="647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学校：上海应用技术大学</a:t>
            </a:r>
            <a:endParaRPr sz="15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专业：计算机科学与技术</a:t>
            </a:r>
            <a:endParaRPr sz="15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5381625" y="5638800"/>
            <a:ext cx="161925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5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学号：</a:t>
            </a:r>
            <a:r>
              <a:rPr lang="en-US" altLang="zh-CN" sz="15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241042025</a:t>
            </a:r>
            <a:endParaRPr lang="en-US" altLang="zh-CN" sz="15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5429250" y="5981700"/>
            <a:ext cx="15240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学生姓名：赵轩</a:t>
            </a:r>
            <a:endParaRPr sz="15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5334000" y="6324600"/>
            <a:ext cx="171450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指导教师：薛庆水</a:t>
            </a:r>
            <a:endParaRPr sz="15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5381625" y="6667500"/>
            <a:ext cx="1619250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5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日期：</a:t>
            </a:r>
            <a:r>
              <a:rPr lang="en-US" altLang="zh-CN" sz="15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2026</a:t>
            </a:r>
            <a:r>
              <a:rPr lang="zh-CN" altLang="en-US" sz="15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年</a:t>
            </a:r>
            <a:r>
              <a:rPr lang="en-US" altLang="zh-CN" sz="15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</a:t>
            </a:r>
            <a:r>
              <a:rPr lang="zh-CN" altLang="en-US" sz="15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月</a:t>
            </a:r>
            <a:endParaRPr lang="zh-CN" altLang="en-US" sz="15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矩形 2"/>
          <p:cNvSpPr/>
          <p:nvPr>
            <p:custDataLst>
              <p:tags r:id="rId9"/>
            </p:custDataLst>
          </p:nvPr>
        </p:nvSpPr>
        <p:spPr>
          <a:xfrm>
            <a:off x="0" y="114300"/>
            <a:ext cx="12192000" cy="2952750"/>
          </a:xfrm>
          <a:prstGeom prst="rect">
            <a:avLst/>
          </a:prstGeom>
          <a:blipFill>
            <a:blip/>
            <a:tile tx="0" ty="0" sx="0" sy="0"/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10"/>
            </p:custDataLst>
          </p:nvPr>
        </p:nvSpPr>
        <p:spPr>
          <a:xfrm>
            <a:off x="571500" y="0"/>
            <a:ext cx="38100" cy="6858000"/>
          </a:xfrm>
          <a:prstGeom prst="rect">
            <a:avLst/>
          </a:prstGeom>
          <a:gradFill>
            <a:gsLst>
              <a:gs pos="0">
                <a:srgbClr val="6BC2DB"/>
              </a:gs>
              <a:gs pos="100000">
                <a:srgbClr val="6BC2DB">
                  <a:alpha val="10196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11"/>
            </p:custDataLst>
          </p:nvPr>
        </p:nvSpPr>
        <p:spPr>
          <a:xfrm>
            <a:off x="11582400" y="0"/>
            <a:ext cx="38100" cy="6858000"/>
          </a:xfrm>
          <a:prstGeom prst="rect">
            <a:avLst/>
          </a:prstGeom>
          <a:gradFill>
            <a:gsLst>
              <a:gs pos="0">
                <a:srgbClr val="6BC2DB"/>
              </a:gs>
              <a:gs pos="100000">
                <a:srgbClr val="6BC2DB">
                  <a:alpha val="10196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71500" y="3150870"/>
            <a:ext cx="2626519" cy="594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3600" b="1" spc="600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答辩目录</a:t>
            </a:r>
            <a:endParaRPr sz="3600" b="1" spc="600">
              <a:solidFill>
                <a:srgbClr val="3E9CB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810000" y="1668780"/>
            <a:ext cx="5334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 b="1">
                <a:solidFill>
                  <a:srgbClr val="6BC2DB"/>
                </a:solidFill>
                <a:latin typeface="黑体" panose="02010609060101010101" charset="-122"/>
                <a:ea typeface="黑体" panose="02010609060101010101" charset="-122"/>
              </a:rPr>
              <a:t>01</a:t>
            </a:r>
            <a:endParaRPr sz="2100" b="1">
              <a:solidFill>
                <a:srgbClr val="6BC2D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476750" y="1668780"/>
            <a:ext cx="21336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研究背景与意义</a:t>
            </a:r>
            <a:endParaRPr sz="21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3810000" y="2297430"/>
            <a:ext cx="5334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 b="1">
                <a:solidFill>
                  <a:srgbClr val="6BC2DB"/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  <a:endParaRPr sz="2100" b="1">
              <a:solidFill>
                <a:srgbClr val="6BC2D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4476750" y="2297430"/>
            <a:ext cx="18669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系统需求分析</a:t>
            </a:r>
            <a:endParaRPr sz="21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3810000" y="2926080"/>
            <a:ext cx="5334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 b="1">
                <a:solidFill>
                  <a:srgbClr val="6BC2DB"/>
                </a:solidFill>
                <a:latin typeface="黑体" panose="02010609060101010101" charset="-122"/>
                <a:ea typeface="黑体" panose="02010609060101010101" charset="-122"/>
              </a:rPr>
              <a:t>03</a:t>
            </a:r>
            <a:endParaRPr sz="2100" b="1">
              <a:solidFill>
                <a:srgbClr val="6BC2D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4476750" y="2926080"/>
            <a:ext cx="18669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系统架构设计</a:t>
            </a:r>
            <a:endParaRPr sz="21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3810000" y="3554730"/>
            <a:ext cx="5334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 b="1">
                <a:solidFill>
                  <a:srgbClr val="6BC2DB"/>
                </a:solidFill>
                <a:latin typeface="黑体" panose="02010609060101010101" charset="-122"/>
                <a:ea typeface="黑体" panose="02010609060101010101" charset="-122"/>
              </a:rPr>
              <a:t>04</a:t>
            </a:r>
            <a:endParaRPr sz="2100" b="1">
              <a:solidFill>
                <a:srgbClr val="6BC2D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4476750" y="3554730"/>
            <a:ext cx="18669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核心功能实现</a:t>
            </a:r>
            <a:endParaRPr sz="21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3810000" y="4183380"/>
            <a:ext cx="5334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 b="1">
                <a:solidFill>
                  <a:srgbClr val="6BC2DB"/>
                </a:solidFill>
                <a:latin typeface="黑体" panose="02010609060101010101" charset="-122"/>
                <a:ea typeface="黑体" panose="02010609060101010101" charset="-122"/>
              </a:rPr>
              <a:t>05</a:t>
            </a:r>
            <a:endParaRPr sz="2100" b="1">
              <a:solidFill>
                <a:srgbClr val="6BC2D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4476750" y="4183380"/>
            <a:ext cx="13335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系统测试</a:t>
            </a:r>
            <a:endParaRPr sz="21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3810000" y="4812030"/>
            <a:ext cx="5334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 b="1">
                <a:solidFill>
                  <a:srgbClr val="6BC2DB"/>
                </a:solidFill>
                <a:latin typeface="黑体" panose="02010609060101010101" charset="-122"/>
                <a:ea typeface="黑体" panose="02010609060101010101" charset="-122"/>
              </a:rPr>
              <a:t>06</a:t>
            </a:r>
            <a:endParaRPr sz="2100" b="1">
              <a:solidFill>
                <a:srgbClr val="6BC2D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4476750" y="4812030"/>
            <a:ext cx="16002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总结与展望</a:t>
            </a:r>
            <a:endParaRPr sz="21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3810000" y="5440680"/>
            <a:ext cx="5334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 b="1">
                <a:solidFill>
                  <a:srgbClr val="6BC2DB"/>
                </a:solidFill>
                <a:latin typeface="黑体" panose="02010609060101010101" charset="-122"/>
                <a:ea typeface="黑体" panose="02010609060101010101" charset="-122"/>
              </a:rPr>
              <a:t>07</a:t>
            </a:r>
            <a:endParaRPr sz="2100" b="1">
              <a:solidFill>
                <a:srgbClr val="6BC2D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4476750" y="5440680"/>
            <a:ext cx="8001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1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致谢</a:t>
            </a:r>
            <a:endParaRPr sz="21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17"/>
            </p:custDataLst>
          </p:nvPr>
        </p:nvSpPr>
        <p:spPr>
          <a:xfrm>
            <a:off x="3238500" y="1524000"/>
            <a:ext cx="38100" cy="3810000"/>
          </a:xfrm>
          <a:custGeom>
            <a:avLst/>
            <a:gdLst>
              <a:gd name="sw" fmla="*/ 1 w 60"/>
              <a:gd name="sh" fmla="*/ 1 h 6000"/>
              <a:gd name="mins" fmla="min sw sh"/>
              <a:gd name="dsw" fmla="+- 0 sw mins"/>
              <a:gd name="dsh" fmla="+- 0 sh mins"/>
              <a:gd name="p0x0" fmla="*/ 30 w 60"/>
              <a:gd name="p0y0" fmla="*/ 0 h 6000"/>
              <a:gd name="p0x1" fmla="*/ 46 w 60"/>
              <a:gd name="p0y1" fmla="*/ 0 h 6000"/>
              <a:gd name="p0x2" fmla="*/ 60 w 60"/>
              <a:gd name="p0y2" fmla="*/ 13 h 6000"/>
              <a:gd name="p0x3" fmla="*/ 60 w 60"/>
              <a:gd name="p0y3" fmla="*/ 30 h 6000"/>
              <a:gd name="p0x4" fmla="*/ 60 w 60"/>
              <a:gd name="p0y4" fmla="*/ 5970 h 6000"/>
              <a:gd name="p0x5" fmla="*/ 60 w 60"/>
              <a:gd name="p0y5" fmla="*/ 5986 h 6000"/>
              <a:gd name="p0x6" fmla="*/ 46 w 60"/>
              <a:gd name="p0y6" fmla="*/ 6000 h 6000"/>
              <a:gd name="p0x7" fmla="*/ 30 w 60"/>
              <a:gd name="p0y7" fmla="*/ 6000 h 6000"/>
              <a:gd name="p0x8" fmla="*/ 13 w 60"/>
              <a:gd name="p0y8" fmla="*/ 6000 h 6000"/>
              <a:gd name="p0x9" fmla="*/ 0 w 60"/>
              <a:gd name="p0y9" fmla="*/ 5986 h 6000"/>
              <a:gd name="p0x10" fmla="*/ 0 w 60"/>
              <a:gd name="p0y10" fmla="*/ 5970 h 6000"/>
              <a:gd name="p0x11" fmla="*/ 0 w 60"/>
              <a:gd name="p0y11" fmla="*/ 30 h 6000"/>
              <a:gd name="p0x12" fmla="*/ 0 w 60"/>
              <a:gd name="p0y12" fmla="*/ 13 h 6000"/>
              <a:gd name="p0x13" fmla="*/ 13 w 60"/>
              <a:gd name="p0y13" fmla="*/ 0 h 6000"/>
              <a:gd name="p0x14" fmla="*/ 30 w 60"/>
              <a:gd name="p0y14" fmla="*/ 0 h 60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>
            <p:custDataLst>
              <p:tags r:id="rId18"/>
            </p:custDataLst>
          </p:nvPr>
        </p:nvSpPr>
        <p:spPr>
          <a:xfrm>
            <a:off x="0" y="6819900"/>
            <a:ext cx="12192000" cy="38100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476250" y="457200"/>
            <a:ext cx="38100" cy="304800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28650" y="411480"/>
            <a:ext cx="2480072" cy="396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4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研究背景与意义</a:t>
            </a:r>
            <a:endParaRPr sz="2400" b="1">
              <a:solidFill>
                <a:srgbClr val="3E9CB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476250" y="3059430"/>
            <a:ext cx="571500" cy="9525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4"/>
            </p:custDataLst>
          </p:nvPr>
        </p:nvSpPr>
        <p:spPr>
          <a:xfrm>
            <a:off x="476250" y="117157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628650" y="1083945"/>
            <a:ext cx="9525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背景痛点</a:t>
            </a:r>
            <a:endParaRPr sz="1500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6"/>
            </p:custDataLst>
          </p:nvPr>
        </p:nvSpPr>
        <p:spPr>
          <a:xfrm>
            <a:off x="628650" y="1520190"/>
            <a:ext cx="5886450" cy="1295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200" b="1">
                <a:solidFill>
                  <a:srgbClr val="6BC2DB"/>
                </a:solidFill>
                <a:latin typeface="黑体" panose="02010609060101010101" charset="-122"/>
                <a:ea typeface="黑体" panose="02010609060101010101" charset="-122"/>
              </a:rPr>
              <a:t>1.</a:t>
            </a:r>
            <a:r>
              <a:rPr 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ADHD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全球学龄儿童发病率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5%-7%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，核心表现为注意力障碍、多动冲动，严重影响学习与亲子关系</a:t>
            </a:r>
            <a:endParaRPr lang="zh-CN" alt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50000"/>
              </a:lnSpc>
              <a:spcAft>
                <a:spcPts val="900"/>
              </a:spcAft>
            </a:pPr>
            <a:r>
              <a:rPr sz="1200" b="1">
                <a:solidFill>
                  <a:srgbClr val="6BC2DB"/>
                </a:solidFill>
                <a:latin typeface="黑体" panose="02010609060101010101" charset="-122"/>
                <a:ea typeface="黑体" panose="02010609060101010101" charset="-122"/>
              </a:rPr>
              <a:t>2.</a:t>
            </a: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传统药物干预有副作用，线下行为矫正门槛高、家长执行成本高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6BC2DB"/>
                </a:solidFill>
                <a:latin typeface="黑体" panose="02010609060101010101" charset="-122"/>
                <a:ea typeface="黑体" panose="02010609060101010101" charset="-122"/>
              </a:rPr>
              <a:t>3.</a:t>
            </a:r>
            <a:r>
              <a:rPr 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现有效率类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App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ADHD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儿童适配性差，认知负担重、缺乏亲子协同设计</a:t>
            </a:r>
            <a:endParaRPr lang="zh-CN" alt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7"/>
            </p:custDataLst>
          </p:nvPr>
        </p:nvSpPr>
        <p:spPr>
          <a:xfrm>
            <a:off x="476250" y="336423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628650" y="3276600"/>
            <a:ext cx="9525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研究意义</a:t>
            </a:r>
            <a:endParaRPr sz="1500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628650" y="3712845"/>
            <a:ext cx="5886450" cy="5181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填补面向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ADHD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群体的数字化行为干预工具缺口，通过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赋能降低家长干预负担，助力儿童习惯养成</a:t>
            </a:r>
            <a:endParaRPr lang="zh-CN" alt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6743700" y="990600"/>
            <a:ext cx="4267200" cy="5657850"/>
            <a:chOff x="10620" y="1560"/>
            <a:chExt cx="6720" cy="8910"/>
          </a:xfrm>
        </p:grpSpPr>
        <p:sp>
          <p:nvSpPr>
            <p:cNvPr id="11" name="任意多边形 10"/>
            <p:cNvSpPr/>
            <p:nvPr>
              <p:custDataLst>
                <p:tags r:id="rId10"/>
              </p:custDataLst>
            </p:nvPr>
          </p:nvSpPr>
          <p:spPr>
            <a:xfrm>
              <a:off x="10620" y="1560"/>
              <a:ext cx="6720" cy="8910"/>
            </a:xfrm>
            <a:custGeom>
              <a:avLst/>
              <a:gdLst>
                <a:gd name="sw" fmla="*/ 1 w 6720"/>
                <a:gd name="sh" fmla="*/ 1 h 8910"/>
                <a:gd name="mins" fmla="min sw sh"/>
                <a:gd name="dsw" fmla="+- 0 sw mins"/>
                <a:gd name="dsh" fmla="+- 0 sh mins"/>
                <a:gd name="p0x0" fmla="*/ 0 w 6720"/>
                <a:gd name="p0y0" fmla="*/ 0 h 8910"/>
                <a:gd name="p0x1" fmla="*/ 6720 w 6720"/>
                <a:gd name="p0y1" fmla="*/ 0 h 8910"/>
                <a:gd name="p0x2" fmla="*/ 6720 w 6720"/>
                <a:gd name="p0y2" fmla="*/ 8910 h 8910"/>
                <a:gd name="p0x3" fmla="*/ 0 w 6720"/>
                <a:gd name="p0y3" fmla="*/ 8910 h 8910"/>
                <a:gd name="p0x4" fmla="*/ 0 w 6720"/>
                <a:gd name="p0y4" fmla="*/ 0 h 89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gradFill>
              <a:gsLst>
                <a:gs pos="0">
                  <a:srgbClr val="F8FCFD">
                    <a:alpha val="0"/>
                  </a:srgbClr>
                </a:gs>
                <a:gs pos="100000">
                  <a:srgbClr val="F8FCFD"/>
                </a:gs>
              </a:gsLst>
              <a:lin ang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11"/>
              </p:custDataLst>
            </p:nvPr>
          </p:nvSpPr>
          <p:spPr>
            <a:xfrm>
              <a:off x="10620" y="1560"/>
              <a:ext cx="15" cy="8910"/>
            </a:xfrm>
            <a:custGeom>
              <a:avLst/>
              <a:gdLst>
                <a:gd name="sw" fmla="*/ 1 w 15"/>
                <a:gd name="sh" fmla="*/ 1 h 8910"/>
                <a:gd name="mins" fmla="min sw sh"/>
                <a:gd name="dsw" fmla="+- 0 sw mins"/>
                <a:gd name="dsh" fmla="+- 0 sh mins"/>
                <a:gd name="p0x0" fmla="*/ 0 w 15"/>
                <a:gd name="p0y0" fmla="*/ 8910 h 8910"/>
                <a:gd name="p0x1" fmla="*/ 0 w 15"/>
                <a:gd name="p0y1" fmla="*/ 8895 h 8910"/>
                <a:gd name="p0x2" fmla="*/ 15 w 15"/>
                <a:gd name="p0y2" fmla="*/ 8895 h 8910"/>
                <a:gd name="p0x3" fmla="*/ 15 w 15"/>
                <a:gd name="p0y3" fmla="*/ 8910 h 8910"/>
                <a:gd name="p0x4" fmla="*/ 0 w 15"/>
                <a:gd name="p0y4" fmla="*/ 8910 h 8910"/>
                <a:gd name="p0x5" fmla="*/ 0 w 15"/>
                <a:gd name="p0y5" fmla="*/ 8880 h 8910"/>
                <a:gd name="p0x6" fmla="*/ 0 w 15"/>
                <a:gd name="p0y6" fmla="*/ 8850 h 8910"/>
                <a:gd name="p0x7" fmla="*/ 15 w 15"/>
                <a:gd name="p0y7" fmla="*/ 8850 h 8910"/>
                <a:gd name="p0x8" fmla="*/ 15 w 15"/>
                <a:gd name="p0y8" fmla="*/ 8880 h 8910"/>
                <a:gd name="p0x9" fmla="*/ 0 w 15"/>
                <a:gd name="p0y9" fmla="*/ 8880 h 8910"/>
                <a:gd name="p0x10" fmla="*/ 0 w 15"/>
                <a:gd name="p0y10" fmla="*/ 8834 h 8910"/>
                <a:gd name="p0x11" fmla="*/ 0 w 15"/>
                <a:gd name="p0y11" fmla="*/ 8805 h 8910"/>
                <a:gd name="p0x12" fmla="*/ 15 w 15"/>
                <a:gd name="p0y12" fmla="*/ 8805 h 8910"/>
                <a:gd name="p0x13" fmla="*/ 15 w 15"/>
                <a:gd name="p0y13" fmla="*/ 8834 h 8910"/>
                <a:gd name="p0x14" fmla="*/ 0 w 15"/>
                <a:gd name="p0y14" fmla="*/ 8834 h 8910"/>
                <a:gd name="p0x15" fmla="*/ 0 w 15"/>
                <a:gd name="p0y15" fmla="*/ 8790 h 8910"/>
                <a:gd name="p0x16" fmla="*/ 0 w 15"/>
                <a:gd name="p0y16" fmla="*/ 8759 h 8910"/>
                <a:gd name="p0x17" fmla="*/ 15 w 15"/>
                <a:gd name="p0y17" fmla="*/ 8759 h 8910"/>
                <a:gd name="p0x18" fmla="*/ 15 w 15"/>
                <a:gd name="p0y18" fmla="*/ 8790 h 8910"/>
                <a:gd name="p0x19" fmla="*/ 0 w 15"/>
                <a:gd name="p0y19" fmla="*/ 8790 h 8910"/>
                <a:gd name="p0x20" fmla="*/ 0 w 15"/>
                <a:gd name="p0y20" fmla="*/ 8745 h 8910"/>
                <a:gd name="p0x21" fmla="*/ 0 w 15"/>
                <a:gd name="p0y21" fmla="*/ 8715 h 8910"/>
                <a:gd name="p0x22" fmla="*/ 15 w 15"/>
                <a:gd name="p0y22" fmla="*/ 8714 h 8910"/>
                <a:gd name="p0x23" fmla="*/ 15 w 15"/>
                <a:gd name="p0y23" fmla="*/ 8745 h 8910"/>
                <a:gd name="p0x24" fmla="*/ 0 w 15"/>
                <a:gd name="p0y24" fmla="*/ 8745 h 8910"/>
                <a:gd name="p0x25" fmla="*/ 0 w 15"/>
                <a:gd name="p0y25" fmla="*/ 8700 h 8910"/>
                <a:gd name="p0x26" fmla="*/ 0 w 15"/>
                <a:gd name="p0y26" fmla="*/ 8670 h 8910"/>
                <a:gd name="p0x27" fmla="*/ 15 w 15"/>
                <a:gd name="p0y27" fmla="*/ 8670 h 8910"/>
                <a:gd name="p0x28" fmla="*/ 15 w 15"/>
                <a:gd name="p0y28" fmla="*/ 8700 h 8910"/>
                <a:gd name="p0x29" fmla="*/ 0 w 15"/>
                <a:gd name="p0y29" fmla="*/ 8700 h 8910"/>
                <a:gd name="p0x30" fmla="*/ 0 w 15"/>
                <a:gd name="p0y30" fmla="*/ 8655 h 8910"/>
                <a:gd name="p0x31" fmla="*/ 0 w 15"/>
                <a:gd name="p0y31" fmla="*/ 8625 h 8910"/>
                <a:gd name="p0x32" fmla="*/ 15 w 15"/>
                <a:gd name="p0y32" fmla="*/ 8624 h 8910"/>
                <a:gd name="p0x33" fmla="*/ 15 w 15"/>
                <a:gd name="p0y33" fmla="*/ 8655 h 8910"/>
                <a:gd name="p0x34" fmla="*/ 0 w 15"/>
                <a:gd name="p0y34" fmla="*/ 8655 h 8910"/>
                <a:gd name="p0x35" fmla="*/ 0 w 15"/>
                <a:gd name="p0y35" fmla="*/ 8610 h 8910"/>
                <a:gd name="p0x36" fmla="*/ 0 w 15"/>
                <a:gd name="p0y36" fmla="*/ 8580 h 8910"/>
                <a:gd name="p0x37" fmla="*/ 15 w 15"/>
                <a:gd name="p0y37" fmla="*/ 8580 h 8910"/>
                <a:gd name="p0x38" fmla="*/ 15 w 15"/>
                <a:gd name="p0y38" fmla="*/ 8610 h 8910"/>
                <a:gd name="p0x39" fmla="*/ 0 w 15"/>
                <a:gd name="p0y39" fmla="*/ 8610 h 8910"/>
                <a:gd name="p0x40" fmla="*/ 0 w 15"/>
                <a:gd name="p0y40" fmla="*/ 8565 h 8910"/>
                <a:gd name="p0x41" fmla="*/ 0 w 15"/>
                <a:gd name="p0y41" fmla="*/ 8535 h 8910"/>
                <a:gd name="p0x42" fmla="*/ 15 w 15"/>
                <a:gd name="p0y42" fmla="*/ 8535 h 8910"/>
                <a:gd name="p0x43" fmla="*/ 15 w 15"/>
                <a:gd name="p0y43" fmla="*/ 8565 h 8910"/>
                <a:gd name="p0x44" fmla="*/ 0 w 15"/>
                <a:gd name="p0y44" fmla="*/ 8565 h 8910"/>
                <a:gd name="p0x45" fmla="*/ 0 w 15"/>
                <a:gd name="p0y45" fmla="*/ 8520 h 8910"/>
                <a:gd name="p0x46" fmla="*/ 0 w 15"/>
                <a:gd name="p0y46" fmla="*/ 8490 h 8910"/>
                <a:gd name="p0x47" fmla="*/ 15 w 15"/>
                <a:gd name="p0y47" fmla="*/ 8490 h 8910"/>
                <a:gd name="p0x48" fmla="*/ 15 w 15"/>
                <a:gd name="p0y48" fmla="*/ 8520 h 8910"/>
                <a:gd name="p0x49" fmla="*/ 0 w 15"/>
                <a:gd name="p0y49" fmla="*/ 8520 h 8910"/>
                <a:gd name="p0x50" fmla="*/ 0 w 15"/>
                <a:gd name="p0y50" fmla="*/ 8474 h 8910"/>
                <a:gd name="p0x51" fmla="*/ 0 w 15"/>
                <a:gd name="p0y51" fmla="*/ 8444 h 8910"/>
                <a:gd name="p0x52" fmla="*/ 15 w 15"/>
                <a:gd name="p0y52" fmla="*/ 8444 h 8910"/>
                <a:gd name="p0x53" fmla="*/ 15 w 15"/>
                <a:gd name="p0y53" fmla="*/ 8474 h 8910"/>
                <a:gd name="p0x54" fmla="*/ 0 w 15"/>
                <a:gd name="p0y54" fmla="*/ 8474 h 8910"/>
                <a:gd name="p0x55" fmla="*/ 0 w 15"/>
                <a:gd name="p0y55" fmla="*/ 8430 h 8910"/>
                <a:gd name="p0x56" fmla="*/ 0 w 15"/>
                <a:gd name="p0y56" fmla="*/ 8400 h 8910"/>
                <a:gd name="p0x57" fmla="*/ 15 w 15"/>
                <a:gd name="p0y57" fmla="*/ 8400 h 8910"/>
                <a:gd name="p0x58" fmla="*/ 15 w 15"/>
                <a:gd name="p0y58" fmla="*/ 8430 h 8910"/>
                <a:gd name="p0x59" fmla="*/ 0 w 15"/>
                <a:gd name="p0y59" fmla="*/ 8430 h 8910"/>
                <a:gd name="p0x60" fmla="*/ 0 w 15"/>
                <a:gd name="p0y60" fmla="*/ 8385 h 8910"/>
                <a:gd name="p0x61" fmla="*/ 0 w 15"/>
                <a:gd name="p0y61" fmla="*/ 8355 h 8910"/>
                <a:gd name="p0x62" fmla="*/ 15 w 15"/>
                <a:gd name="p0y62" fmla="*/ 8355 h 8910"/>
                <a:gd name="p0x63" fmla="*/ 15 w 15"/>
                <a:gd name="p0y63" fmla="*/ 8385 h 8910"/>
                <a:gd name="p0x64" fmla="*/ 0 w 15"/>
                <a:gd name="p0y64" fmla="*/ 8385 h 8910"/>
                <a:gd name="p0x65" fmla="*/ 0 w 15"/>
                <a:gd name="p0y65" fmla="*/ 8340 h 8910"/>
                <a:gd name="p0x66" fmla="*/ 0 w 15"/>
                <a:gd name="p0y66" fmla="*/ 8310 h 8910"/>
                <a:gd name="p0x67" fmla="*/ 15 w 15"/>
                <a:gd name="p0y67" fmla="*/ 8310 h 8910"/>
                <a:gd name="p0x68" fmla="*/ 15 w 15"/>
                <a:gd name="p0y68" fmla="*/ 8339 h 8910"/>
                <a:gd name="p0x69" fmla="*/ 0 w 15"/>
                <a:gd name="p0y69" fmla="*/ 8340 h 8910"/>
                <a:gd name="p0x70" fmla="*/ 0 w 15"/>
                <a:gd name="p0y70" fmla="*/ 8295 h 8910"/>
                <a:gd name="p0x71" fmla="*/ 0 w 15"/>
                <a:gd name="p0y71" fmla="*/ 8264 h 8910"/>
                <a:gd name="p0x72" fmla="*/ 15 w 15"/>
                <a:gd name="p0y72" fmla="*/ 8264 h 8910"/>
                <a:gd name="p0x73" fmla="*/ 15 w 15"/>
                <a:gd name="p0y73" fmla="*/ 8295 h 8910"/>
                <a:gd name="p0x74" fmla="*/ 0 w 15"/>
                <a:gd name="p0y74" fmla="*/ 8295 h 8910"/>
                <a:gd name="p0x75" fmla="*/ 0 w 15"/>
                <a:gd name="p0y75" fmla="*/ 8250 h 8910"/>
                <a:gd name="p0x76" fmla="*/ 0 w 15"/>
                <a:gd name="p0y76" fmla="*/ 8220 h 8910"/>
                <a:gd name="p0x77" fmla="*/ 15 w 15"/>
                <a:gd name="p0y77" fmla="*/ 8220 h 8910"/>
                <a:gd name="p0x78" fmla="*/ 15 w 15"/>
                <a:gd name="p0y78" fmla="*/ 8250 h 8910"/>
                <a:gd name="p0x79" fmla="*/ 0 w 15"/>
                <a:gd name="p0y79" fmla="*/ 8250 h 8910"/>
                <a:gd name="p0x80" fmla="*/ 0 w 15"/>
                <a:gd name="p0y80" fmla="*/ 8204 h 8910"/>
                <a:gd name="p0x81" fmla="*/ 0 w 15"/>
                <a:gd name="p0y81" fmla="*/ 8175 h 8910"/>
                <a:gd name="p0x82" fmla="*/ 15 w 15"/>
                <a:gd name="p0y82" fmla="*/ 8175 h 8910"/>
                <a:gd name="p0x83" fmla="*/ 15 w 15"/>
                <a:gd name="p0y83" fmla="*/ 8204 h 8910"/>
                <a:gd name="p0x84" fmla="*/ 0 w 15"/>
                <a:gd name="p0y84" fmla="*/ 8204 h 8910"/>
                <a:gd name="p0x85" fmla="*/ 0 w 15"/>
                <a:gd name="p0y85" fmla="*/ 8160 h 8910"/>
                <a:gd name="p0x86" fmla="*/ 0 w 15"/>
                <a:gd name="p0y86" fmla="*/ 8129 h 8910"/>
                <a:gd name="p0x87" fmla="*/ 15 w 15"/>
                <a:gd name="p0y87" fmla="*/ 8129 h 8910"/>
                <a:gd name="p0x88" fmla="*/ 15 w 15"/>
                <a:gd name="p0y88" fmla="*/ 8160 h 8910"/>
                <a:gd name="p0x89" fmla="*/ 0 w 15"/>
                <a:gd name="p0y89" fmla="*/ 8160 h 8910"/>
                <a:gd name="p0x90" fmla="*/ 0 w 15"/>
                <a:gd name="p0y90" fmla="*/ 8115 h 8910"/>
                <a:gd name="p0x91" fmla="*/ 0 w 15"/>
                <a:gd name="p0y91" fmla="*/ 8085 h 8910"/>
                <a:gd name="p0x92" fmla="*/ 15 w 15"/>
                <a:gd name="p0y92" fmla="*/ 8085 h 8910"/>
                <a:gd name="p0x93" fmla="*/ 15 w 15"/>
                <a:gd name="p0y93" fmla="*/ 8115 h 8910"/>
                <a:gd name="p0x94" fmla="*/ 0 w 15"/>
                <a:gd name="p0y94" fmla="*/ 8115 h 8910"/>
                <a:gd name="p0x95" fmla="*/ 0 w 15"/>
                <a:gd name="p0y95" fmla="*/ 8070 h 8910"/>
                <a:gd name="p0x96" fmla="*/ 0 w 15"/>
                <a:gd name="p0y96" fmla="*/ 8040 h 8910"/>
                <a:gd name="p0x97" fmla="*/ 15 w 15"/>
                <a:gd name="p0y97" fmla="*/ 8040 h 8910"/>
                <a:gd name="p0x98" fmla="*/ 15 w 15"/>
                <a:gd name="p0y98" fmla="*/ 8070 h 8910"/>
                <a:gd name="p0x99" fmla="*/ 0 w 15"/>
                <a:gd name="p0y99" fmla="*/ 8070 h 8910"/>
                <a:gd name="p0x100" fmla="*/ 0 w 15"/>
                <a:gd name="p0y100" fmla="*/ 8025 h 8910"/>
                <a:gd name="p0x101" fmla="*/ 0 w 15"/>
                <a:gd name="p0y101" fmla="*/ 7994 h 8910"/>
                <a:gd name="p0x102" fmla="*/ 15 w 15"/>
                <a:gd name="p0y102" fmla="*/ 7994 h 8910"/>
                <a:gd name="p0x103" fmla="*/ 15 w 15"/>
                <a:gd name="p0y103" fmla="*/ 8025 h 8910"/>
                <a:gd name="p0x104" fmla="*/ 0 w 15"/>
                <a:gd name="p0y104" fmla="*/ 8025 h 8910"/>
                <a:gd name="p0x105" fmla="*/ 0 w 15"/>
                <a:gd name="p0y105" fmla="*/ 7980 h 8910"/>
                <a:gd name="p0x106" fmla="*/ 0 w 15"/>
                <a:gd name="p0y106" fmla="*/ 7950 h 8910"/>
                <a:gd name="p0x107" fmla="*/ 15 w 15"/>
                <a:gd name="p0y107" fmla="*/ 7950 h 8910"/>
                <a:gd name="p0x108" fmla="*/ 15 w 15"/>
                <a:gd name="p0y108" fmla="*/ 7979 h 8910"/>
                <a:gd name="p0x109" fmla="*/ 0 w 15"/>
                <a:gd name="p0y109" fmla="*/ 7980 h 8910"/>
                <a:gd name="p0x110" fmla="*/ 0 w 15"/>
                <a:gd name="p0y110" fmla="*/ 7935 h 8910"/>
                <a:gd name="p0x111" fmla="*/ 0 w 15"/>
                <a:gd name="p0y111" fmla="*/ 7905 h 8910"/>
                <a:gd name="p0x112" fmla="*/ 15 w 15"/>
                <a:gd name="p0y112" fmla="*/ 7905 h 8910"/>
                <a:gd name="p0x113" fmla="*/ 15 w 15"/>
                <a:gd name="p0y113" fmla="*/ 7935 h 8910"/>
                <a:gd name="p0x114" fmla="*/ 0 w 15"/>
                <a:gd name="p0y114" fmla="*/ 7935 h 8910"/>
                <a:gd name="p0x115" fmla="*/ 0 w 15"/>
                <a:gd name="p0y115" fmla="*/ 7890 h 8910"/>
                <a:gd name="p0x116" fmla="*/ 0 w 15"/>
                <a:gd name="p0y116" fmla="*/ 7860 h 8910"/>
                <a:gd name="p0x117" fmla="*/ 15 w 15"/>
                <a:gd name="p0y117" fmla="*/ 7860 h 8910"/>
                <a:gd name="p0x118" fmla="*/ 15 w 15"/>
                <a:gd name="p0y118" fmla="*/ 7890 h 8910"/>
                <a:gd name="p0x119" fmla="*/ 0 w 15"/>
                <a:gd name="p0y119" fmla="*/ 7890 h 8910"/>
                <a:gd name="p0x120" fmla="*/ 0 w 15"/>
                <a:gd name="p0y120" fmla="*/ 7845 h 8910"/>
                <a:gd name="p0x121" fmla="*/ 0 w 15"/>
                <a:gd name="p0y121" fmla="*/ 7815 h 8910"/>
                <a:gd name="p0x122" fmla="*/ 15 w 15"/>
                <a:gd name="p0y122" fmla="*/ 7815 h 8910"/>
                <a:gd name="p0x123" fmla="*/ 15 w 15"/>
                <a:gd name="p0y123" fmla="*/ 7845 h 8910"/>
                <a:gd name="p0x124" fmla="*/ 0 w 15"/>
                <a:gd name="p0y124" fmla="*/ 7845 h 8910"/>
                <a:gd name="p0x125" fmla="*/ 0 w 15"/>
                <a:gd name="p0y125" fmla="*/ 7800 h 8910"/>
                <a:gd name="p0x126" fmla="*/ 0 w 15"/>
                <a:gd name="p0y126" fmla="*/ 7770 h 8910"/>
                <a:gd name="p0x127" fmla="*/ 15 w 15"/>
                <a:gd name="p0y127" fmla="*/ 7770 h 8910"/>
                <a:gd name="p0x128" fmla="*/ 15 w 15"/>
                <a:gd name="p0y128" fmla="*/ 7800 h 8910"/>
                <a:gd name="p0x129" fmla="*/ 0 w 15"/>
                <a:gd name="p0y129" fmla="*/ 7800 h 8910"/>
                <a:gd name="p0x130" fmla="*/ 0 w 15"/>
                <a:gd name="p0y130" fmla="*/ 7755 h 8910"/>
                <a:gd name="p0x131" fmla="*/ 0 w 15"/>
                <a:gd name="p0y131" fmla="*/ 7725 h 8910"/>
                <a:gd name="p0x132" fmla="*/ 15 w 15"/>
                <a:gd name="p0y132" fmla="*/ 7725 h 8910"/>
                <a:gd name="p0x133" fmla="*/ 15 w 15"/>
                <a:gd name="p0y133" fmla="*/ 7755 h 8910"/>
                <a:gd name="p0x134" fmla="*/ 0 w 15"/>
                <a:gd name="p0y134" fmla="*/ 7755 h 8910"/>
                <a:gd name="p0x135" fmla="*/ 0 w 15"/>
                <a:gd name="p0y135" fmla="*/ 7709 h 8910"/>
                <a:gd name="p0x136" fmla="*/ 0 w 15"/>
                <a:gd name="p0y136" fmla="*/ 7680 h 8910"/>
                <a:gd name="p0x137" fmla="*/ 15 w 15"/>
                <a:gd name="p0y137" fmla="*/ 7680 h 8910"/>
                <a:gd name="p0x138" fmla="*/ 15 w 15"/>
                <a:gd name="p0y138" fmla="*/ 7709 h 8910"/>
                <a:gd name="p0x139" fmla="*/ 0 w 15"/>
                <a:gd name="p0y139" fmla="*/ 7709 h 8910"/>
                <a:gd name="p0x140" fmla="*/ 0 w 15"/>
                <a:gd name="p0y140" fmla="*/ 7665 h 8910"/>
                <a:gd name="p0x141" fmla="*/ 0 w 15"/>
                <a:gd name="p0y141" fmla="*/ 7635 h 8910"/>
                <a:gd name="p0x142" fmla="*/ 15 w 15"/>
                <a:gd name="p0y142" fmla="*/ 7635 h 8910"/>
                <a:gd name="p0x143" fmla="*/ 15 w 15"/>
                <a:gd name="p0y143" fmla="*/ 7665 h 8910"/>
                <a:gd name="p0x144" fmla="*/ 0 w 15"/>
                <a:gd name="p0y144" fmla="*/ 7665 h 8910"/>
                <a:gd name="p0x145" fmla="*/ 0 w 15"/>
                <a:gd name="p0y145" fmla="*/ 7620 h 8910"/>
                <a:gd name="p0x146" fmla="*/ 0 w 15"/>
                <a:gd name="p0y146" fmla="*/ 7590 h 8910"/>
                <a:gd name="p0x147" fmla="*/ 15 w 15"/>
                <a:gd name="p0y147" fmla="*/ 7590 h 8910"/>
                <a:gd name="p0x148" fmla="*/ 15 w 15"/>
                <a:gd name="p0y148" fmla="*/ 7620 h 8910"/>
                <a:gd name="p0x149" fmla="*/ 0 w 15"/>
                <a:gd name="p0y149" fmla="*/ 7620 h 8910"/>
                <a:gd name="p0x150" fmla="*/ 0 w 15"/>
                <a:gd name="p0y150" fmla="*/ 7575 h 8910"/>
                <a:gd name="p0x151" fmla="*/ 0 w 15"/>
                <a:gd name="p0y151" fmla="*/ 7545 h 8910"/>
                <a:gd name="p0x152" fmla="*/ 15 w 15"/>
                <a:gd name="p0y152" fmla="*/ 7545 h 8910"/>
                <a:gd name="p0x153" fmla="*/ 15 w 15"/>
                <a:gd name="p0y153" fmla="*/ 7575 h 8910"/>
                <a:gd name="p0x154" fmla="*/ 0 w 15"/>
                <a:gd name="p0y154" fmla="*/ 7575 h 8910"/>
                <a:gd name="p0x155" fmla="*/ 0 w 15"/>
                <a:gd name="p0y155" fmla="*/ 7530 h 8910"/>
                <a:gd name="p0x156" fmla="*/ 0 w 15"/>
                <a:gd name="p0y156" fmla="*/ 7500 h 8910"/>
                <a:gd name="p0x157" fmla="*/ 15 w 15"/>
                <a:gd name="p0y157" fmla="*/ 7499 h 8910"/>
                <a:gd name="p0x158" fmla="*/ 15 w 15"/>
                <a:gd name="p0y158" fmla="*/ 7530 h 8910"/>
                <a:gd name="p0x159" fmla="*/ 0 w 15"/>
                <a:gd name="p0y159" fmla="*/ 7530 h 8910"/>
                <a:gd name="p0x160" fmla="*/ 0 w 15"/>
                <a:gd name="p0y160" fmla="*/ 7485 h 8910"/>
                <a:gd name="p0x161" fmla="*/ 0 w 15"/>
                <a:gd name="p0y161" fmla="*/ 7455 h 8910"/>
                <a:gd name="p0x162" fmla="*/ 15 w 15"/>
                <a:gd name="p0y162" fmla="*/ 7454 h 8910"/>
                <a:gd name="p0x163" fmla="*/ 15 w 15"/>
                <a:gd name="p0y163" fmla="*/ 7485 h 8910"/>
                <a:gd name="p0x164" fmla="*/ 0 w 15"/>
                <a:gd name="p0y164" fmla="*/ 7485 h 8910"/>
                <a:gd name="p0x165" fmla="*/ 0 w 15"/>
                <a:gd name="p0y165" fmla="*/ 7439 h 8910"/>
                <a:gd name="p0x166" fmla="*/ 0 w 15"/>
                <a:gd name="p0y166" fmla="*/ 7410 h 8910"/>
                <a:gd name="p0x167" fmla="*/ 15 w 15"/>
                <a:gd name="p0y167" fmla="*/ 7410 h 8910"/>
                <a:gd name="p0x168" fmla="*/ 15 w 15"/>
                <a:gd name="p0y168" fmla="*/ 7439 h 8910"/>
                <a:gd name="p0x169" fmla="*/ 0 w 15"/>
                <a:gd name="p0y169" fmla="*/ 7439 h 8910"/>
                <a:gd name="p0x170" fmla="*/ 0 w 15"/>
                <a:gd name="p0y170" fmla="*/ 7395 h 8910"/>
                <a:gd name="p0x171" fmla="*/ 0 w 15"/>
                <a:gd name="p0y171" fmla="*/ 7365 h 8910"/>
                <a:gd name="p0x172" fmla="*/ 15 w 15"/>
                <a:gd name="p0y172" fmla="*/ 7365 h 8910"/>
                <a:gd name="p0x173" fmla="*/ 15 w 15"/>
                <a:gd name="p0y173" fmla="*/ 7395 h 8910"/>
                <a:gd name="p0x174" fmla="*/ 0 w 15"/>
                <a:gd name="p0y174" fmla="*/ 7395 h 8910"/>
                <a:gd name="p0x175" fmla="*/ 0 w 15"/>
                <a:gd name="p0y175" fmla="*/ 7350 h 8910"/>
                <a:gd name="p0x176" fmla="*/ 0 w 15"/>
                <a:gd name="p0y176" fmla="*/ 7320 h 8910"/>
                <a:gd name="p0x177" fmla="*/ 15 w 15"/>
                <a:gd name="p0y177" fmla="*/ 7320 h 8910"/>
                <a:gd name="p0x178" fmla="*/ 15 w 15"/>
                <a:gd name="p0y178" fmla="*/ 7350 h 8910"/>
                <a:gd name="p0x179" fmla="*/ 0 w 15"/>
                <a:gd name="p0y179" fmla="*/ 7350 h 8910"/>
                <a:gd name="p0x180" fmla="*/ 0 w 15"/>
                <a:gd name="p0y180" fmla="*/ 7305 h 8910"/>
                <a:gd name="p0x181" fmla="*/ 0 w 15"/>
                <a:gd name="p0y181" fmla="*/ 7275 h 8910"/>
                <a:gd name="p0x182" fmla="*/ 15 w 15"/>
                <a:gd name="p0y182" fmla="*/ 7275 h 8910"/>
                <a:gd name="p0x183" fmla="*/ 15 w 15"/>
                <a:gd name="p0y183" fmla="*/ 7305 h 8910"/>
                <a:gd name="p0x184" fmla="*/ 0 w 15"/>
                <a:gd name="p0y184" fmla="*/ 7305 h 8910"/>
                <a:gd name="p0x185" fmla="*/ 0 w 15"/>
                <a:gd name="p0y185" fmla="*/ 7260 h 8910"/>
                <a:gd name="p0x186" fmla="*/ 0 w 15"/>
                <a:gd name="p0y186" fmla="*/ 7229 h 8910"/>
                <a:gd name="p0x187" fmla="*/ 15 w 15"/>
                <a:gd name="p0y187" fmla="*/ 7229 h 8910"/>
                <a:gd name="p0x188" fmla="*/ 15 w 15"/>
                <a:gd name="p0y188" fmla="*/ 7260 h 8910"/>
                <a:gd name="p0x189" fmla="*/ 0 w 15"/>
                <a:gd name="p0y189" fmla="*/ 7260 h 8910"/>
                <a:gd name="p0x190" fmla="*/ 0 w 15"/>
                <a:gd name="p0y190" fmla="*/ 7215 h 8910"/>
                <a:gd name="p0x191" fmla="*/ 0 w 15"/>
                <a:gd name="p0y191" fmla="*/ 7185 h 8910"/>
                <a:gd name="p0x192" fmla="*/ 15 w 15"/>
                <a:gd name="p0y192" fmla="*/ 7185 h 8910"/>
                <a:gd name="p0x193" fmla="*/ 15 w 15"/>
                <a:gd name="p0y193" fmla="*/ 7215 h 8910"/>
                <a:gd name="p0x194" fmla="*/ 0 w 15"/>
                <a:gd name="p0y194" fmla="*/ 7215 h 8910"/>
                <a:gd name="p0x195" fmla="*/ 0 w 15"/>
                <a:gd name="p0y195" fmla="*/ 7170 h 8910"/>
                <a:gd name="p0x196" fmla="*/ 0 w 15"/>
                <a:gd name="p0y196" fmla="*/ 7140 h 8910"/>
                <a:gd name="p0x197" fmla="*/ 15 w 15"/>
                <a:gd name="p0y197" fmla="*/ 7140 h 8910"/>
                <a:gd name="p0x198" fmla="*/ 15 w 15"/>
                <a:gd name="p0y198" fmla="*/ 7170 h 8910"/>
                <a:gd name="p0x199" fmla="*/ 0 w 15"/>
                <a:gd name="p0y199" fmla="*/ 7170 h 8910"/>
                <a:gd name="p0x200" fmla="*/ 0 w 15"/>
                <a:gd name="p0y200" fmla="*/ 7125 h 8910"/>
                <a:gd name="p0x201" fmla="*/ 0 w 15"/>
                <a:gd name="p0y201" fmla="*/ 7095 h 8910"/>
                <a:gd name="p0x202" fmla="*/ 15 w 15"/>
                <a:gd name="p0y202" fmla="*/ 7095 h 8910"/>
                <a:gd name="p0x203" fmla="*/ 15 w 15"/>
                <a:gd name="p0y203" fmla="*/ 7125 h 8910"/>
                <a:gd name="p0x204" fmla="*/ 0 w 15"/>
                <a:gd name="p0y204" fmla="*/ 7125 h 8910"/>
                <a:gd name="p0x205" fmla="*/ 0 w 15"/>
                <a:gd name="p0y205" fmla="*/ 7079 h 8910"/>
                <a:gd name="p0x206" fmla="*/ 0 w 15"/>
                <a:gd name="p0y206" fmla="*/ 7050 h 8910"/>
                <a:gd name="p0x207" fmla="*/ 15 w 15"/>
                <a:gd name="p0y207" fmla="*/ 7050 h 8910"/>
                <a:gd name="p0x208" fmla="*/ 15 w 15"/>
                <a:gd name="p0y208" fmla="*/ 7079 h 8910"/>
                <a:gd name="p0x209" fmla="*/ 0 w 15"/>
                <a:gd name="p0y209" fmla="*/ 7079 h 8910"/>
                <a:gd name="p0x210" fmla="*/ 0 w 15"/>
                <a:gd name="p0y210" fmla="*/ 7035 h 8910"/>
                <a:gd name="p0x211" fmla="*/ 0 w 15"/>
                <a:gd name="p0y211" fmla="*/ 7005 h 8910"/>
                <a:gd name="p0x212" fmla="*/ 15 w 15"/>
                <a:gd name="p0y212" fmla="*/ 7005 h 8910"/>
                <a:gd name="p0x213" fmla="*/ 15 w 15"/>
                <a:gd name="p0y213" fmla="*/ 7035 h 8910"/>
                <a:gd name="p0x214" fmla="*/ 0 w 15"/>
                <a:gd name="p0y214" fmla="*/ 7035 h 8910"/>
                <a:gd name="p0x215" fmla="*/ 0 w 15"/>
                <a:gd name="p0y215" fmla="*/ 6990 h 8910"/>
                <a:gd name="p0x216" fmla="*/ 0 w 15"/>
                <a:gd name="p0y216" fmla="*/ 6960 h 8910"/>
                <a:gd name="p0x217" fmla="*/ 15 w 15"/>
                <a:gd name="p0y217" fmla="*/ 6960 h 8910"/>
                <a:gd name="p0x218" fmla="*/ 15 w 15"/>
                <a:gd name="p0y218" fmla="*/ 6990 h 8910"/>
                <a:gd name="p0x219" fmla="*/ 0 w 15"/>
                <a:gd name="p0y219" fmla="*/ 6990 h 8910"/>
                <a:gd name="p0x220" fmla="*/ 0 w 15"/>
                <a:gd name="p0y220" fmla="*/ 6945 h 8910"/>
                <a:gd name="p0x221" fmla="*/ 0 w 15"/>
                <a:gd name="p0y221" fmla="*/ 6915 h 8910"/>
                <a:gd name="p0x222" fmla="*/ 15 w 15"/>
                <a:gd name="p0y222" fmla="*/ 6915 h 8910"/>
                <a:gd name="p0x223" fmla="*/ 15 w 15"/>
                <a:gd name="p0y223" fmla="*/ 6945 h 8910"/>
                <a:gd name="p0x224" fmla="*/ 0 w 15"/>
                <a:gd name="p0y224" fmla="*/ 6945 h 8910"/>
                <a:gd name="p0x225" fmla="*/ 0 w 15"/>
                <a:gd name="p0y225" fmla="*/ 6900 h 8910"/>
                <a:gd name="p0x226" fmla="*/ 0 w 15"/>
                <a:gd name="p0y226" fmla="*/ 6870 h 8910"/>
                <a:gd name="p0x227" fmla="*/ 15 w 15"/>
                <a:gd name="p0y227" fmla="*/ 6870 h 8910"/>
                <a:gd name="p0x228" fmla="*/ 15 w 15"/>
                <a:gd name="p0y228" fmla="*/ 6900 h 8910"/>
                <a:gd name="p0x229" fmla="*/ 0 w 15"/>
                <a:gd name="p0y229" fmla="*/ 6900 h 8910"/>
                <a:gd name="p0x230" fmla="*/ 0 w 15"/>
                <a:gd name="p0y230" fmla="*/ 6855 h 8910"/>
                <a:gd name="p0x231" fmla="*/ 0 w 15"/>
                <a:gd name="p0y231" fmla="*/ 6825 h 8910"/>
                <a:gd name="p0x232" fmla="*/ 15 w 15"/>
                <a:gd name="p0y232" fmla="*/ 6825 h 8910"/>
                <a:gd name="p0x233" fmla="*/ 15 w 15"/>
                <a:gd name="p0y233" fmla="*/ 6855 h 8910"/>
                <a:gd name="p0x234" fmla="*/ 0 w 15"/>
                <a:gd name="p0y234" fmla="*/ 6855 h 8910"/>
                <a:gd name="p0x235" fmla="*/ 0 w 15"/>
                <a:gd name="p0y235" fmla="*/ 6810 h 8910"/>
                <a:gd name="p0x236" fmla="*/ 0 w 15"/>
                <a:gd name="p0y236" fmla="*/ 6780 h 8910"/>
                <a:gd name="p0x237" fmla="*/ 15 w 15"/>
                <a:gd name="p0y237" fmla="*/ 6780 h 8910"/>
                <a:gd name="p0x238" fmla="*/ 15 w 15"/>
                <a:gd name="p0y238" fmla="*/ 6810 h 8910"/>
                <a:gd name="p0x239" fmla="*/ 0 w 15"/>
                <a:gd name="p0y239" fmla="*/ 6810 h 8910"/>
                <a:gd name="p0x240" fmla="*/ 0 w 15"/>
                <a:gd name="p0y240" fmla="*/ 6765 h 8910"/>
                <a:gd name="p0x241" fmla="*/ 0 w 15"/>
                <a:gd name="p0y241" fmla="*/ 6735 h 8910"/>
                <a:gd name="p0x242" fmla="*/ 15 w 15"/>
                <a:gd name="p0y242" fmla="*/ 6735 h 8910"/>
                <a:gd name="p0x243" fmla="*/ 15 w 15"/>
                <a:gd name="p0y243" fmla="*/ 6765 h 8910"/>
                <a:gd name="p0x244" fmla="*/ 0 w 15"/>
                <a:gd name="p0y244" fmla="*/ 6765 h 8910"/>
                <a:gd name="p0x245" fmla="*/ 0 w 15"/>
                <a:gd name="p0y245" fmla="*/ 6720 h 8910"/>
                <a:gd name="p0x246" fmla="*/ 0 w 15"/>
                <a:gd name="p0y246" fmla="*/ 6690 h 8910"/>
                <a:gd name="p0x247" fmla="*/ 15 w 15"/>
                <a:gd name="p0y247" fmla="*/ 6690 h 8910"/>
                <a:gd name="p0x248" fmla="*/ 15 w 15"/>
                <a:gd name="p0y248" fmla="*/ 6720 h 8910"/>
                <a:gd name="p0x249" fmla="*/ 0 w 15"/>
                <a:gd name="p0y249" fmla="*/ 6720 h 8910"/>
                <a:gd name="p0x250" fmla="*/ 0 w 15"/>
                <a:gd name="p0y250" fmla="*/ 6675 h 8910"/>
                <a:gd name="p0x251" fmla="*/ 0 w 15"/>
                <a:gd name="p0y251" fmla="*/ 6645 h 8910"/>
                <a:gd name="p0x252" fmla="*/ 15 w 15"/>
                <a:gd name="p0y252" fmla="*/ 6645 h 8910"/>
                <a:gd name="p0x253" fmla="*/ 15 w 15"/>
                <a:gd name="p0y253" fmla="*/ 6675 h 8910"/>
                <a:gd name="p0x254" fmla="*/ 0 w 15"/>
                <a:gd name="p0y254" fmla="*/ 6675 h 8910"/>
                <a:gd name="p0x255" fmla="*/ 0 w 15"/>
                <a:gd name="p0y255" fmla="*/ 6630 h 8910"/>
                <a:gd name="p0x256" fmla="*/ 0 w 15"/>
                <a:gd name="p0y256" fmla="*/ 6600 h 8910"/>
                <a:gd name="p0x257" fmla="*/ 15 w 15"/>
                <a:gd name="p0y257" fmla="*/ 6600 h 8910"/>
                <a:gd name="p0x258" fmla="*/ 15 w 15"/>
                <a:gd name="p0y258" fmla="*/ 6630 h 8910"/>
                <a:gd name="p0x259" fmla="*/ 0 w 15"/>
                <a:gd name="p0y259" fmla="*/ 6630 h 8910"/>
                <a:gd name="p0x260" fmla="*/ 0 w 15"/>
                <a:gd name="p0y260" fmla="*/ 6585 h 8910"/>
                <a:gd name="p0x261" fmla="*/ 0 w 15"/>
                <a:gd name="p0y261" fmla="*/ 6555 h 8910"/>
                <a:gd name="p0x262" fmla="*/ 15 w 15"/>
                <a:gd name="p0y262" fmla="*/ 6555 h 8910"/>
                <a:gd name="p0x263" fmla="*/ 15 w 15"/>
                <a:gd name="p0y263" fmla="*/ 6585 h 8910"/>
                <a:gd name="p0x264" fmla="*/ 0 w 15"/>
                <a:gd name="p0y264" fmla="*/ 6585 h 8910"/>
                <a:gd name="p0x265" fmla="*/ 0 w 15"/>
                <a:gd name="p0y265" fmla="*/ 6540 h 8910"/>
                <a:gd name="p0x266" fmla="*/ 0 w 15"/>
                <a:gd name="p0y266" fmla="*/ 6510 h 8910"/>
                <a:gd name="p0x267" fmla="*/ 15 w 15"/>
                <a:gd name="p0y267" fmla="*/ 6510 h 8910"/>
                <a:gd name="p0x268" fmla="*/ 15 w 15"/>
                <a:gd name="p0y268" fmla="*/ 6540 h 8910"/>
                <a:gd name="p0x269" fmla="*/ 0 w 15"/>
                <a:gd name="p0y269" fmla="*/ 6540 h 8910"/>
                <a:gd name="p0x270" fmla="*/ 0 w 15"/>
                <a:gd name="p0y270" fmla="*/ 6495 h 8910"/>
                <a:gd name="p0x271" fmla="*/ 0 w 15"/>
                <a:gd name="p0y271" fmla="*/ 6465 h 8910"/>
                <a:gd name="p0x272" fmla="*/ 15 w 15"/>
                <a:gd name="p0y272" fmla="*/ 6465 h 8910"/>
                <a:gd name="p0x273" fmla="*/ 15 w 15"/>
                <a:gd name="p0y273" fmla="*/ 6495 h 8910"/>
                <a:gd name="p0x274" fmla="*/ 0 w 15"/>
                <a:gd name="p0y274" fmla="*/ 6495 h 8910"/>
                <a:gd name="p0x275" fmla="*/ 0 w 15"/>
                <a:gd name="p0y275" fmla="*/ 6449 h 8910"/>
                <a:gd name="p0x276" fmla="*/ 0 w 15"/>
                <a:gd name="p0y276" fmla="*/ 6420 h 8910"/>
                <a:gd name="p0x277" fmla="*/ 15 w 15"/>
                <a:gd name="p0y277" fmla="*/ 6420 h 8910"/>
                <a:gd name="p0x278" fmla="*/ 15 w 15"/>
                <a:gd name="p0y278" fmla="*/ 6449 h 8910"/>
                <a:gd name="p0x279" fmla="*/ 0 w 15"/>
                <a:gd name="p0y279" fmla="*/ 6449 h 8910"/>
                <a:gd name="p0x280" fmla="*/ 0 w 15"/>
                <a:gd name="p0y280" fmla="*/ 6405 h 8910"/>
                <a:gd name="p0x281" fmla="*/ 0 w 15"/>
                <a:gd name="p0y281" fmla="*/ 6375 h 8910"/>
                <a:gd name="p0x282" fmla="*/ 15 w 15"/>
                <a:gd name="p0y282" fmla="*/ 6375 h 8910"/>
                <a:gd name="p0x283" fmla="*/ 15 w 15"/>
                <a:gd name="p0y283" fmla="*/ 6405 h 8910"/>
                <a:gd name="p0x284" fmla="*/ 0 w 15"/>
                <a:gd name="p0y284" fmla="*/ 6405 h 8910"/>
                <a:gd name="p0x285" fmla="*/ 0 w 15"/>
                <a:gd name="p0y285" fmla="*/ 6360 h 8910"/>
                <a:gd name="p0x286" fmla="*/ 0 w 15"/>
                <a:gd name="p0y286" fmla="*/ 6330 h 8910"/>
                <a:gd name="p0x287" fmla="*/ 15 w 15"/>
                <a:gd name="p0y287" fmla="*/ 6330 h 8910"/>
                <a:gd name="p0x288" fmla="*/ 15 w 15"/>
                <a:gd name="p0y288" fmla="*/ 6360 h 8910"/>
                <a:gd name="p0x289" fmla="*/ 0 w 15"/>
                <a:gd name="p0y289" fmla="*/ 6360 h 8910"/>
                <a:gd name="p0x290" fmla="*/ 0 w 15"/>
                <a:gd name="p0y290" fmla="*/ 6314 h 8910"/>
                <a:gd name="p0x291" fmla="*/ 0 w 15"/>
                <a:gd name="p0y291" fmla="*/ 6285 h 8910"/>
                <a:gd name="p0x292" fmla="*/ 15 w 15"/>
                <a:gd name="p0y292" fmla="*/ 6285 h 8910"/>
                <a:gd name="p0x293" fmla="*/ 15 w 15"/>
                <a:gd name="p0y293" fmla="*/ 6314 h 8910"/>
                <a:gd name="p0x294" fmla="*/ 0 w 15"/>
                <a:gd name="p0y294" fmla="*/ 6314 h 8910"/>
                <a:gd name="p0x295" fmla="*/ 0 w 15"/>
                <a:gd name="p0y295" fmla="*/ 6270 h 8910"/>
                <a:gd name="p0x296" fmla="*/ 0 w 15"/>
                <a:gd name="p0y296" fmla="*/ 6239 h 8910"/>
                <a:gd name="p0x297" fmla="*/ 15 w 15"/>
                <a:gd name="p0y297" fmla="*/ 6239 h 8910"/>
                <a:gd name="p0x298" fmla="*/ 15 w 15"/>
                <a:gd name="p0y298" fmla="*/ 6270 h 8910"/>
                <a:gd name="p0x299" fmla="*/ 0 w 15"/>
                <a:gd name="p0y299" fmla="*/ 6270 h 8910"/>
                <a:gd name="p0x300" fmla="*/ 0 w 15"/>
                <a:gd name="p0y300" fmla="*/ 6225 h 8910"/>
                <a:gd name="p0x301" fmla="*/ 0 w 15"/>
                <a:gd name="p0y301" fmla="*/ 6195 h 8910"/>
                <a:gd name="p0x302" fmla="*/ 15 w 15"/>
                <a:gd name="p0y302" fmla="*/ 6195 h 8910"/>
                <a:gd name="p0x303" fmla="*/ 15 w 15"/>
                <a:gd name="p0y303" fmla="*/ 6225 h 8910"/>
                <a:gd name="p0x304" fmla="*/ 0 w 15"/>
                <a:gd name="p0y304" fmla="*/ 6225 h 8910"/>
                <a:gd name="p0x305" fmla="*/ 0 w 15"/>
                <a:gd name="p0y305" fmla="*/ 6179 h 8910"/>
                <a:gd name="p0x306" fmla="*/ 0 w 15"/>
                <a:gd name="p0y306" fmla="*/ 6150 h 8910"/>
                <a:gd name="p0x307" fmla="*/ 15 w 15"/>
                <a:gd name="p0y307" fmla="*/ 6150 h 8910"/>
                <a:gd name="p0x308" fmla="*/ 15 w 15"/>
                <a:gd name="p0y308" fmla="*/ 6179 h 8910"/>
                <a:gd name="p0x309" fmla="*/ 0 w 15"/>
                <a:gd name="p0y309" fmla="*/ 6179 h 8910"/>
                <a:gd name="p0x310" fmla="*/ 0 w 15"/>
                <a:gd name="p0y310" fmla="*/ 6135 h 8910"/>
                <a:gd name="p0x311" fmla="*/ 0 w 15"/>
                <a:gd name="p0y311" fmla="*/ 6104 h 8910"/>
                <a:gd name="p0x312" fmla="*/ 15 w 15"/>
                <a:gd name="p0y312" fmla="*/ 6104 h 8910"/>
                <a:gd name="p0x313" fmla="*/ 15 w 15"/>
                <a:gd name="p0y313" fmla="*/ 6135 h 8910"/>
                <a:gd name="p0x314" fmla="*/ 0 w 15"/>
                <a:gd name="p0y314" fmla="*/ 6135 h 8910"/>
                <a:gd name="p0x315" fmla="*/ 0 w 15"/>
                <a:gd name="p0y315" fmla="*/ 6090 h 8910"/>
                <a:gd name="p0x316" fmla="*/ 0 w 15"/>
                <a:gd name="p0y316" fmla="*/ 6060 h 8910"/>
                <a:gd name="p0x317" fmla="*/ 15 w 15"/>
                <a:gd name="p0y317" fmla="*/ 6060 h 8910"/>
                <a:gd name="p0x318" fmla="*/ 15 w 15"/>
                <a:gd name="p0y318" fmla="*/ 6090 h 8910"/>
                <a:gd name="p0x319" fmla="*/ 0 w 15"/>
                <a:gd name="p0y319" fmla="*/ 6090 h 8910"/>
                <a:gd name="p0x320" fmla="*/ 0 w 15"/>
                <a:gd name="p0y320" fmla="*/ 6044 h 8910"/>
                <a:gd name="p0x321" fmla="*/ 0 w 15"/>
                <a:gd name="p0y321" fmla="*/ 6015 h 8910"/>
                <a:gd name="p0x322" fmla="*/ 15 w 15"/>
                <a:gd name="p0y322" fmla="*/ 6015 h 8910"/>
                <a:gd name="p0x323" fmla="*/ 15 w 15"/>
                <a:gd name="p0y323" fmla="*/ 6044 h 8910"/>
                <a:gd name="p0x324" fmla="*/ 0 w 15"/>
                <a:gd name="p0y324" fmla="*/ 6044 h 8910"/>
                <a:gd name="p0x325" fmla="*/ 0 w 15"/>
                <a:gd name="p0y325" fmla="*/ 6000 h 8910"/>
                <a:gd name="p0x326" fmla="*/ 0 w 15"/>
                <a:gd name="p0y326" fmla="*/ 5969 h 8910"/>
                <a:gd name="p0x327" fmla="*/ 15 w 15"/>
                <a:gd name="p0y327" fmla="*/ 5969 h 8910"/>
                <a:gd name="p0x328" fmla="*/ 15 w 15"/>
                <a:gd name="p0y328" fmla="*/ 6000 h 8910"/>
                <a:gd name="p0x329" fmla="*/ 0 w 15"/>
                <a:gd name="p0y329" fmla="*/ 6000 h 8910"/>
                <a:gd name="p0x330" fmla="*/ 0 w 15"/>
                <a:gd name="p0y330" fmla="*/ 5955 h 8910"/>
                <a:gd name="p0x331" fmla="*/ 0 w 15"/>
                <a:gd name="p0y331" fmla="*/ 5925 h 8910"/>
                <a:gd name="p0x332" fmla="*/ 15 w 15"/>
                <a:gd name="p0y332" fmla="*/ 5925 h 8910"/>
                <a:gd name="p0x333" fmla="*/ 15 w 15"/>
                <a:gd name="p0y333" fmla="*/ 5955 h 8910"/>
                <a:gd name="p0x334" fmla="*/ 0 w 15"/>
                <a:gd name="p0y334" fmla="*/ 5955 h 8910"/>
                <a:gd name="p0x335" fmla="*/ 0 w 15"/>
                <a:gd name="p0y335" fmla="*/ 5910 h 8910"/>
                <a:gd name="p0x336" fmla="*/ 0 w 15"/>
                <a:gd name="p0y336" fmla="*/ 5880 h 8910"/>
                <a:gd name="p0x337" fmla="*/ 15 w 15"/>
                <a:gd name="p0y337" fmla="*/ 5880 h 8910"/>
                <a:gd name="p0x338" fmla="*/ 15 w 15"/>
                <a:gd name="p0y338" fmla="*/ 5910 h 8910"/>
                <a:gd name="p0x339" fmla="*/ 0 w 15"/>
                <a:gd name="p0y339" fmla="*/ 5910 h 8910"/>
                <a:gd name="p0x340" fmla="*/ 0 w 15"/>
                <a:gd name="p0y340" fmla="*/ 5865 h 8910"/>
                <a:gd name="p0x341" fmla="*/ 0 w 15"/>
                <a:gd name="p0y341" fmla="*/ 5835 h 8910"/>
                <a:gd name="p0x342" fmla="*/ 15 w 15"/>
                <a:gd name="p0y342" fmla="*/ 5835 h 8910"/>
                <a:gd name="p0x343" fmla="*/ 15 w 15"/>
                <a:gd name="p0y343" fmla="*/ 5864 h 8910"/>
                <a:gd name="p0x344" fmla="*/ 0 w 15"/>
                <a:gd name="p0y344" fmla="*/ 5865 h 8910"/>
                <a:gd name="p0x345" fmla="*/ 0 w 15"/>
                <a:gd name="p0y345" fmla="*/ 5820 h 8910"/>
                <a:gd name="p0x346" fmla="*/ 0 w 15"/>
                <a:gd name="p0y346" fmla="*/ 5790 h 8910"/>
                <a:gd name="p0x347" fmla="*/ 15 w 15"/>
                <a:gd name="p0y347" fmla="*/ 5790 h 8910"/>
                <a:gd name="p0x348" fmla="*/ 15 w 15"/>
                <a:gd name="p0y348" fmla="*/ 5820 h 8910"/>
                <a:gd name="p0x349" fmla="*/ 0 w 15"/>
                <a:gd name="p0y349" fmla="*/ 5820 h 8910"/>
                <a:gd name="p0x350" fmla="*/ 0 w 15"/>
                <a:gd name="p0y350" fmla="*/ 5775 h 8910"/>
                <a:gd name="p0x351" fmla="*/ 0 w 15"/>
                <a:gd name="p0y351" fmla="*/ 5745 h 8910"/>
                <a:gd name="p0x352" fmla="*/ 15 w 15"/>
                <a:gd name="p0y352" fmla="*/ 5745 h 8910"/>
                <a:gd name="p0x353" fmla="*/ 15 w 15"/>
                <a:gd name="p0y353" fmla="*/ 5775 h 8910"/>
                <a:gd name="p0x354" fmla="*/ 0 w 15"/>
                <a:gd name="p0y354" fmla="*/ 5775 h 8910"/>
                <a:gd name="p0x355" fmla="*/ 0 w 15"/>
                <a:gd name="p0y355" fmla="*/ 5730 h 8910"/>
                <a:gd name="p0x356" fmla="*/ 0 w 15"/>
                <a:gd name="p0y356" fmla="*/ 5700 h 8910"/>
                <a:gd name="p0x357" fmla="*/ 15 w 15"/>
                <a:gd name="p0y357" fmla="*/ 5700 h 8910"/>
                <a:gd name="p0x358" fmla="*/ 15 w 15"/>
                <a:gd name="p0y358" fmla="*/ 5730 h 8910"/>
                <a:gd name="p0x359" fmla="*/ 0 w 15"/>
                <a:gd name="p0y359" fmla="*/ 5730 h 8910"/>
                <a:gd name="p0x360" fmla="*/ 0 w 15"/>
                <a:gd name="p0y360" fmla="*/ 5684 h 8910"/>
                <a:gd name="p0x361" fmla="*/ 0 w 15"/>
                <a:gd name="p0y361" fmla="*/ 5655 h 8910"/>
                <a:gd name="p0x362" fmla="*/ 15 w 15"/>
                <a:gd name="p0y362" fmla="*/ 5655 h 8910"/>
                <a:gd name="p0x363" fmla="*/ 15 w 15"/>
                <a:gd name="p0y363" fmla="*/ 5684 h 8910"/>
                <a:gd name="p0x364" fmla="*/ 0 w 15"/>
                <a:gd name="p0y364" fmla="*/ 5684 h 8910"/>
                <a:gd name="p0x365" fmla="*/ 0 w 15"/>
                <a:gd name="p0y365" fmla="*/ 5640 h 8910"/>
                <a:gd name="p0x366" fmla="*/ 0 w 15"/>
                <a:gd name="p0y366" fmla="*/ 5610 h 8910"/>
                <a:gd name="p0x367" fmla="*/ 15 w 15"/>
                <a:gd name="p0y367" fmla="*/ 5610 h 8910"/>
                <a:gd name="p0x368" fmla="*/ 15 w 15"/>
                <a:gd name="p0y368" fmla="*/ 5640 h 8910"/>
                <a:gd name="p0x369" fmla="*/ 0 w 15"/>
                <a:gd name="p0y369" fmla="*/ 5640 h 8910"/>
                <a:gd name="p0x370" fmla="*/ 0 w 15"/>
                <a:gd name="p0y370" fmla="*/ 5595 h 8910"/>
                <a:gd name="p0x371" fmla="*/ 0 w 15"/>
                <a:gd name="p0y371" fmla="*/ 5565 h 8910"/>
                <a:gd name="p0x372" fmla="*/ 15 w 15"/>
                <a:gd name="p0y372" fmla="*/ 5565 h 8910"/>
                <a:gd name="p0x373" fmla="*/ 15 w 15"/>
                <a:gd name="p0y373" fmla="*/ 5595 h 8910"/>
                <a:gd name="p0x374" fmla="*/ 0 w 15"/>
                <a:gd name="p0y374" fmla="*/ 5595 h 8910"/>
                <a:gd name="p0x375" fmla="*/ 0 w 15"/>
                <a:gd name="p0y375" fmla="*/ 5549 h 8910"/>
                <a:gd name="p0x376" fmla="*/ 0 w 15"/>
                <a:gd name="p0y376" fmla="*/ 5520 h 8910"/>
                <a:gd name="p0x377" fmla="*/ 15 w 15"/>
                <a:gd name="p0y377" fmla="*/ 5520 h 8910"/>
                <a:gd name="p0x378" fmla="*/ 15 w 15"/>
                <a:gd name="p0y378" fmla="*/ 5549 h 8910"/>
                <a:gd name="p0x379" fmla="*/ 0 w 15"/>
                <a:gd name="p0y379" fmla="*/ 5549 h 8910"/>
                <a:gd name="p0x380" fmla="*/ 0 w 15"/>
                <a:gd name="p0y380" fmla="*/ 5505 h 8910"/>
                <a:gd name="p0x381" fmla="*/ 0 w 15"/>
                <a:gd name="p0y381" fmla="*/ 5474 h 8910"/>
                <a:gd name="p0x382" fmla="*/ 15 w 15"/>
                <a:gd name="p0y382" fmla="*/ 5474 h 8910"/>
                <a:gd name="p0x383" fmla="*/ 15 w 15"/>
                <a:gd name="p0y383" fmla="*/ 5505 h 8910"/>
                <a:gd name="p0x384" fmla="*/ 0 w 15"/>
                <a:gd name="p0y384" fmla="*/ 5505 h 8910"/>
                <a:gd name="p0x385" fmla="*/ 0 w 15"/>
                <a:gd name="p0y385" fmla="*/ 5460 h 8910"/>
                <a:gd name="p0x386" fmla="*/ 0 w 15"/>
                <a:gd name="p0y386" fmla="*/ 5430 h 8910"/>
                <a:gd name="p0x387" fmla="*/ 15 w 15"/>
                <a:gd name="p0y387" fmla="*/ 5430 h 8910"/>
                <a:gd name="p0x388" fmla="*/ 15 w 15"/>
                <a:gd name="p0y388" fmla="*/ 5460 h 8910"/>
                <a:gd name="p0x389" fmla="*/ 0 w 15"/>
                <a:gd name="p0y389" fmla="*/ 5460 h 8910"/>
                <a:gd name="p0x390" fmla="*/ 0 w 15"/>
                <a:gd name="p0y390" fmla="*/ 5414 h 8910"/>
                <a:gd name="p0x391" fmla="*/ 0 w 15"/>
                <a:gd name="p0y391" fmla="*/ 5385 h 8910"/>
                <a:gd name="p0x392" fmla="*/ 15 w 15"/>
                <a:gd name="p0y392" fmla="*/ 5385 h 8910"/>
                <a:gd name="p0x393" fmla="*/ 15 w 15"/>
                <a:gd name="p0y393" fmla="*/ 5414 h 8910"/>
                <a:gd name="p0x394" fmla="*/ 0 w 15"/>
                <a:gd name="p0y394" fmla="*/ 5414 h 8910"/>
                <a:gd name="p0x395" fmla="*/ 0 w 15"/>
                <a:gd name="p0y395" fmla="*/ 5370 h 8910"/>
                <a:gd name="p0x396" fmla="*/ 0 w 15"/>
                <a:gd name="p0y396" fmla="*/ 5340 h 8910"/>
                <a:gd name="p0x397" fmla="*/ 15 w 15"/>
                <a:gd name="p0y397" fmla="*/ 5340 h 8910"/>
                <a:gd name="p0x398" fmla="*/ 15 w 15"/>
                <a:gd name="p0y398" fmla="*/ 5370 h 8910"/>
                <a:gd name="p0x399" fmla="*/ 0 w 15"/>
                <a:gd name="p0y399" fmla="*/ 5370 h 8910"/>
                <a:gd name="p0x400" fmla="*/ 0 w 15"/>
                <a:gd name="p0y400" fmla="*/ 5325 h 8910"/>
                <a:gd name="p0x401" fmla="*/ 0 w 15"/>
                <a:gd name="p0y401" fmla="*/ 5295 h 8910"/>
                <a:gd name="p0x402" fmla="*/ 15 w 15"/>
                <a:gd name="p0y402" fmla="*/ 5295 h 8910"/>
                <a:gd name="p0x403" fmla="*/ 15 w 15"/>
                <a:gd name="p0y403" fmla="*/ 5325 h 8910"/>
                <a:gd name="p0x404" fmla="*/ 0 w 15"/>
                <a:gd name="p0y404" fmla="*/ 5325 h 8910"/>
                <a:gd name="p0x405" fmla="*/ 0 w 15"/>
                <a:gd name="p0y405" fmla="*/ 5280 h 8910"/>
                <a:gd name="p0x406" fmla="*/ 0 w 15"/>
                <a:gd name="p0y406" fmla="*/ 5250 h 8910"/>
                <a:gd name="p0x407" fmla="*/ 15 w 15"/>
                <a:gd name="p0y407" fmla="*/ 5250 h 8910"/>
                <a:gd name="p0x408" fmla="*/ 15 w 15"/>
                <a:gd name="p0y408" fmla="*/ 5280 h 8910"/>
                <a:gd name="p0x409" fmla="*/ 0 w 15"/>
                <a:gd name="p0y409" fmla="*/ 5280 h 8910"/>
                <a:gd name="p0x410" fmla="*/ 0 w 15"/>
                <a:gd name="p0y410" fmla="*/ 5235 h 8910"/>
                <a:gd name="p0x411" fmla="*/ 0 w 15"/>
                <a:gd name="p0y411" fmla="*/ 5204 h 8910"/>
                <a:gd name="p0x412" fmla="*/ 15 w 15"/>
                <a:gd name="p0y412" fmla="*/ 5204 h 8910"/>
                <a:gd name="p0x413" fmla="*/ 15 w 15"/>
                <a:gd name="p0y413" fmla="*/ 5235 h 8910"/>
                <a:gd name="p0x414" fmla="*/ 0 w 15"/>
                <a:gd name="p0y414" fmla="*/ 5235 h 8910"/>
                <a:gd name="p0x415" fmla="*/ 0 w 15"/>
                <a:gd name="p0y415" fmla="*/ 5190 h 8910"/>
                <a:gd name="p0x416" fmla="*/ 0 w 15"/>
                <a:gd name="p0y416" fmla="*/ 5160 h 8910"/>
                <a:gd name="p0x417" fmla="*/ 15 w 15"/>
                <a:gd name="p0y417" fmla="*/ 5160 h 8910"/>
                <a:gd name="p0x418" fmla="*/ 15 w 15"/>
                <a:gd name="p0y418" fmla="*/ 5190 h 8910"/>
                <a:gd name="p0x419" fmla="*/ 0 w 15"/>
                <a:gd name="p0y419" fmla="*/ 5190 h 8910"/>
                <a:gd name="p0x420" fmla="*/ 0 w 15"/>
                <a:gd name="p0y420" fmla="*/ 5145 h 8910"/>
                <a:gd name="p0x421" fmla="*/ 0 w 15"/>
                <a:gd name="p0y421" fmla="*/ 5115 h 8910"/>
                <a:gd name="p0x422" fmla="*/ 15 w 15"/>
                <a:gd name="p0y422" fmla="*/ 5115 h 8910"/>
                <a:gd name="p0x423" fmla="*/ 15 w 15"/>
                <a:gd name="p0y423" fmla="*/ 5145 h 8910"/>
                <a:gd name="p0x424" fmla="*/ 0 w 15"/>
                <a:gd name="p0y424" fmla="*/ 5145 h 8910"/>
                <a:gd name="p0x425" fmla="*/ 0 w 15"/>
                <a:gd name="p0y425" fmla="*/ 5100 h 8910"/>
                <a:gd name="p0x426" fmla="*/ 0 w 15"/>
                <a:gd name="p0y426" fmla="*/ 5070 h 8910"/>
                <a:gd name="p0x427" fmla="*/ 15 w 15"/>
                <a:gd name="p0y427" fmla="*/ 5070 h 8910"/>
                <a:gd name="p0x428" fmla="*/ 15 w 15"/>
                <a:gd name="p0y428" fmla="*/ 5100 h 8910"/>
                <a:gd name="p0x429" fmla="*/ 0 w 15"/>
                <a:gd name="p0y429" fmla="*/ 5100 h 8910"/>
                <a:gd name="p0x430" fmla="*/ 0 w 15"/>
                <a:gd name="p0y430" fmla="*/ 5055 h 8910"/>
                <a:gd name="p0x431" fmla="*/ 0 w 15"/>
                <a:gd name="p0y431" fmla="*/ 5025 h 8910"/>
                <a:gd name="p0x432" fmla="*/ 15 w 15"/>
                <a:gd name="p0y432" fmla="*/ 5025 h 8910"/>
                <a:gd name="p0x433" fmla="*/ 15 w 15"/>
                <a:gd name="p0y433" fmla="*/ 5055 h 8910"/>
                <a:gd name="p0x434" fmla="*/ 0 w 15"/>
                <a:gd name="p0y434" fmla="*/ 5055 h 8910"/>
                <a:gd name="p0x435" fmla="*/ 0 w 15"/>
                <a:gd name="p0y435" fmla="*/ 5010 h 8910"/>
                <a:gd name="p0x436" fmla="*/ 0 w 15"/>
                <a:gd name="p0y436" fmla="*/ 4980 h 8910"/>
                <a:gd name="p0x437" fmla="*/ 15 w 15"/>
                <a:gd name="p0y437" fmla="*/ 4980 h 8910"/>
                <a:gd name="p0x438" fmla="*/ 15 w 15"/>
                <a:gd name="p0y438" fmla="*/ 5010 h 8910"/>
                <a:gd name="p0x439" fmla="*/ 0 w 15"/>
                <a:gd name="p0y439" fmla="*/ 5010 h 8910"/>
                <a:gd name="p0x440" fmla="*/ 0 w 15"/>
                <a:gd name="p0y440" fmla="*/ 4965 h 8910"/>
                <a:gd name="p0x441" fmla="*/ 0 w 15"/>
                <a:gd name="p0y441" fmla="*/ 4935 h 8910"/>
                <a:gd name="p0x442" fmla="*/ 15 w 15"/>
                <a:gd name="p0y442" fmla="*/ 4935 h 8910"/>
                <a:gd name="p0x443" fmla="*/ 15 w 15"/>
                <a:gd name="p0y443" fmla="*/ 4965 h 8910"/>
                <a:gd name="p0x444" fmla="*/ 0 w 15"/>
                <a:gd name="p0y444" fmla="*/ 4965 h 8910"/>
                <a:gd name="p0x445" fmla="*/ 0 w 15"/>
                <a:gd name="p0y445" fmla="*/ 4919 h 8910"/>
                <a:gd name="p0x446" fmla="*/ 0 w 15"/>
                <a:gd name="p0y446" fmla="*/ 4890 h 8910"/>
                <a:gd name="p0x447" fmla="*/ 15 w 15"/>
                <a:gd name="p0y447" fmla="*/ 4890 h 8910"/>
                <a:gd name="p0x448" fmla="*/ 15 w 15"/>
                <a:gd name="p0y448" fmla="*/ 4919 h 8910"/>
                <a:gd name="p0x449" fmla="*/ 0 w 15"/>
                <a:gd name="p0y449" fmla="*/ 4919 h 8910"/>
                <a:gd name="p0x450" fmla="*/ 0 w 15"/>
                <a:gd name="p0y450" fmla="*/ 4875 h 8910"/>
                <a:gd name="p0x451" fmla="*/ 0 w 15"/>
                <a:gd name="p0y451" fmla="*/ 4845 h 8910"/>
                <a:gd name="p0x452" fmla="*/ 15 w 15"/>
                <a:gd name="p0y452" fmla="*/ 4845 h 8910"/>
                <a:gd name="p0x453" fmla="*/ 15 w 15"/>
                <a:gd name="p0y453" fmla="*/ 4875 h 8910"/>
                <a:gd name="p0x454" fmla="*/ 0 w 15"/>
                <a:gd name="p0y454" fmla="*/ 4875 h 8910"/>
                <a:gd name="p0x455" fmla="*/ 0 w 15"/>
                <a:gd name="p0y455" fmla="*/ 4830 h 8910"/>
                <a:gd name="p0x456" fmla="*/ 0 w 15"/>
                <a:gd name="p0y456" fmla="*/ 4800 h 8910"/>
                <a:gd name="p0x457" fmla="*/ 15 w 15"/>
                <a:gd name="p0y457" fmla="*/ 4800 h 8910"/>
                <a:gd name="p0x458" fmla="*/ 15 w 15"/>
                <a:gd name="p0y458" fmla="*/ 4830 h 8910"/>
                <a:gd name="p0x459" fmla="*/ 0 w 15"/>
                <a:gd name="p0y459" fmla="*/ 4830 h 8910"/>
                <a:gd name="p0x460" fmla="*/ 0 w 15"/>
                <a:gd name="p0y460" fmla="*/ 4784 h 8910"/>
                <a:gd name="p0x461" fmla="*/ 0 w 15"/>
                <a:gd name="p0y461" fmla="*/ 4755 h 8910"/>
                <a:gd name="p0x462" fmla="*/ 15 w 15"/>
                <a:gd name="p0y462" fmla="*/ 4755 h 8910"/>
                <a:gd name="p0x463" fmla="*/ 15 w 15"/>
                <a:gd name="p0y463" fmla="*/ 4784 h 8910"/>
                <a:gd name="p0x464" fmla="*/ 0 w 15"/>
                <a:gd name="p0y464" fmla="*/ 4784 h 8910"/>
                <a:gd name="p0x465" fmla="*/ 0 w 15"/>
                <a:gd name="p0y465" fmla="*/ 4740 h 8910"/>
                <a:gd name="p0x466" fmla="*/ 0 w 15"/>
                <a:gd name="p0y466" fmla="*/ 4710 h 8910"/>
                <a:gd name="p0x467" fmla="*/ 15 w 15"/>
                <a:gd name="p0y467" fmla="*/ 4710 h 8910"/>
                <a:gd name="p0x468" fmla="*/ 15 w 15"/>
                <a:gd name="p0y468" fmla="*/ 4740 h 8910"/>
                <a:gd name="p0x469" fmla="*/ 0 w 15"/>
                <a:gd name="p0y469" fmla="*/ 4740 h 8910"/>
                <a:gd name="p0x470" fmla="*/ 0 w 15"/>
                <a:gd name="p0y470" fmla="*/ 4695 h 8910"/>
                <a:gd name="p0x471" fmla="*/ 0 w 15"/>
                <a:gd name="p0y471" fmla="*/ 4665 h 8910"/>
                <a:gd name="p0x472" fmla="*/ 15 w 15"/>
                <a:gd name="p0y472" fmla="*/ 4665 h 8910"/>
                <a:gd name="p0x473" fmla="*/ 15 w 15"/>
                <a:gd name="p0y473" fmla="*/ 4695 h 8910"/>
                <a:gd name="p0x474" fmla="*/ 0 w 15"/>
                <a:gd name="p0y474" fmla="*/ 4695 h 8910"/>
                <a:gd name="p0x475" fmla="*/ 0 w 15"/>
                <a:gd name="p0y475" fmla="*/ 4649 h 8910"/>
                <a:gd name="p0x476" fmla="*/ 0 w 15"/>
                <a:gd name="p0y476" fmla="*/ 4620 h 8910"/>
                <a:gd name="p0x477" fmla="*/ 15 w 15"/>
                <a:gd name="p0y477" fmla="*/ 4620 h 8910"/>
                <a:gd name="p0x478" fmla="*/ 15 w 15"/>
                <a:gd name="p0y478" fmla="*/ 4649 h 8910"/>
                <a:gd name="p0x479" fmla="*/ 0 w 15"/>
                <a:gd name="p0y479" fmla="*/ 4649 h 8910"/>
                <a:gd name="p0x480" fmla="*/ 0 w 15"/>
                <a:gd name="p0y480" fmla="*/ 4605 h 8910"/>
                <a:gd name="p0x481" fmla="*/ 0 w 15"/>
                <a:gd name="p0y481" fmla="*/ 4575 h 8910"/>
                <a:gd name="p0x482" fmla="*/ 15 w 15"/>
                <a:gd name="p0y482" fmla="*/ 4575 h 8910"/>
                <a:gd name="p0x483" fmla="*/ 15 w 15"/>
                <a:gd name="p0y483" fmla="*/ 4605 h 8910"/>
                <a:gd name="p0x484" fmla="*/ 0 w 15"/>
                <a:gd name="p0y484" fmla="*/ 4605 h 8910"/>
                <a:gd name="p0x485" fmla="*/ 0 w 15"/>
                <a:gd name="p0y485" fmla="*/ 4560 h 8910"/>
                <a:gd name="p0x486" fmla="*/ 0 w 15"/>
                <a:gd name="p0y486" fmla="*/ 4530 h 8910"/>
                <a:gd name="p0x487" fmla="*/ 15 w 15"/>
                <a:gd name="p0y487" fmla="*/ 4530 h 8910"/>
                <a:gd name="p0x488" fmla="*/ 15 w 15"/>
                <a:gd name="p0y488" fmla="*/ 4560 h 8910"/>
                <a:gd name="p0x489" fmla="*/ 0 w 15"/>
                <a:gd name="p0y489" fmla="*/ 4560 h 8910"/>
                <a:gd name="p0x490" fmla="*/ 0 w 15"/>
                <a:gd name="p0y490" fmla="*/ 4515 h 8910"/>
                <a:gd name="p0x491" fmla="*/ 0 w 15"/>
                <a:gd name="p0y491" fmla="*/ 4485 h 8910"/>
                <a:gd name="p0x492" fmla="*/ 15 w 15"/>
                <a:gd name="p0y492" fmla="*/ 4485 h 8910"/>
                <a:gd name="p0x493" fmla="*/ 15 w 15"/>
                <a:gd name="p0y493" fmla="*/ 4515 h 8910"/>
                <a:gd name="p0x494" fmla="*/ 0 w 15"/>
                <a:gd name="p0y494" fmla="*/ 4515 h 8910"/>
                <a:gd name="p0x495" fmla="*/ 0 w 15"/>
                <a:gd name="p0y495" fmla="*/ 4470 h 8910"/>
                <a:gd name="p0x496" fmla="*/ 0 w 15"/>
                <a:gd name="p0y496" fmla="*/ 4440 h 8910"/>
                <a:gd name="p0x497" fmla="*/ 15 w 15"/>
                <a:gd name="p0y497" fmla="*/ 4440 h 8910"/>
                <a:gd name="p0x498" fmla="*/ 15 w 15"/>
                <a:gd name="p0y498" fmla="*/ 4470 h 8910"/>
                <a:gd name="p0x499" fmla="*/ 0 w 15"/>
                <a:gd name="p0y499" fmla="*/ 4470 h 8910"/>
                <a:gd name="p0x500" fmla="*/ 0 w 15"/>
                <a:gd name="p0y500" fmla="*/ 4425 h 8910"/>
                <a:gd name="p0x501" fmla="*/ 0 w 15"/>
                <a:gd name="p0y501" fmla="*/ 4395 h 8910"/>
                <a:gd name="p0x502" fmla="*/ 15 w 15"/>
                <a:gd name="p0y502" fmla="*/ 4395 h 8910"/>
                <a:gd name="p0x503" fmla="*/ 15 w 15"/>
                <a:gd name="p0y503" fmla="*/ 4425 h 8910"/>
                <a:gd name="p0x504" fmla="*/ 0 w 15"/>
                <a:gd name="p0y504" fmla="*/ 4425 h 8910"/>
                <a:gd name="p0x505" fmla="*/ 0 w 15"/>
                <a:gd name="p0y505" fmla="*/ 4380 h 8910"/>
                <a:gd name="p0x506" fmla="*/ 0 w 15"/>
                <a:gd name="p0y506" fmla="*/ 4350 h 8910"/>
                <a:gd name="p0x507" fmla="*/ 15 w 15"/>
                <a:gd name="p0y507" fmla="*/ 4350 h 8910"/>
                <a:gd name="p0x508" fmla="*/ 15 w 15"/>
                <a:gd name="p0y508" fmla="*/ 4380 h 8910"/>
                <a:gd name="p0x509" fmla="*/ 0 w 15"/>
                <a:gd name="p0y509" fmla="*/ 4380 h 8910"/>
                <a:gd name="p0x510" fmla="*/ 0 w 15"/>
                <a:gd name="p0y510" fmla="*/ 4335 h 8910"/>
                <a:gd name="p0x511" fmla="*/ 0 w 15"/>
                <a:gd name="p0y511" fmla="*/ 4305 h 8910"/>
                <a:gd name="p0x512" fmla="*/ 15 w 15"/>
                <a:gd name="p0y512" fmla="*/ 4305 h 8910"/>
                <a:gd name="p0x513" fmla="*/ 15 w 15"/>
                <a:gd name="p0y513" fmla="*/ 4335 h 8910"/>
                <a:gd name="p0x514" fmla="*/ 0 w 15"/>
                <a:gd name="p0y514" fmla="*/ 4335 h 8910"/>
                <a:gd name="p0x515" fmla="*/ 0 w 15"/>
                <a:gd name="p0y515" fmla="*/ 4290 h 8910"/>
                <a:gd name="p0x516" fmla="*/ 0 w 15"/>
                <a:gd name="p0y516" fmla="*/ 4260 h 8910"/>
                <a:gd name="p0x517" fmla="*/ 15 w 15"/>
                <a:gd name="p0y517" fmla="*/ 4260 h 8910"/>
                <a:gd name="p0x518" fmla="*/ 15 w 15"/>
                <a:gd name="p0y518" fmla="*/ 4290 h 8910"/>
                <a:gd name="p0x519" fmla="*/ 0 w 15"/>
                <a:gd name="p0y519" fmla="*/ 4290 h 8910"/>
                <a:gd name="p0x520" fmla="*/ 0 w 15"/>
                <a:gd name="p0y520" fmla="*/ 4245 h 8910"/>
                <a:gd name="p0x521" fmla="*/ 0 w 15"/>
                <a:gd name="p0y521" fmla="*/ 4215 h 8910"/>
                <a:gd name="p0x522" fmla="*/ 15 w 15"/>
                <a:gd name="p0y522" fmla="*/ 4215 h 8910"/>
                <a:gd name="p0x523" fmla="*/ 15 w 15"/>
                <a:gd name="p0y523" fmla="*/ 4245 h 8910"/>
                <a:gd name="p0x524" fmla="*/ 0 w 15"/>
                <a:gd name="p0y524" fmla="*/ 4245 h 8910"/>
                <a:gd name="p0x525" fmla="*/ 0 w 15"/>
                <a:gd name="p0y525" fmla="*/ 4200 h 8910"/>
                <a:gd name="p0x526" fmla="*/ 0 w 15"/>
                <a:gd name="p0y526" fmla="*/ 4170 h 8910"/>
                <a:gd name="p0x527" fmla="*/ 15 w 15"/>
                <a:gd name="p0y527" fmla="*/ 4170 h 8910"/>
                <a:gd name="p0x528" fmla="*/ 15 w 15"/>
                <a:gd name="p0y528" fmla="*/ 4200 h 8910"/>
                <a:gd name="p0x529" fmla="*/ 0 w 15"/>
                <a:gd name="p0y529" fmla="*/ 4200 h 8910"/>
                <a:gd name="p0x530" fmla="*/ 0 w 15"/>
                <a:gd name="p0y530" fmla="*/ 4155 h 8910"/>
                <a:gd name="p0x531" fmla="*/ 0 w 15"/>
                <a:gd name="p0y531" fmla="*/ 4124 h 8910"/>
                <a:gd name="p0x532" fmla="*/ 15 w 15"/>
                <a:gd name="p0y532" fmla="*/ 4125 h 8910"/>
                <a:gd name="p0x533" fmla="*/ 15 w 15"/>
                <a:gd name="p0y533" fmla="*/ 4155 h 8910"/>
                <a:gd name="p0x534" fmla="*/ 0 w 15"/>
                <a:gd name="p0y534" fmla="*/ 4155 h 8910"/>
                <a:gd name="p0x535" fmla="*/ 0 w 15"/>
                <a:gd name="p0y535" fmla="*/ 4110 h 8910"/>
                <a:gd name="p0x536" fmla="*/ 0 w 15"/>
                <a:gd name="p0y536" fmla="*/ 4080 h 8910"/>
                <a:gd name="p0x537" fmla="*/ 15 w 15"/>
                <a:gd name="p0y537" fmla="*/ 4080 h 8910"/>
                <a:gd name="p0x538" fmla="*/ 15 w 15"/>
                <a:gd name="p0y538" fmla="*/ 4110 h 8910"/>
                <a:gd name="p0x539" fmla="*/ 0 w 15"/>
                <a:gd name="p0y539" fmla="*/ 4110 h 8910"/>
                <a:gd name="p0x540" fmla="*/ 0 w 15"/>
                <a:gd name="p0y540" fmla="*/ 4065 h 8910"/>
                <a:gd name="p0x541" fmla="*/ 0 w 15"/>
                <a:gd name="p0y541" fmla="*/ 4035 h 8910"/>
                <a:gd name="p0x542" fmla="*/ 15 w 15"/>
                <a:gd name="p0y542" fmla="*/ 4035 h 8910"/>
                <a:gd name="p0x543" fmla="*/ 15 w 15"/>
                <a:gd name="p0y543" fmla="*/ 4065 h 8910"/>
                <a:gd name="p0x544" fmla="*/ 0 w 15"/>
                <a:gd name="p0y544" fmla="*/ 4065 h 8910"/>
                <a:gd name="p0x545" fmla="*/ 0 w 15"/>
                <a:gd name="p0y545" fmla="*/ 4019 h 8910"/>
                <a:gd name="p0x546" fmla="*/ 0 w 15"/>
                <a:gd name="p0y546" fmla="*/ 3990 h 8910"/>
                <a:gd name="p0x547" fmla="*/ 15 w 15"/>
                <a:gd name="p0y547" fmla="*/ 3990 h 8910"/>
                <a:gd name="p0x548" fmla="*/ 15 w 15"/>
                <a:gd name="p0y548" fmla="*/ 4020 h 8910"/>
                <a:gd name="p0x549" fmla="*/ 0 w 15"/>
                <a:gd name="p0y549" fmla="*/ 4019 h 8910"/>
                <a:gd name="p0x550" fmla="*/ 0 w 15"/>
                <a:gd name="p0y550" fmla="*/ 3975 h 8910"/>
                <a:gd name="p0x551" fmla="*/ 0 w 15"/>
                <a:gd name="p0y551" fmla="*/ 3945 h 8910"/>
                <a:gd name="p0x552" fmla="*/ 15 w 15"/>
                <a:gd name="p0y552" fmla="*/ 3945 h 8910"/>
                <a:gd name="p0x553" fmla="*/ 15 w 15"/>
                <a:gd name="p0y553" fmla="*/ 3975 h 8910"/>
                <a:gd name="p0x554" fmla="*/ 0 w 15"/>
                <a:gd name="p0y554" fmla="*/ 3975 h 8910"/>
                <a:gd name="p0x555" fmla="*/ 0 w 15"/>
                <a:gd name="p0y555" fmla="*/ 3930 h 8910"/>
                <a:gd name="p0x556" fmla="*/ 0 w 15"/>
                <a:gd name="p0y556" fmla="*/ 3900 h 8910"/>
                <a:gd name="p0x557" fmla="*/ 15 w 15"/>
                <a:gd name="p0y557" fmla="*/ 3900 h 8910"/>
                <a:gd name="p0x558" fmla="*/ 15 w 15"/>
                <a:gd name="p0y558" fmla="*/ 3930 h 8910"/>
                <a:gd name="p0x559" fmla="*/ 0 w 15"/>
                <a:gd name="p0y559" fmla="*/ 3930 h 8910"/>
                <a:gd name="p0x560" fmla="*/ 0 w 15"/>
                <a:gd name="p0y560" fmla="*/ 3885 h 8910"/>
                <a:gd name="p0x561" fmla="*/ 0 w 15"/>
                <a:gd name="p0y561" fmla="*/ 3855 h 8910"/>
                <a:gd name="p0x562" fmla="*/ 15 w 15"/>
                <a:gd name="p0y562" fmla="*/ 3855 h 8910"/>
                <a:gd name="p0x563" fmla="*/ 15 w 15"/>
                <a:gd name="p0y563" fmla="*/ 3885 h 8910"/>
                <a:gd name="p0x564" fmla="*/ 0 w 15"/>
                <a:gd name="p0y564" fmla="*/ 3885 h 8910"/>
                <a:gd name="p0x565" fmla="*/ 0 w 15"/>
                <a:gd name="p0y565" fmla="*/ 3840 h 8910"/>
                <a:gd name="p0x566" fmla="*/ 0 w 15"/>
                <a:gd name="p0y566" fmla="*/ 3810 h 8910"/>
                <a:gd name="p0x567" fmla="*/ 15 w 15"/>
                <a:gd name="p0y567" fmla="*/ 3810 h 8910"/>
                <a:gd name="p0x568" fmla="*/ 15 w 15"/>
                <a:gd name="p0y568" fmla="*/ 3840 h 8910"/>
                <a:gd name="p0x569" fmla="*/ 0 w 15"/>
                <a:gd name="p0y569" fmla="*/ 3840 h 8910"/>
                <a:gd name="p0x570" fmla="*/ 0 w 15"/>
                <a:gd name="p0y570" fmla="*/ 3795 h 8910"/>
                <a:gd name="p0x571" fmla="*/ 0 w 15"/>
                <a:gd name="p0y571" fmla="*/ 3765 h 8910"/>
                <a:gd name="p0x572" fmla="*/ 15 w 15"/>
                <a:gd name="p0y572" fmla="*/ 3765 h 8910"/>
                <a:gd name="p0x573" fmla="*/ 15 w 15"/>
                <a:gd name="p0y573" fmla="*/ 3795 h 8910"/>
                <a:gd name="p0x574" fmla="*/ 0 w 15"/>
                <a:gd name="p0y574" fmla="*/ 3795 h 8910"/>
                <a:gd name="p0x575" fmla="*/ 0 w 15"/>
                <a:gd name="p0y575" fmla="*/ 3750 h 8910"/>
                <a:gd name="p0x576" fmla="*/ 0 w 15"/>
                <a:gd name="p0y576" fmla="*/ 3720 h 8910"/>
                <a:gd name="p0x577" fmla="*/ 15 w 15"/>
                <a:gd name="p0y577" fmla="*/ 3720 h 8910"/>
                <a:gd name="p0x578" fmla="*/ 15 w 15"/>
                <a:gd name="p0y578" fmla="*/ 3750 h 8910"/>
                <a:gd name="p0x579" fmla="*/ 0 w 15"/>
                <a:gd name="p0y579" fmla="*/ 3750 h 8910"/>
                <a:gd name="p0x580" fmla="*/ 0 w 15"/>
                <a:gd name="p0y580" fmla="*/ 3705 h 8910"/>
                <a:gd name="p0x581" fmla="*/ 0 w 15"/>
                <a:gd name="p0y581" fmla="*/ 3675 h 8910"/>
                <a:gd name="p0x582" fmla="*/ 15 w 15"/>
                <a:gd name="p0y582" fmla="*/ 3675 h 8910"/>
                <a:gd name="p0x583" fmla="*/ 15 w 15"/>
                <a:gd name="p0y583" fmla="*/ 3705 h 8910"/>
                <a:gd name="p0x584" fmla="*/ 0 w 15"/>
                <a:gd name="p0y584" fmla="*/ 3705 h 8910"/>
                <a:gd name="p0x585" fmla="*/ 0 w 15"/>
                <a:gd name="p0y585" fmla="*/ 3660 h 8910"/>
                <a:gd name="p0x586" fmla="*/ 0 w 15"/>
                <a:gd name="p0y586" fmla="*/ 3630 h 8910"/>
                <a:gd name="p0x587" fmla="*/ 15 w 15"/>
                <a:gd name="p0y587" fmla="*/ 3630 h 8910"/>
                <a:gd name="p0x588" fmla="*/ 15 w 15"/>
                <a:gd name="p0y588" fmla="*/ 3660 h 8910"/>
                <a:gd name="p0x589" fmla="*/ 0 w 15"/>
                <a:gd name="p0y589" fmla="*/ 3660 h 8910"/>
                <a:gd name="p0x590" fmla="*/ 0 w 15"/>
                <a:gd name="p0y590" fmla="*/ 3615 h 8910"/>
                <a:gd name="p0x591" fmla="*/ 0 w 15"/>
                <a:gd name="p0y591" fmla="*/ 3585 h 8910"/>
                <a:gd name="p0x592" fmla="*/ 15 w 15"/>
                <a:gd name="p0y592" fmla="*/ 3585 h 8910"/>
                <a:gd name="p0x593" fmla="*/ 15 w 15"/>
                <a:gd name="p0y593" fmla="*/ 3615 h 8910"/>
                <a:gd name="p0x594" fmla="*/ 0 w 15"/>
                <a:gd name="p0y594" fmla="*/ 3615 h 8910"/>
                <a:gd name="p0x595" fmla="*/ 0 w 15"/>
                <a:gd name="p0y595" fmla="*/ 3570 h 8910"/>
                <a:gd name="p0x596" fmla="*/ 0 w 15"/>
                <a:gd name="p0y596" fmla="*/ 3540 h 8910"/>
                <a:gd name="p0x597" fmla="*/ 15 w 15"/>
                <a:gd name="p0y597" fmla="*/ 3540 h 8910"/>
                <a:gd name="p0x598" fmla="*/ 15 w 15"/>
                <a:gd name="p0y598" fmla="*/ 3570 h 8910"/>
                <a:gd name="p0x599" fmla="*/ 0 w 15"/>
                <a:gd name="p0y599" fmla="*/ 3570 h 8910"/>
                <a:gd name="p0x600" fmla="*/ 0 w 15"/>
                <a:gd name="p0y600" fmla="*/ 3525 h 8910"/>
                <a:gd name="p0x601" fmla="*/ 0 w 15"/>
                <a:gd name="p0y601" fmla="*/ 3495 h 8910"/>
                <a:gd name="p0x602" fmla="*/ 15 w 15"/>
                <a:gd name="p0y602" fmla="*/ 3495 h 8910"/>
                <a:gd name="p0x603" fmla="*/ 15 w 15"/>
                <a:gd name="p0y603" fmla="*/ 3525 h 8910"/>
                <a:gd name="p0x604" fmla="*/ 0 w 15"/>
                <a:gd name="p0y604" fmla="*/ 3525 h 8910"/>
                <a:gd name="p0x605" fmla="*/ 0 w 15"/>
                <a:gd name="p0y605" fmla="*/ 3480 h 8910"/>
                <a:gd name="p0x606" fmla="*/ 0 w 15"/>
                <a:gd name="p0y606" fmla="*/ 3450 h 8910"/>
                <a:gd name="p0x607" fmla="*/ 15 w 15"/>
                <a:gd name="p0y607" fmla="*/ 3450 h 8910"/>
                <a:gd name="p0x608" fmla="*/ 15 w 15"/>
                <a:gd name="p0y608" fmla="*/ 3480 h 8910"/>
                <a:gd name="p0x609" fmla="*/ 0 w 15"/>
                <a:gd name="p0y609" fmla="*/ 3480 h 8910"/>
                <a:gd name="p0x610" fmla="*/ 0 w 15"/>
                <a:gd name="p0y610" fmla="*/ 3435 h 8910"/>
                <a:gd name="p0x611" fmla="*/ 0 w 15"/>
                <a:gd name="p0y611" fmla="*/ 3405 h 8910"/>
                <a:gd name="p0x612" fmla="*/ 15 w 15"/>
                <a:gd name="p0y612" fmla="*/ 3405 h 8910"/>
                <a:gd name="p0x613" fmla="*/ 15 w 15"/>
                <a:gd name="p0y613" fmla="*/ 3435 h 8910"/>
                <a:gd name="p0x614" fmla="*/ 0 w 15"/>
                <a:gd name="p0y614" fmla="*/ 3435 h 8910"/>
                <a:gd name="p0x615" fmla="*/ 0 w 15"/>
                <a:gd name="p0y615" fmla="*/ 3390 h 8910"/>
                <a:gd name="p0x616" fmla="*/ 0 w 15"/>
                <a:gd name="p0y616" fmla="*/ 3359 h 8910"/>
                <a:gd name="p0x617" fmla="*/ 15 w 15"/>
                <a:gd name="p0y617" fmla="*/ 3360 h 8910"/>
                <a:gd name="p0x618" fmla="*/ 15 w 15"/>
                <a:gd name="p0y618" fmla="*/ 3390 h 8910"/>
                <a:gd name="p0x619" fmla="*/ 0 w 15"/>
                <a:gd name="p0y619" fmla="*/ 3390 h 8910"/>
                <a:gd name="p0x620" fmla="*/ 0 w 15"/>
                <a:gd name="p0y620" fmla="*/ 3345 h 8910"/>
                <a:gd name="p0x621" fmla="*/ 0 w 15"/>
                <a:gd name="p0y621" fmla="*/ 3315 h 8910"/>
                <a:gd name="p0x622" fmla="*/ 15 w 15"/>
                <a:gd name="p0y622" fmla="*/ 3315 h 8910"/>
                <a:gd name="p0x623" fmla="*/ 15 w 15"/>
                <a:gd name="p0y623" fmla="*/ 3345 h 8910"/>
                <a:gd name="p0x624" fmla="*/ 0 w 15"/>
                <a:gd name="p0y624" fmla="*/ 3345 h 8910"/>
                <a:gd name="p0x625" fmla="*/ 0 w 15"/>
                <a:gd name="p0y625" fmla="*/ 3300 h 8910"/>
                <a:gd name="p0x626" fmla="*/ 0 w 15"/>
                <a:gd name="p0y626" fmla="*/ 3270 h 8910"/>
                <a:gd name="p0x627" fmla="*/ 15 w 15"/>
                <a:gd name="p0y627" fmla="*/ 3270 h 8910"/>
                <a:gd name="p0x628" fmla="*/ 15 w 15"/>
                <a:gd name="p0y628" fmla="*/ 3300 h 8910"/>
                <a:gd name="p0x629" fmla="*/ 0 w 15"/>
                <a:gd name="p0y629" fmla="*/ 3300 h 8910"/>
                <a:gd name="p0x630" fmla="*/ 0 w 15"/>
                <a:gd name="p0y630" fmla="*/ 3254 h 8910"/>
                <a:gd name="p0x631" fmla="*/ 0 w 15"/>
                <a:gd name="p0y631" fmla="*/ 3225 h 8910"/>
                <a:gd name="p0x632" fmla="*/ 15 w 15"/>
                <a:gd name="p0y632" fmla="*/ 3225 h 8910"/>
                <a:gd name="p0x633" fmla="*/ 15 w 15"/>
                <a:gd name="p0y633" fmla="*/ 3255 h 8910"/>
                <a:gd name="p0x634" fmla="*/ 0 w 15"/>
                <a:gd name="p0y634" fmla="*/ 3254 h 8910"/>
                <a:gd name="p0x635" fmla="*/ 0 w 15"/>
                <a:gd name="p0y635" fmla="*/ 3210 h 8910"/>
                <a:gd name="p0x636" fmla="*/ 0 w 15"/>
                <a:gd name="p0y636" fmla="*/ 3180 h 8910"/>
                <a:gd name="p0x637" fmla="*/ 15 w 15"/>
                <a:gd name="p0y637" fmla="*/ 3180 h 8910"/>
                <a:gd name="p0x638" fmla="*/ 15 w 15"/>
                <a:gd name="p0y638" fmla="*/ 3210 h 8910"/>
                <a:gd name="p0x639" fmla="*/ 0 w 15"/>
                <a:gd name="p0y639" fmla="*/ 3210 h 8910"/>
                <a:gd name="p0x640" fmla="*/ 0 w 15"/>
                <a:gd name="p0y640" fmla="*/ 3165 h 8910"/>
                <a:gd name="p0x641" fmla="*/ 0 w 15"/>
                <a:gd name="p0y641" fmla="*/ 3135 h 8910"/>
                <a:gd name="p0x642" fmla="*/ 15 w 15"/>
                <a:gd name="p0y642" fmla="*/ 3135 h 8910"/>
                <a:gd name="p0x643" fmla="*/ 15 w 15"/>
                <a:gd name="p0y643" fmla="*/ 3165 h 8910"/>
                <a:gd name="p0x644" fmla="*/ 0 w 15"/>
                <a:gd name="p0y644" fmla="*/ 3165 h 8910"/>
                <a:gd name="p0x645" fmla="*/ 0 w 15"/>
                <a:gd name="p0y645" fmla="*/ 3120 h 8910"/>
                <a:gd name="p0x646" fmla="*/ 0 w 15"/>
                <a:gd name="p0y646" fmla="*/ 3090 h 8910"/>
                <a:gd name="p0x647" fmla="*/ 15 w 15"/>
                <a:gd name="p0y647" fmla="*/ 3090 h 8910"/>
                <a:gd name="p0x648" fmla="*/ 15 w 15"/>
                <a:gd name="p0y648" fmla="*/ 3120 h 8910"/>
                <a:gd name="p0x649" fmla="*/ 0 w 15"/>
                <a:gd name="p0y649" fmla="*/ 3120 h 8910"/>
                <a:gd name="p0x650" fmla="*/ 0 w 15"/>
                <a:gd name="p0y650" fmla="*/ 3075 h 8910"/>
                <a:gd name="p0x651" fmla="*/ 0 w 15"/>
                <a:gd name="p0y651" fmla="*/ 3045 h 8910"/>
                <a:gd name="p0x652" fmla="*/ 15 w 15"/>
                <a:gd name="p0y652" fmla="*/ 3045 h 8910"/>
                <a:gd name="p0x653" fmla="*/ 15 w 15"/>
                <a:gd name="p0y653" fmla="*/ 3075 h 8910"/>
                <a:gd name="p0x654" fmla="*/ 0 w 15"/>
                <a:gd name="p0y654" fmla="*/ 3075 h 8910"/>
                <a:gd name="p0x655" fmla="*/ 0 w 15"/>
                <a:gd name="p0y655" fmla="*/ 3030 h 8910"/>
                <a:gd name="p0x656" fmla="*/ 0 w 15"/>
                <a:gd name="p0y656" fmla="*/ 3000 h 8910"/>
                <a:gd name="p0x657" fmla="*/ 15 w 15"/>
                <a:gd name="p0y657" fmla="*/ 3000 h 8910"/>
                <a:gd name="p0x658" fmla="*/ 15 w 15"/>
                <a:gd name="p0y658" fmla="*/ 3030 h 8910"/>
                <a:gd name="p0x659" fmla="*/ 0 w 15"/>
                <a:gd name="p0y659" fmla="*/ 3030 h 8910"/>
                <a:gd name="p0x660" fmla="*/ 0 w 15"/>
                <a:gd name="p0y660" fmla="*/ 2985 h 8910"/>
                <a:gd name="p0x661" fmla="*/ 0 w 15"/>
                <a:gd name="p0y661" fmla="*/ 2955 h 8910"/>
                <a:gd name="p0x662" fmla="*/ 15 w 15"/>
                <a:gd name="p0y662" fmla="*/ 2955 h 8910"/>
                <a:gd name="p0x663" fmla="*/ 15 w 15"/>
                <a:gd name="p0y663" fmla="*/ 2985 h 8910"/>
                <a:gd name="p0x664" fmla="*/ 0 w 15"/>
                <a:gd name="p0y664" fmla="*/ 2985 h 8910"/>
                <a:gd name="p0x665" fmla="*/ 0 w 15"/>
                <a:gd name="p0y665" fmla="*/ 2940 h 8910"/>
                <a:gd name="p0x666" fmla="*/ 0 w 15"/>
                <a:gd name="p0y666" fmla="*/ 2910 h 8910"/>
                <a:gd name="p0x667" fmla="*/ 15 w 15"/>
                <a:gd name="p0y667" fmla="*/ 2910 h 8910"/>
                <a:gd name="p0x668" fmla="*/ 15 w 15"/>
                <a:gd name="p0y668" fmla="*/ 2940 h 8910"/>
                <a:gd name="p0x669" fmla="*/ 0 w 15"/>
                <a:gd name="p0y669" fmla="*/ 2940 h 8910"/>
                <a:gd name="p0x670" fmla="*/ 0 w 15"/>
                <a:gd name="p0y670" fmla="*/ 2895 h 8910"/>
                <a:gd name="p0x671" fmla="*/ 0 w 15"/>
                <a:gd name="p0y671" fmla="*/ 2865 h 8910"/>
                <a:gd name="p0x672" fmla="*/ 15 w 15"/>
                <a:gd name="p0y672" fmla="*/ 2865 h 8910"/>
                <a:gd name="p0x673" fmla="*/ 15 w 15"/>
                <a:gd name="p0y673" fmla="*/ 2895 h 8910"/>
                <a:gd name="p0x674" fmla="*/ 0 w 15"/>
                <a:gd name="p0y674" fmla="*/ 2895 h 8910"/>
                <a:gd name="p0x675" fmla="*/ 0 w 15"/>
                <a:gd name="p0y675" fmla="*/ 2850 h 8910"/>
                <a:gd name="p0x676" fmla="*/ 0 w 15"/>
                <a:gd name="p0y676" fmla="*/ 2820 h 8910"/>
                <a:gd name="p0x677" fmla="*/ 15 w 15"/>
                <a:gd name="p0y677" fmla="*/ 2820 h 8910"/>
                <a:gd name="p0x678" fmla="*/ 15 w 15"/>
                <a:gd name="p0y678" fmla="*/ 2850 h 8910"/>
                <a:gd name="p0x679" fmla="*/ 0 w 15"/>
                <a:gd name="p0y679" fmla="*/ 2850 h 8910"/>
                <a:gd name="p0x680" fmla="*/ 0 w 15"/>
                <a:gd name="p0y680" fmla="*/ 2805 h 8910"/>
                <a:gd name="p0x681" fmla="*/ 0 w 15"/>
                <a:gd name="p0y681" fmla="*/ 2775 h 8910"/>
                <a:gd name="p0x682" fmla="*/ 15 w 15"/>
                <a:gd name="p0y682" fmla="*/ 2775 h 8910"/>
                <a:gd name="p0x683" fmla="*/ 15 w 15"/>
                <a:gd name="p0y683" fmla="*/ 2805 h 8910"/>
                <a:gd name="p0x684" fmla="*/ 0 w 15"/>
                <a:gd name="p0y684" fmla="*/ 2805 h 8910"/>
                <a:gd name="p0x685" fmla="*/ 0 w 15"/>
                <a:gd name="p0y685" fmla="*/ 2760 h 8910"/>
                <a:gd name="p0x686" fmla="*/ 0 w 15"/>
                <a:gd name="p0y686" fmla="*/ 2730 h 8910"/>
                <a:gd name="p0x687" fmla="*/ 15 w 15"/>
                <a:gd name="p0y687" fmla="*/ 2730 h 8910"/>
                <a:gd name="p0x688" fmla="*/ 15 w 15"/>
                <a:gd name="p0y688" fmla="*/ 2760 h 8910"/>
                <a:gd name="p0x689" fmla="*/ 0 w 15"/>
                <a:gd name="p0y689" fmla="*/ 2760 h 8910"/>
                <a:gd name="p0x690" fmla="*/ 0 w 15"/>
                <a:gd name="p0y690" fmla="*/ 2715 h 8910"/>
                <a:gd name="p0x691" fmla="*/ 0 w 15"/>
                <a:gd name="p0y691" fmla="*/ 2685 h 8910"/>
                <a:gd name="p0x692" fmla="*/ 15 w 15"/>
                <a:gd name="p0y692" fmla="*/ 2685 h 8910"/>
                <a:gd name="p0x693" fmla="*/ 15 w 15"/>
                <a:gd name="p0y693" fmla="*/ 2715 h 8910"/>
                <a:gd name="p0x694" fmla="*/ 0 w 15"/>
                <a:gd name="p0y694" fmla="*/ 2715 h 8910"/>
                <a:gd name="p0x695" fmla="*/ 0 w 15"/>
                <a:gd name="p0y695" fmla="*/ 2670 h 8910"/>
                <a:gd name="p0x696" fmla="*/ 0 w 15"/>
                <a:gd name="p0y696" fmla="*/ 2640 h 8910"/>
                <a:gd name="p0x697" fmla="*/ 15 w 15"/>
                <a:gd name="p0y697" fmla="*/ 2640 h 8910"/>
                <a:gd name="p0x698" fmla="*/ 15 w 15"/>
                <a:gd name="p0y698" fmla="*/ 2670 h 8910"/>
                <a:gd name="p0x699" fmla="*/ 0 w 15"/>
                <a:gd name="p0y699" fmla="*/ 2670 h 8910"/>
                <a:gd name="p0x700" fmla="*/ 0 w 15"/>
                <a:gd name="p0y700" fmla="*/ 2625 h 8910"/>
                <a:gd name="p0x701" fmla="*/ 0 w 15"/>
                <a:gd name="p0y701" fmla="*/ 2595 h 8910"/>
                <a:gd name="p0x702" fmla="*/ 15 w 15"/>
                <a:gd name="p0y702" fmla="*/ 2595 h 8910"/>
                <a:gd name="p0x703" fmla="*/ 15 w 15"/>
                <a:gd name="p0y703" fmla="*/ 2625 h 8910"/>
                <a:gd name="p0x704" fmla="*/ 0 w 15"/>
                <a:gd name="p0y704" fmla="*/ 2625 h 8910"/>
                <a:gd name="p0x705" fmla="*/ 0 w 15"/>
                <a:gd name="p0y705" fmla="*/ 2580 h 8910"/>
                <a:gd name="p0x706" fmla="*/ 0 w 15"/>
                <a:gd name="p0y706" fmla="*/ 2550 h 8910"/>
                <a:gd name="p0x707" fmla="*/ 15 w 15"/>
                <a:gd name="p0y707" fmla="*/ 2550 h 8910"/>
                <a:gd name="p0x708" fmla="*/ 15 w 15"/>
                <a:gd name="p0y708" fmla="*/ 2580 h 8910"/>
                <a:gd name="p0x709" fmla="*/ 0 w 15"/>
                <a:gd name="p0y709" fmla="*/ 2580 h 8910"/>
                <a:gd name="p0x710" fmla="*/ 0 w 15"/>
                <a:gd name="p0y710" fmla="*/ 2535 h 8910"/>
                <a:gd name="p0x711" fmla="*/ 0 w 15"/>
                <a:gd name="p0y711" fmla="*/ 2505 h 8910"/>
                <a:gd name="p0x712" fmla="*/ 15 w 15"/>
                <a:gd name="p0y712" fmla="*/ 2505 h 8910"/>
                <a:gd name="p0x713" fmla="*/ 15 w 15"/>
                <a:gd name="p0y713" fmla="*/ 2535 h 8910"/>
                <a:gd name="p0x714" fmla="*/ 0 w 15"/>
                <a:gd name="p0y714" fmla="*/ 2535 h 8910"/>
                <a:gd name="p0x715" fmla="*/ 0 w 15"/>
                <a:gd name="p0y715" fmla="*/ 2490 h 8910"/>
                <a:gd name="p0x716" fmla="*/ 0 w 15"/>
                <a:gd name="p0y716" fmla="*/ 2460 h 8910"/>
                <a:gd name="p0x717" fmla="*/ 15 w 15"/>
                <a:gd name="p0y717" fmla="*/ 2460 h 8910"/>
                <a:gd name="p0x718" fmla="*/ 15 w 15"/>
                <a:gd name="p0y718" fmla="*/ 2490 h 8910"/>
                <a:gd name="p0x719" fmla="*/ 0 w 15"/>
                <a:gd name="p0y719" fmla="*/ 2490 h 8910"/>
                <a:gd name="p0x720" fmla="*/ 0 w 15"/>
                <a:gd name="p0y720" fmla="*/ 2445 h 8910"/>
                <a:gd name="p0x721" fmla="*/ 0 w 15"/>
                <a:gd name="p0y721" fmla="*/ 2415 h 8910"/>
                <a:gd name="p0x722" fmla="*/ 15 w 15"/>
                <a:gd name="p0y722" fmla="*/ 2415 h 8910"/>
                <a:gd name="p0x723" fmla="*/ 15 w 15"/>
                <a:gd name="p0y723" fmla="*/ 2445 h 8910"/>
                <a:gd name="p0x724" fmla="*/ 0 w 15"/>
                <a:gd name="p0y724" fmla="*/ 2445 h 8910"/>
                <a:gd name="p0x725" fmla="*/ 0 w 15"/>
                <a:gd name="p0y725" fmla="*/ 2400 h 8910"/>
                <a:gd name="p0x726" fmla="*/ 0 w 15"/>
                <a:gd name="p0y726" fmla="*/ 2370 h 8910"/>
                <a:gd name="p0x727" fmla="*/ 15 w 15"/>
                <a:gd name="p0y727" fmla="*/ 2370 h 8910"/>
                <a:gd name="p0x728" fmla="*/ 15 w 15"/>
                <a:gd name="p0y728" fmla="*/ 2400 h 8910"/>
                <a:gd name="p0x729" fmla="*/ 0 w 15"/>
                <a:gd name="p0y729" fmla="*/ 2400 h 8910"/>
                <a:gd name="p0x730" fmla="*/ 0 w 15"/>
                <a:gd name="p0y730" fmla="*/ 2355 h 8910"/>
                <a:gd name="p0x731" fmla="*/ 0 w 15"/>
                <a:gd name="p0y731" fmla="*/ 2325 h 8910"/>
                <a:gd name="p0x732" fmla="*/ 15 w 15"/>
                <a:gd name="p0y732" fmla="*/ 2325 h 8910"/>
                <a:gd name="p0x733" fmla="*/ 15 w 15"/>
                <a:gd name="p0y733" fmla="*/ 2355 h 8910"/>
                <a:gd name="p0x734" fmla="*/ 0 w 15"/>
                <a:gd name="p0y734" fmla="*/ 2355 h 8910"/>
                <a:gd name="p0x735" fmla="*/ 0 w 15"/>
                <a:gd name="p0y735" fmla="*/ 2310 h 8910"/>
                <a:gd name="p0x736" fmla="*/ 0 w 15"/>
                <a:gd name="p0y736" fmla="*/ 2279 h 8910"/>
                <a:gd name="p0x737" fmla="*/ 15 w 15"/>
                <a:gd name="p0y737" fmla="*/ 2280 h 8910"/>
                <a:gd name="p0x738" fmla="*/ 15 w 15"/>
                <a:gd name="p0y738" fmla="*/ 2310 h 8910"/>
                <a:gd name="p0x739" fmla="*/ 0 w 15"/>
                <a:gd name="p0y739" fmla="*/ 2310 h 8910"/>
                <a:gd name="p0x740" fmla="*/ 0 w 15"/>
                <a:gd name="p0y740" fmla="*/ 2265 h 8910"/>
                <a:gd name="p0x741" fmla="*/ 0 w 15"/>
                <a:gd name="p0y741" fmla="*/ 2235 h 8910"/>
                <a:gd name="p0x742" fmla="*/ 15 w 15"/>
                <a:gd name="p0y742" fmla="*/ 2235 h 8910"/>
                <a:gd name="p0x743" fmla="*/ 15 w 15"/>
                <a:gd name="p0y743" fmla="*/ 2265 h 8910"/>
                <a:gd name="p0x744" fmla="*/ 0 w 15"/>
                <a:gd name="p0y744" fmla="*/ 2265 h 8910"/>
                <a:gd name="p0x745" fmla="*/ 0 w 15"/>
                <a:gd name="p0y745" fmla="*/ 2220 h 8910"/>
                <a:gd name="p0x746" fmla="*/ 0 w 15"/>
                <a:gd name="p0y746" fmla="*/ 2190 h 8910"/>
                <a:gd name="p0x747" fmla="*/ 15 w 15"/>
                <a:gd name="p0y747" fmla="*/ 2190 h 8910"/>
                <a:gd name="p0x748" fmla="*/ 15 w 15"/>
                <a:gd name="p0y748" fmla="*/ 2220 h 8910"/>
                <a:gd name="p0x749" fmla="*/ 0 w 15"/>
                <a:gd name="p0y749" fmla="*/ 2220 h 8910"/>
                <a:gd name="p0x750" fmla="*/ 0 w 15"/>
                <a:gd name="p0y750" fmla="*/ 2175 h 8910"/>
                <a:gd name="p0x751" fmla="*/ 0 w 15"/>
                <a:gd name="p0y751" fmla="*/ 2145 h 8910"/>
                <a:gd name="p0x752" fmla="*/ 15 w 15"/>
                <a:gd name="p0y752" fmla="*/ 2145 h 8910"/>
                <a:gd name="p0x753" fmla="*/ 15 w 15"/>
                <a:gd name="p0y753" fmla="*/ 2175 h 8910"/>
                <a:gd name="p0x754" fmla="*/ 0 w 15"/>
                <a:gd name="p0y754" fmla="*/ 2175 h 8910"/>
                <a:gd name="p0x755" fmla="*/ 0 w 15"/>
                <a:gd name="p0y755" fmla="*/ 2130 h 8910"/>
                <a:gd name="p0x756" fmla="*/ 0 w 15"/>
                <a:gd name="p0y756" fmla="*/ 2100 h 8910"/>
                <a:gd name="p0x757" fmla="*/ 15 w 15"/>
                <a:gd name="p0y757" fmla="*/ 2100 h 8910"/>
                <a:gd name="p0x758" fmla="*/ 15 w 15"/>
                <a:gd name="p0y758" fmla="*/ 2130 h 8910"/>
                <a:gd name="p0x759" fmla="*/ 0 w 15"/>
                <a:gd name="p0y759" fmla="*/ 2130 h 8910"/>
                <a:gd name="p0x760" fmla="*/ 0 w 15"/>
                <a:gd name="p0y760" fmla="*/ 2085 h 8910"/>
                <a:gd name="p0x761" fmla="*/ 0 w 15"/>
                <a:gd name="p0y761" fmla="*/ 2055 h 8910"/>
                <a:gd name="p0x762" fmla="*/ 15 w 15"/>
                <a:gd name="p0y762" fmla="*/ 2055 h 8910"/>
                <a:gd name="p0x763" fmla="*/ 15 w 15"/>
                <a:gd name="p0y763" fmla="*/ 2085 h 8910"/>
                <a:gd name="p0x764" fmla="*/ 0 w 15"/>
                <a:gd name="p0y764" fmla="*/ 2085 h 8910"/>
                <a:gd name="p0x765" fmla="*/ 0 w 15"/>
                <a:gd name="p0y765" fmla="*/ 2040 h 8910"/>
                <a:gd name="p0x766" fmla="*/ 0 w 15"/>
                <a:gd name="p0y766" fmla="*/ 2010 h 8910"/>
                <a:gd name="p0x767" fmla="*/ 15 w 15"/>
                <a:gd name="p0y767" fmla="*/ 2010 h 8910"/>
                <a:gd name="p0x768" fmla="*/ 15 w 15"/>
                <a:gd name="p0y768" fmla="*/ 2040 h 8910"/>
                <a:gd name="p0x769" fmla="*/ 0 w 15"/>
                <a:gd name="p0y769" fmla="*/ 2040 h 8910"/>
                <a:gd name="p0x770" fmla="*/ 0 w 15"/>
                <a:gd name="p0y770" fmla="*/ 1995 h 8910"/>
                <a:gd name="p0x771" fmla="*/ 0 w 15"/>
                <a:gd name="p0y771" fmla="*/ 1965 h 8910"/>
                <a:gd name="p0x772" fmla="*/ 15 w 15"/>
                <a:gd name="p0y772" fmla="*/ 1965 h 8910"/>
                <a:gd name="p0x773" fmla="*/ 15 w 15"/>
                <a:gd name="p0y773" fmla="*/ 1995 h 8910"/>
                <a:gd name="p0x774" fmla="*/ 0 w 15"/>
                <a:gd name="p0y774" fmla="*/ 1995 h 8910"/>
                <a:gd name="p0x775" fmla="*/ 0 w 15"/>
                <a:gd name="p0y775" fmla="*/ 1950 h 8910"/>
                <a:gd name="p0x776" fmla="*/ 0 w 15"/>
                <a:gd name="p0y776" fmla="*/ 1920 h 8910"/>
                <a:gd name="p0x777" fmla="*/ 15 w 15"/>
                <a:gd name="p0y777" fmla="*/ 1920 h 8910"/>
                <a:gd name="p0x778" fmla="*/ 15 w 15"/>
                <a:gd name="p0y778" fmla="*/ 1950 h 8910"/>
                <a:gd name="p0x779" fmla="*/ 0 w 15"/>
                <a:gd name="p0y779" fmla="*/ 1950 h 8910"/>
                <a:gd name="p0x780" fmla="*/ 0 w 15"/>
                <a:gd name="p0y780" fmla="*/ 1905 h 8910"/>
                <a:gd name="p0x781" fmla="*/ 0 w 15"/>
                <a:gd name="p0y781" fmla="*/ 1875 h 8910"/>
                <a:gd name="p0x782" fmla="*/ 15 w 15"/>
                <a:gd name="p0y782" fmla="*/ 1875 h 8910"/>
                <a:gd name="p0x783" fmla="*/ 15 w 15"/>
                <a:gd name="p0y783" fmla="*/ 1905 h 8910"/>
                <a:gd name="p0x784" fmla="*/ 0 w 15"/>
                <a:gd name="p0y784" fmla="*/ 1905 h 8910"/>
                <a:gd name="p0x785" fmla="*/ 0 w 15"/>
                <a:gd name="p0y785" fmla="*/ 1860 h 8910"/>
                <a:gd name="p0x786" fmla="*/ 0 w 15"/>
                <a:gd name="p0y786" fmla="*/ 1830 h 8910"/>
                <a:gd name="p0x787" fmla="*/ 15 w 15"/>
                <a:gd name="p0y787" fmla="*/ 1830 h 8910"/>
                <a:gd name="p0x788" fmla="*/ 15 w 15"/>
                <a:gd name="p0y788" fmla="*/ 1860 h 8910"/>
                <a:gd name="p0x789" fmla="*/ 0 w 15"/>
                <a:gd name="p0y789" fmla="*/ 1860 h 8910"/>
                <a:gd name="p0x790" fmla="*/ 0 w 15"/>
                <a:gd name="p0y790" fmla="*/ 1815 h 8910"/>
                <a:gd name="p0x791" fmla="*/ 0 w 15"/>
                <a:gd name="p0y791" fmla="*/ 1785 h 8910"/>
                <a:gd name="p0x792" fmla="*/ 15 w 15"/>
                <a:gd name="p0y792" fmla="*/ 1785 h 8910"/>
                <a:gd name="p0x793" fmla="*/ 15 w 15"/>
                <a:gd name="p0y793" fmla="*/ 1815 h 8910"/>
                <a:gd name="p0x794" fmla="*/ 0 w 15"/>
                <a:gd name="p0y794" fmla="*/ 1815 h 8910"/>
                <a:gd name="p0x795" fmla="*/ 0 w 15"/>
                <a:gd name="p0y795" fmla="*/ 1770 h 8910"/>
                <a:gd name="p0x796" fmla="*/ 0 w 15"/>
                <a:gd name="p0y796" fmla="*/ 1740 h 8910"/>
                <a:gd name="p0x797" fmla="*/ 15 w 15"/>
                <a:gd name="p0y797" fmla="*/ 1740 h 8910"/>
                <a:gd name="p0x798" fmla="*/ 15 w 15"/>
                <a:gd name="p0y798" fmla="*/ 1770 h 8910"/>
                <a:gd name="p0x799" fmla="*/ 0 w 15"/>
                <a:gd name="p0y799" fmla="*/ 1770 h 8910"/>
                <a:gd name="p0x800" fmla="*/ 0 w 15"/>
                <a:gd name="p0y800" fmla="*/ 1725 h 8910"/>
                <a:gd name="p0x801" fmla="*/ 0 w 15"/>
                <a:gd name="p0y801" fmla="*/ 1695 h 8910"/>
                <a:gd name="p0x802" fmla="*/ 15 w 15"/>
                <a:gd name="p0y802" fmla="*/ 1695 h 8910"/>
                <a:gd name="p0x803" fmla="*/ 15 w 15"/>
                <a:gd name="p0y803" fmla="*/ 1725 h 8910"/>
                <a:gd name="p0x804" fmla="*/ 0 w 15"/>
                <a:gd name="p0y804" fmla="*/ 1725 h 8910"/>
                <a:gd name="p0x805" fmla="*/ 0 w 15"/>
                <a:gd name="p0y805" fmla="*/ 1680 h 8910"/>
                <a:gd name="p0x806" fmla="*/ 0 w 15"/>
                <a:gd name="p0y806" fmla="*/ 1650 h 8910"/>
                <a:gd name="p0x807" fmla="*/ 15 w 15"/>
                <a:gd name="p0y807" fmla="*/ 1650 h 8910"/>
                <a:gd name="p0x808" fmla="*/ 15 w 15"/>
                <a:gd name="p0y808" fmla="*/ 1680 h 8910"/>
                <a:gd name="p0x809" fmla="*/ 0 w 15"/>
                <a:gd name="p0y809" fmla="*/ 1680 h 8910"/>
                <a:gd name="p0x810" fmla="*/ 0 w 15"/>
                <a:gd name="p0y810" fmla="*/ 1635 h 8910"/>
                <a:gd name="p0x811" fmla="*/ 0 w 15"/>
                <a:gd name="p0y811" fmla="*/ 1605 h 8910"/>
                <a:gd name="p0x812" fmla="*/ 15 w 15"/>
                <a:gd name="p0y812" fmla="*/ 1605 h 8910"/>
                <a:gd name="p0x813" fmla="*/ 15 w 15"/>
                <a:gd name="p0y813" fmla="*/ 1635 h 8910"/>
                <a:gd name="p0x814" fmla="*/ 0 w 15"/>
                <a:gd name="p0y814" fmla="*/ 1635 h 8910"/>
                <a:gd name="p0x815" fmla="*/ 0 w 15"/>
                <a:gd name="p0y815" fmla="*/ 1590 h 8910"/>
                <a:gd name="p0x816" fmla="*/ 0 w 15"/>
                <a:gd name="p0y816" fmla="*/ 1560 h 8910"/>
                <a:gd name="p0x817" fmla="*/ 15 w 15"/>
                <a:gd name="p0y817" fmla="*/ 1560 h 8910"/>
                <a:gd name="p0x818" fmla="*/ 15 w 15"/>
                <a:gd name="p0y818" fmla="*/ 1590 h 8910"/>
                <a:gd name="p0x819" fmla="*/ 0 w 15"/>
                <a:gd name="p0y819" fmla="*/ 1590 h 8910"/>
                <a:gd name="p0x820" fmla="*/ 0 w 15"/>
                <a:gd name="p0y820" fmla="*/ 1545 h 8910"/>
                <a:gd name="p0x821" fmla="*/ 0 w 15"/>
                <a:gd name="p0y821" fmla="*/ 1514 h 8910"/>
                <a:gd name="p0x822" fmla="*/ 15 w 15"/>
                <a:gd name="p0y822" fmla="*/ 1515 h 8910"/>
                <a:gd name="p0x823" fmla="*/ 15 w 15"/>
                <a:gd name="p0y823" fmla="*/ 1545 h 8910"/>
                <a:gd name="p0x824" fmla="*/ 0 w 15"/>
                <a:gd name="p0y824" fmla="*/ 1545 h 8910"/>
                <a:gd name="p0x825" fmla="*/ 0 w 15"/>
                <a:gd name="p0y825" fmla="*/ 1500 h 8910"/>
                <a:gd name="p0x826" fmla="*/ 0 w 15"/>
                <a:gd name="p0y826" fmla="*/ 1470 h 8910"/>
                <a:gd name="p0x827" fmla="*/ 15 w 15"/>
                <a:gd name="p0y827" fmla="*/ 1470 h 8910"/>
                <a:gd name="p0x828" fmla="*/ 15 w 15"/>
                <a:gd name="p0y828" fmla="*/ 1500 h 8910"/>
                <a:gd name="p0x829" fmla="*/ 0 w 15"/>
                <a:gd name="p0y829" fmla="*/ 1500 h 8910"/>
                <a:gd name="p0x830" fmla="*/ 0 w 15"/>
                <a:gd name="p0y830" fmla="*/ 1455 h 8910"/>
                <a:gd name="p0x831" fmla="*/ 0 w 15"/>
                <a:gd name="p0y831" fmla="*/ 1425 h 8910"/>
                <a:gd name="p0x832" fmla="*/ 15 w 15"/>
                <a:gd name="p0y832" fmla="*/ 1425 h 8910"/>
                <a:gd name="p0x833" fmla="*/ 15 w 15"/>
                <a:gd name="p0y833" fmla="*/ 1455 h 8910"/>
                <a:gd name="p0x834" fmla="*/ 0 w 15"/>
                <a:gd name="p0y834" fmla="*/ 1455 h 8910"/>
                <a:gd name="p0x835" fmla="*/ 0 w 15"/>
                <a:gd name="p0y835" fmla="*/ 1409 h 8910"/>
                <a:gd name="p0x836" fmla="*/ 0 w 15"/>
                <a:gd name="p0y836" fmla="*/ 1380 h 8910"/>
                <a:gd name="p0x837" fmla="*/ 15 w 15"/>
                <a:gd name="p0y837" fmla="*/ 1380 h 8910"/>
                <a:gd name="p0x838" fmla="*/ 15 w 15"/>
                <a:gd name="p0y838" fmla="*/ 1409 h 8910"/>
                <a:gd name="p0x839" fmla="*/ 0 w 15"/>
                <a:gd name="p0y839" fmla="*/ 1409 h 8910"/>
                <a:gd name="p0x840" fmla="*/ 0 w 15"/>
                <a:gd name="p0y840" fmla="*/ 1365 h 8910"/>
                <a:gd name="p0x841" fmla="*/ 0 w 15"/>
                <a:gd name="p0y841" fmla="*/ 1335 h 8910"/>
                <a:gd name="p0x842" fmla="*/ 15 w 15"/>
                <a:gd name="p0y842" fmla="*/ 1335 h 8910"/>
                <a:gd name="p0x843" fmla="*/ 15 w 15"/>
                <a:gd name="p0y843" fmla="*/ 1365 h 8910"/>
                <a:gd name="p0x844" fmla="*/ 0 w 15"/>
                <a:gd name="p0y844" fmla="*/ 1365 h 8910"/>
                <a:gd name="p0x845" fmla="*/ 0 w 15"/>
                <a:gd name="p0y845" fmla="*/ 1320 h 8910"/>
                <a:gd name="p0x846" fmla="*/ 0 w 15"/>
                <a:gd name="p0y846" fmla="*/ 1290 h 8910"/>
                <a:gd name="p0x847" fmla="*/ 15 w 15"/>
                <a:gd name="p0y847" fmla="*/ 1290 h 8910"/>
                <a:gd name="p0x848" fmla="*/ 15 w 15"/>
                <a:gd name="p0y848" fmla="*/ 1320 h 8910"/>
                <a:gd name="p0x849" fmla="*/ 0 w 15"/>
                <a:gd name="p0y849" fmla="*/ 1320 h 8910"/>
                <a:gd name="p0x850" fmla="*/ 0 w 15"/>
                <a:gd name="p0y850" fmla="*/ 1275 h 8910"/>
                <a:gd name="p0x851" fmla="*/ 0 w 15"/>
                <a:gd name="p0y851" fmla="*/ 1245 h 8910"/>
                <a:gd name="p0x852" fmla="*/ 15 w 15"/>
                <a:gd name="p0y852" fmla="*/ 1245 h 8910"/>
                <a:gd name="p0x853" fmla="*/ 15 w 15"/>
                <a:gd name="p0y853" fmla="*/ 1275 h 8910"/>
                <a:gd name="p0x854" fmla="*/ 0 w 15"/>
                <a:gd name="p0y854" fmla="*/ 1275 h 8910"/>
                <a:gd name="p0x855" fmla="*/ 0 w 15"/>
                <a:gd name="p0y855" fmla="*/ 1230 h 8910"/>
                <a:gd name="p0x856" fmla="*/ 0 w 15"/>
                <a:gd name="p0y856" fmla="*/ 1200 h 8910"/>
                <a:gd name="p0x857" fmla="*/ 15 w 15"/>
                <a:gd name="p0y857" fmla="*/ 1200 h 8910"/>
                <a:gd name="p0x858" fmla="*/ 15 w 15"/>
                <a:gd name="p0y858" fmla="*/ 1230 h 8910"/>
                <a:gd name="p0x859" fmla="*/ 0 w 15"/>
                <a:gd name="p0y859" fmla="*/ 1230 h 8910"/>
                <a:gd name="p0x860" fmla="*/ 0 w 15"/>
                <a:gd name="p0y860" fmla="*/ 1185 h 8910"/>
                <a:gd name="p0x861" fmla="*/ 0 w 15"/>
                <a:gd name="p0y861" fmla="*/ 1155 h 8910"/>
                <a:gd name="p0x862" fmla="*/ 15 w 15"/>
                <a:gd name="p0y862" fmla="*/ 1155 h 8910"/>
                <a:gd name="p0x863" fmla="*/ 15 w 15"/>
                <a:gd name="p0y863" fmla="*/ 1185 h 8910"/>
                <a:gd name="p0x864" fmla="*/ 0 w 15"/>
                <a:gd name="p0y864" fmla="*/ 1185 h 8910"/>
                <a:gd name="p0x865" fmla="*/ 0 w 15"/>
                <a:gd name="p0y865" fmla="*/ 1140 h 8910"/>
                <a:gd name="p0x866" fmla="*/ 0 w 15"/>
                <a:gd name="p0y866" fmla="*/ 1110 h 8910"/>
                <a:gd name="p0x867" fmla="*/ 15 w 15"/>
                <a:gd name="p0y867" fmla="*/ 1110 h 8910"/>
                <a:gd name="p0x868" fmla="*/ 15 w 15"/>
                <a:gd name="p0y868" fmla="*/ 1140 h 8910"/>
                <a:gd name="p0x869" fmla="*/ 0 w 15"/>
                <a:gd name="p0y869" fmla="*/ 1140 h 8910"/>
                <a:gd name="p0x870" fmla="*/ 0 w 15"/>
                <a:gd name="p0y870" fmla="*/ 1095 h 8910"/>
                <a:gd name="p0x871" fmla="*/ 0 w 15"/>
                <a:gd name="p0y871" fmla="*/ 1065 h 8910"/>
                <a:gd name="p0x872" fmla="*/ 15 w 15"/>
                <a:gd name="p0y872" fmla="*/ 1065 h 8910"/>
                <a:gd name="p0x873" fmla="*/ 15 w 15"/>
                <a:gd name="p0y873" fmla="*/ 1095 h 8910"/>
                <a:gd name="p0x874" fmla="*/ 0 w 15"/>
                <a:gd name="p0y874" fmla="*/ 1095 h 8910"/>
                <a:gd name="p0x875" fmla="*/ 0 w 15"/>
                <a:gd name="p0y875" fmla="*/ 1050 h 8910"/>
                <a:gd name="p0x876" fmla="*/ 0 w 15"/>
                <a:gd name="p0y876" fmla="*/ 1020 h 8910"/>
                <a:gd name="p0x877" fmla="*/ 15 w 15"/>
                <a:gd name="p0y877" fmla="*/ 1020 h 8910"/>
                <a:gd name="p0x878" fmla="*/ 15 w 15"/>
                <a:gd name="p0y878" fmla="*/ 1050 h 8910"/>
                <a:gd name="p0x879" fmla="*/ 0 w 15"/>
                <a:gd name="p0y879" fmla="*/ 1050 h 8910"/>
                <a:gd name="p0x880" fmla="*/ 0 w 15"/>
                <a:gd name="p0y880" fmla="*/ 1005 h 8910"/>
                <a:gd name="p0x881" fmla="*/ 0 w 15"/>
                <a:gd name="p0y881" fmla="*/ 975 h 8910"/>
                <a:gd name="p0x882" fmla="*/ 15 w 15"/>
                <a:gd name="p0y882" fmla="*/ 975 h 8910"/>
                <a:gd name="p0x883" fmla="*/ 15 w 15"/>
                <a:gd name="p0y883" fmla="*/ 1005 h 8910"/>
                <a:gd name="p0x884" fmla="*/ 0 w 15"/>
                <a:gd name="p0y884" fmla="*/ 1005 h 8910"/>
                <a:gd name="p0x885" fmla="*/ 0 w 15"/>
                <a:gd name="p0y885" fmla="*/ 960 h 8910"/>
                <a:gd name="p0x886" fmla="*/ 0 w 15"/>
                <a:gd name="p0y886" fmla="*/ 930 h 8910"/>
                <a:gd name="p0x887" fmla="*/ 15 w 15"/>
                <a:gd name="p0y887" fmla="*/ 930 h 8910"/>
                <a:gd name="p0x888" fmla="*/ 15 w 15"/>
                <a:gd name="p0y888" fmla="*/ 959 h 8910"/>
                <a:gd name="p0x889" fmla="*/ 0 w 15"/>
                <a:gd name="p0y889" fmla="*/ 960 h 8910"/>
                <a:gd name="p0x890" fmla="*/ 0 w 15"/>
                <a:gd name="p0y890" fmla="*/ 915 h 8910"/>
                <a:gd name="p0x891" fmla="*/ 0 w 15"/>
                <a:gd name="p0y891" fmla="*/ 885 h 8910"/>
                <a:gd name="p0x892" fmla="*/ 15 w 15"/>
                <a:gd name="p0y892" fmla="*/ 885 h 8910"/>
                <a:gd name="p0x893" fmla="*/ 15 w 15"/>
                <a:gd name="p0y893" fmla="*/ 915 h 8910"/>
                <a:gd name="p0x894" fmla="*/ 0 w 15"/>
                <a:gd name="p0y894" fmla="*/ 915 h 8910"/>
                <a:gd name="p0x895" fmla="*/ 0 w 15"/>
                <a:gd name="p0y895" fmla="*/ 870 h 8910"/>
                <a:gd name="p0x896" fmla="*/ 0 w 15"/>
                <a:gd name="p0y896" fmla="*/ 840 h 8910"/>
                <a:gd name="p0x897" fmla="*/ 15 w 15"/>
                <a:gd name="p0y897" fmla="*/ 840 h 8910"/>
                <a:gd name="p0x898" fmla="*/ 15 w 15"/>
                <a:gd name="p0y898" fmla="*/ 870 h 8910"/>
                <a:gd name="p0x899" fmla="*/ 0 w 15"/>
                <a:gd name="p0y899" fmla="*/ 870 h 8910"/>
                <a:gd name="p0x900" fmla="*/ 0 w 15"/>
                <a:gd name="p0y900" fmla="*/ 825 h 8910"/>
                <a:gd name="p0x901" fmla="*/ 0 w 15"/>
                <a:gd name="p0y901" fmla="*/ 795 h 8910"/>
                <a:gd name="p0x902" fmla="*/ 15 w 15"/>
                <a:gd name="p0y902" fmla="*/ 795 h 8910"/>
                <a:gd name="p0x903" fmla="*/ 15 w 15"/>
                <a:gd name="p0y903" fmla="*/ 825 h 8910"/>
                <a:gd name="p0x904" fmla="*/ 0 w 15"/>
                <a:gd name="p0y904" fmla="*/ 825 h 8910"/>
                <a:gd name="p0x905" fmla="*/ 0 w 15"/>
                <a:gd name="p0y905" fmla="*/ 780 h 8910"/>
                <a:gd name="p0x906" fmla="*/ 0 w 15"/>
                <a:gd name="p0y906" fmla="*/ 750 h 8910"/>
                <a:gd name="p0x907" fmla="*/ 15 w 15"/>
                <a:gd name="p0y907" fmla="*/ 750 h 8910"/>
                <a:gd name="p0x908" fmla="*/ 15 w 15"/>
                <a:gd name="p0y908" fmla="*/ 780 h 8910"/>
                <a:gd name="p0x909" fmla="*/ 0 w 15"/>
                <a:gd name="p0y909" fmla="*/ 780 h 8910"/>
                <a:gd name="p0x910" fmla="*/ 0 w 15"/>
                <a:gd name="p0y910" fmla="*/ 735 h 8910"/>
                <a:gd name="p0x911" fmla="*/ 0 w 15"/>
                <a:gd name="p0y911" fmla="*/ 705 h 8910"/>
                <a:gd name="p0x912" fmla="*/ 15 w 15"/>
                <a:gd name="p0y912" fmla="*/ 705 h 8910"/>
                <a:gd name="p0x913" fmla="*/ 15 w 15"/>
                <a:gd name="p0y913" fmla="*/ 735 h 8910"/>
                <a:gd name="p0x914" fmla="*/ 0 w 15"/>
                <a:gd name="p0y914" fmla="*/ 735 h 8910"/>
                <a:gd name="p0x915" fmla="*/ 0 w 15"/>
                <a:gd name="p0y915" fmla="*/ 690 h 8910"/>
                <a:gd name="p0x916" fmla="*/ 0 w 15"/>
                <a:gd name="p0y916" fmla="*/ 660 h 8910"/>
                <a:gd name="p0x917" fmla="*/ 15 w 15"/>
                <a:gd name="p0y917" fmla="*/ 660 h 8910"/>
                <a:gd name="p0x918" fmla="*/ 15 w 15"/>
                <a:gd name="p0y918" fmla="*/ 690 h 8910"/>
                <a:gd name="p0x919" fmla="*/ 0 w 15"/>
                <a:gd name="p0y919" fmla="*/ 690 h 8910"/>
                <a:gd name="p0x920" fmla="*/ 0 w 15"/>
                <a:gd name="p0y920" fmla="*/ 645 h 8910"/>
                <a:gd name="p0x921" fmla="*/ 0 w 15"/>
                <a:gd name="p0y921" fmla="*/ 615 h 8910"/>
                <a:gd name="p0x922" fmla="*/ 15 w 15"/>
                <a:gd name="p0y922" fmla="*/ 614 h 8910"/>
                <a:gd name="p0x923" fmla="*/ 15 w 15"/>
                <a:gd name="p0y923" fmla="*/ 644 h 8910"/>
                <a:gd name="p0x924" fmla="*/ 0 w 15"/>
                <a:gd name="p0y924" fmla="*/ 645 h 8910"/>
                <a:gd name="p0x925" fmla="*/ 0 w 15"/>
                <a:gd name="p0y925" fmla="*/ 600 h 8910"/>
                <a:gd name="p0x926" fmla="*/ 0 w 15"/>
                <a:gd name="p0y926" fmla="*/ 570 h 8910"/>
                <a:gd name="p0x927" fmla="*/ 15 w 15"/>
                <a:gd name="p0y927" fmla="*/ 570 h 8910"/>
                <a:gd name="p0x928" fmla="*/ 15 w 15"/>
                <a:gd name="p0y928" fmla="*/ 600 h 8910"/>
                <a:gd name="p0x929" fmla="*/ 0 w 15"/>
                <a:gd name="p0y929" fmla="*/ 600 h 8910"/>
                <a:gd name="p0x930" fmla="*/ 0 w 15"/>
                <a:gd name="p0y930" fmla="*/ 555 h 8910"/>
                <a:gd name="p0x931" fmla="*/ 0 w 15"/>
                <a:gd name="p0y931" fmla="*/ 525 h 8910"/>
                <a:gd name="p0x932" fmla="*/ 15 w 15"/>
                <a:gd name="p0y932" fmla="*/ 525 h 8910"/>
                <a:gd name="p0x933" fmla="*/ 15 w 15"/>
                <a:gd name="p0y933" fmla="*/ 555 h 8910"/>
                <a:gd name="p0x934" fmla="*/ 0 w 15"/>
                <a:gd name="p0y934" fmla="*/ 555 h 8910"/>
                <a:gd name="p0x935" fmla="*/ 0 w 15"/>
                <a:gd name="p0y935" fmla="*/ 510 h 8910"/>
                <a:gd name="p0x936" fmla="*/ 0 w 15"/>
                <a:gd name="p0y936" fmla="*/ 480 h 8910"/>
                <a:gd name="p0x937" fmla="*/ 15 w 15"/>
                <a:gd name="p0y937" fmla="*/ 480 h 8910"/>
                <a:gd name="p0x938" fmla="*/ 15 w 15"/>
                <a:gd name="p0y938" fmla="*/ 509 h 8910"/>
                <a:gd name="p0x939" fmla="*/ 0 w 15"/>
                <a:gd name="p0y939" fmla="*/ 510 h 8910"/>
                <a:gd name="p0x940" fmla="*/ 0 w 15"/>
                <a:gd name="p0y940" fmla="*/ 465 h 8910"/>
                <a:gd name="p0x941" fmla="*/ 0 w 15"/>
                <a:gd name="p0y941" fmla="*/ 435 h 8910"/>
                <a:gd name="p0x942" fmla="*/ 15 w 15"/>
                <a:gd name="p0y942" fmla="*/ 435 h 8910"/>
                <a:gd name="p0x943" fmla="*/ 15 w 15"/>
                <a:gd name="p0y943" fmla="*/ 465 h 8910"/>
                <a:gd name="p0x944" fmla="*/ 0 w 15"/>
                <a:gd name="p0y944" fmla="*/ 465 h 8910"/>
                <a:gd name="p0x945" fmla="*/ 0 w 15"/>
                <a:gd name="p0y945" fmla="*/ 420 h 8910"/>
                <a:gd name="p0x946" fmla="*/ 0 w 15"/>
                <a:gd name="p0y946" fmla="*/ 390 h 8910"/>
                <a:gd name="p0x947" fmla="*/ 15 w 15"/>
                <a:gd name="p0y947" fmla="*/ 390 h 8910"/>
                <a:gd name="p0x948" fmla="*/ 15 w 15"/>
                <a:gd name="p0y948" fmla="*/ 420 h 8910"/>
                <a:gd name="p0x949" fmla="*/ 0 w 15"/>
                <a:gd name="p0y949" fmla="*/ 420 h 8910"/>
                <a:gd name="p0x950" fmla="*/ 0 w 15"/>
                <a:gd name="p0y950" fmla="*/ 375 h 8910"/>
                <a:gd name="p0x951" fmla="*/ 0 w 15"/>
                <a:gd name="p0y951" fmla="*/ 345 h 8910"/>
                <a:gd name="p0x952" fmla="*/ 15 w 15"/>
                <a:gd name="p0y952" fmla="*/ 345 h 8910"/>
                <a:gd name="p0x953" fmla="*/ 15 w 15"/>
                <a:gd name="p0y953" fmla="*/ 375 h 8910"/>
                <a:gd name="p0x954" fmla="*/ 0 w 15"/>
                <a:gd name="p0y954" fmla="*/ 375 h 8910"/>
                <a:gd name="p0x955" fmla="*/ 0 w 15"/>
                <a:gd name="p0y955" fmla="*/ 330 h 8910"/>
                <a:gd name="p0x956" fmla="*/ 0 w 15"/>
                <a:gd name="p0y956" fmla="*/ 300 h 8910"/>
                <a:gd name="p0x957" fmla="*/ 15 w 15"/>
                <a:gd name="p0y957" fmla="*/ 299 h 8910"/>
                <a:gd name="p0x958" fmla="*/ 15 w 15"/>
                <a:gd name="p0y958" fmla="*/ 330 h 8910"/>
                <a:gd name="p0x959" fmla="*/ 0 w 15"/>
                <a:gd name="p0y959" fmla="*/ 330 h 8910"/>
                <a:gd name="p0x960" fmla="*/ 0 w 15"/>
                <a:gd name="p0y960" fmla="*/ 285 h 8910"/>
                <a:gd name="p0x961" fmla="*/ 0 w 15"/>
                <a:gd name="p0y961" fmla="*/ 255 h 8910"/>
                <a:gd name="p0x962" fmla="*/ 15 w 15"/>
                <a:gd name="p0y962" fmla="*/ 255 h 8910"/>
                <a:gd name="p0x963" fmla="*/ 15 w 15"/>
                <a:gd name="p0y963" fmla="*/ 285 h 8910"/>
                <a:gd name="p0x964" fmla="*/ 0 w 15"/>
                <a:gd name="p0y964" fmla="*/ 285 h 8910"/>
                <a:gd name="p0x965" fmla="*/ 0 w 15"/>
                <a:gd name="p0y965" fmla="*/ 240 h 8910"/>
                <a:gd name="p0x966" fmla="*/ 0 w 15"/>
                <a:gd name="p0y966" fmla="*/ 210 h 8910"/>
                <a:gd name="p0x967" fmla="*/ 15 w 15"/>
                <a:gd name="p0y967" fmla="*/ 210 h 8910"/>
                <a:gd name="p0x968" fmla="*/ 15 w 15"/>
                <a:gd name="p0y968" fmla="*/ 240 h 8910"/>
                <a:gd name="p0x969" fmla="*/ 0 w 15"/>
                <a:gd name="p0y969" fmla="*/ 240 h 8910"/>
                <a:gd name="p0x970" fmla="*/ 0 w 15"/>
                <a:gd name="p0y970" fmla="*/ 195 h 8910"/>
                <a:gd name="p0x971" fmla="*/ 0 w 15"/>
                <a:gd name="p0y971" fmla="*/ 165 h 8910"/>
                <a:gd name="p0x972" fmla="*/ 15 w 15"/>
                <a:gd name="p0y972" fmla="*/ 164 h 8910"/>
                <a:gd name="p0x973" fmla="*/ 15 w 15"/>
                <a:gd name="p0y973" fmla="*/ 194 h 8910"/>
                <a:gd name="p0x974" fmla="*/ 0 w 15"/>
                <a:gd name="p0y974" fmla="*/ 195 h 8910"/>
                <a:gd name="p0x975" fmla="*/ 0 w 15"/>
                <a:gd name="p0y975" fmla="*/ 150 h 8910"/>
                <a:gd name="p0x976" fmla="*/ 0 w 15"/>
                <a:gd name="p0y976" fmla="*/ 120 h 8910"/>
                <a:gd name="p0x977" fmla="*/ 15 w 15"/>
                <a:gd name="p0y977" fmla="*/ 120 h 8910"/>
                <a:gd name="p0x978" fmla="*/ 15 w 15"/>
                <a:gd name="p0y978" fmla="*/ 150 h 8910"/>
                <a:gd name="p0x979" fmla="*/ 0 w 15"/>
                <a:gd name="p0y979" fmla="*/ 150 h 8910"/>
                <a:gd name="p0x980" fmla="*/ 0 w 15"/>
                <a:gd name="p0y980" fmla="*/ 105 h 8910"/>
                <a:gd name="p0x981" fmla="*/ 0 w 15"/>
                <a:gd name="p0y981" fmla="*/ 75 h 8910"/>
                <a:gd name="p0x982" fmla="*/ 15 w 15"/>
                <a:gd name="p0y982" fmla="*/ 75 h 8910"/>
                <a:gd name="p0x983" fmla="*/ 15 w 15"/>
                <a:gd name="p0y983" fmla="*/ 105 h 8910"/>
                <a:gd name="p0x984" fmla="*/ 0 w 15"/>
                <a:gd name="p0y984" fmla="*/ 105 h 8910"/>
                <a:gd name="p0x985" fmla="*/ 0 w 15"/>
                <a:gd name="p0y985" fmla="*/ 60 h 8910"/>
                <a:gd name="p0x986" fmla="*/ 0 w 15"/>
                <a:gd name="p0y986" fmla="*/ 30 h 8910"/>
                <a:gd name="p0x987" fmla="*/ 15 w 15"/>
                <a:gd name="p0y987" fmla="*/ 30 h 8910"/>
                <a:gd name="p0x988" fmla="*/ 15 w 15"/>
                <a:gd name="p0y988" fmla="*/ 60 h 8910"/>
                <a:gd name="p0x989" fmla="*/ 0 w 15"/>
                <a:gd name="p0y989" fmla="*/ 60 h 8910"/>
                <a:gd name="p0x990" fmla="*/ 0 w 15"/>
                <a:gd name="p0y990" fmla="*/ 15 h 8910"/>
                <a:gd name="p0x991" fmla="*/ 0 w 15"/>
                <a:gd name="p0y991" fmla="*/ 0 h 8910"/>
                <a:gd name="p0x992" fmla="*/ 15 w 15"/>
                <a:gd name="p0y992" fmla="*/ 0 h 8910"/>
                <a:gd name="p0x993" fmla="*/ 15 w 15"/>
                <a:gd name="p0y993" fmla="*/ 15 h 8910"/>
                <a:gd name="p0x994" fmla="*/ 0 w 15"/>
                <a:gd name="p0y994" fmla="*/ 15 h 891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  <a:moveTo>
                    <a:pt x="p0x205" y="p0y205"/>
                  </a:moveTo>
                  <a:lnTo>
                    <a:pt x="p0x206" y="p0y206"/>
                  </a:lnTo>
                  <a:lnTo>
                    <a:pt x="p0x207" y="p0y207"/>
                  </a:lnTo>
                  <a:lnTo>
                    <a:pt x="p0x208" y="p0y208"/>
                  </a:lnTo>
                  <a:lnTo>
                    <a:pt x="p0x209" y="p0y209"/>
                  </a:lnTo>
                  <a:moveTo>
                    <a:pt x="p0x210" y="p0y210"/>
                  </a:moveTo>
                  <a:lnTo>
                    <a:pt x="p0x211" y="p0y211"/>
                  </a:lnTo>
                  <a:lnTo>
                    <a:pt x="p0x212" y="p0y212"/>
                  </a:lnTo>
                  <a:lnTo>
                    <a:pt x="p0x213" y="p0y213"/>
                  </a:lnTo>
                  <a:lnTo>
                    <a:pt x="p0x214" y="p0y214"/>
                  </a:lnTo>
                  <a:moveTo>
                    <a:pt x="p0x215" y="p0y215"/>
                  </a:moveTo>
                  <a:lnTo>
                    <a:pt x="p0x216" y="p0y216"/>
                  </a:lnTo>
                  <a:lnTo>
                    <a:pt x="p0x217" y="p0y217"/>
                  </a:lnTo>
                  <a:lnTo>
                    <a:pt x="p0x218" y="p0y218"/>
                  </a:lnTo>
                  <a:lnTo>
                    <a:pt x="p0x219" y="p0y219"/>
                  </a:lnTo>
                  <a:moveTo>
                    <a:pt x="p0x220" y="p0y220"/>
                  </a:moveTo>
                  <a:lnTo>
                    <a:pt x="p0x221" y="p0y221"/>
                  </a:lnTo>
                  <a:lnTo>
                    <a:pt x="p0x222" y="p0y222"/>
                  </a:lnTo>
                  <a:lnTo>
                    <a:pt x="p0x223" y="p0y223"/>
                  </a:lnTo>
                  <a:lnTo>
                    <a:pt x="p0x224" y="p0y224"/>
                  </a:lnTo>
                  <a:moveTo>
                    <a:pt x="p0x225" y="p0y225"/>
                  </a:moveTo>
                  <a:lnTo>
                    <a:pt x="p0x226" y="p0y226"/>
                  </a:lnTo>
                  <a:lnTo>
                    <a:pt x="p0x227" y="p0y227"/>
                  </a:lnTo>
                  <a:lnTo>
                    <a:pt x="p0x228" y="p0y228"/>
                  </a:lnTo>
                  <a:lnTo>
                    <a:pt x="p0x229" y="p0y229"/>
                  </a:lnTo>
                  <a:moveTo>
                    <a:pt x="p0x230" y="p0y230"/>
                  </a:moveTo>
                  <a:lnTo>
                    <a:pt x="p0x231" y="p0y231"/>
                  </a:lnTo>
                  <a:lnTo>
                    <a:pt x="p0x232" y="p0y232"/>
                  </a:lnTo>
                  <a:lnTo>
                    <a:pt x="p0x233" y="p0y233"/>
                  </a:lnTo>
                  <a:lnTo>
                    <a:pt x="p0x234" y="p0y234"/>
                  </a:lnTo>
                  <a:moveTo>
                    <a:pt x="p0x235" y="p0y235"/>
                  </a:moveTo>
                  <a:lnTo>
                    <a:pt x="p0x236" y="p0y236"/>
                  </a:lnTo>
                  <a:lnTo>
                    <a:pt x="p0x237" y="p0y237"/>
                  </a:lnTo>
                  <a:lnTo>
                    <a:pt x="p0x238" y="p0y238"/>
                  </a:lnTo>
                  <a:lnTo>
                    <a:pt x="p0x239" y="p0y239"/>
                  </a:lnTo>
                  <a:moveTo>
                    <a:pt x="p0x240" y="p0y240"/>
                  </a:moveTo>
                  <a:lnTo>
                    <a:pt x="p0x241" y="p0y241"/>
                  </a:lnTo>
                  <a:lnTo>
                    <a:pt x="p0x242" y="p0y242"/>
                  </a:lnTo>
                  <a:lnTo>
                    <a:pt x="p0x243" y="p0y243"/>
                  </a:lnTo>
                  <a:lnTo>
                    <a:pt x="p0x244" y="p0y244"/>
                  </a:lnTo>
                  <a:moveTo>
                    <a:pt x="p0x245" y="p0y245"/>
                  </a:moveTo>
                  <a:lnTo>
                    <a:pt x="p0x246" y="p0y246"/>
                  </a:lnTo>
                  <a:lnTo>
                    <a:pt x="p0x247" y="p0y247"/>
                  </a:lnTo>
                  <a:lnTo>
                    <a:pt x="p0x248" y="p0y248"/>
                  </a:lnTo>
                  <a:lnTo>
                    <a:pt x="p0x249" y="p0y249"/>
                  </a:lnTo>
                  <a:moveTo>
                    <a:pt x="p0x250" y="p0y250"/>
                  </a:moveTo>
                  <a:lnTo>
                    <a:pt x="p0x251" y="p0y251"/>
                  </a:lnTo>
                  <a:lnTo>
                    <a:pt x="p0x252" y="p0y252"/>
                  </a:lnTo>
                  <a:lnTo>
                    <a:pt x="p0x253" y="p0y253"/>
                  </a:lnTo>
                  <a:lnTo>
                    <a:pt x="p0x254" y="p0y254"/>
                  </a:lnTo>
                  <a:moveTo>
                    <a:pt x="p0x255" y="p0y255"/>
                  </a:moveTo>
                  <a:lnTo>
                    <a:pt x="p0x256" y="p0y256"/>
                  </a:lnTo>
                  <a:lnTo>
                    <a:pt x="p0x257" y="p0y257"/>
                  </a:lnTo>
                  <a:lnTo>
                    <a:pt x="p0x258" y="p0y258"/>
                  </a:lnTo>
                  <a:lnTo>
                    <a:pt x="p0x259" y="p0y259"/>
                  </a:lnTo>
                  <a:moveTo>
                    <a:pt x="p0x260" y="p0y260"/>
                  </a:moveTo>
                  <a:lnTo>
                    <a:pt x="p0x261" y="p0y261"/>
                  </a:lnTo>
                  <a:lnTo>
                    <a:pt x="p0x262" y="p0y262"/>
                  </a:lnTo>
                  <a:lnTo>
                    <a:pt x="p0x263" y="p0y263"/>
                  </a:lnTo>
                  <a:lnTo>
                    <a:pt x="p0x264" y="p0y264"/>
                  </a:lnTo>
                  <a:moveTo>
                    <a:pt x="p0x265" y="p0y265"/>
                  </a:moveTo>
                  <a:lnTo>
                    <a:pt x="p0x266" y="p0y266"/>
                  </a:lnTo>
                  <a:lnTo>
                    <a:pt x="p0x267" y="p0y267"/>
                  </a:lnTo>
                  <a:lnTo>
                    <a:pt x="p0x268" y="p0y268"/>
                  </a:lnTo>
                  <a:lnTo>
                    <a:pt x="p0x269" y="p0y269"/>
                  </a:lnTo>
                  <a:moveTo>
                    <a:pt x="p0x270" y="p0y270"/>
                  </a:moveTo>
                  <a:lnTo>
                    <a:pt x="p0x271" y="p0y271"/>
                  </a:lnTo>
                  <a:lnTo>
                    <a:pt x="p0x272" y="p0y272"/>
                  </a:lnTo>
                  <a:lnTo>
                    <a:pt x="p0x273" y="p0y273"/>
                  </a:lnTo>
                  <a:lnTo>
                    <a:pt x="p0x274" y="p0y274"/>
                  </a:lnTo>
                  <a:moveTo>
                    <a:pt x="p0x275" y="p0y275"/>
                  </a:moveTo>
                  <a:lnTo>
                    <a:pt x="p0x276" y="p0y276"/>
                  </a:lnTo>
                  <a:lnTo>
                    <a:pt x="p0x277" y="p0y277"/>
                  </a:lnTo>
                  <a:lnTo>
                    <a:pt x="p0x278" y="p0y278"/>
                  </a:lnTo>
                  <a:lnTo>
                    <a:pt x="p0x279" y="p0y279"/>
                  </a:lnTo>
                  <a:moveTo>
                    <a:pt x="p0x280" y="p0y280"/>
                  </a:moveTo>
                  <a:lnTo>
                    <a:pt x="p0x281" y="p0y281"/>
                  </a:lnTo>
                  <a:lnTo>
                    <a:pt x="p0x282" y="p0y282"/>
                  </a:lnTo>
                  <a:lnTo>
                    <a:pt x="p0x283" y="p0y283"/>
                  </a:lnTo>
                  <a:lnTo>
                    <a:pt x="p0x284" y="p0y284"/>
                  </a:lnTo>
                  <a:moveTo>
                    <a:pt x="p0x285" y="p0y285"/>
                  </a:moveTo>
                  <a:lnTo>
                    <a:pt x="p0x286" y="p0y286"/>
                  </a:lnTo>
                  <a:lnTo>
                    <a:pt x="p0x287" y="p0y287"/>
                  </a:lnTo>
                  <a:lnTo>
                    <a:pt x="p0x288" y="p0y288"/>
                  </a:lnTo>
                  <a:lnTo>
                    <a:pt x="p0x289" y="p0y289"/>
                  </a:lnTo>
                  <a:moveTo>
                    <a:pt x="p0x290" y="p0y290"/>
                  </a:moveTo>
                  <a:lnTo>
                    <a:pt x="p0x291" y="p0y291"/>
                  </a:lnTo>
                  <a:lnTo>
                    <a:pt x="p0x292" y="p0y292"/>
                  </a:lnTo>
                  <a:lnTo>
                    <a:pt x="p0x293" y="p0y293"/>
                  </a:lnTo>
                  <a:lnTo>
                    <a:pt x="p0x294" y="p0y294"/>
                  </a:lnTo>
                  <a:moveTo>
                    <a:pt x="p0x295" y="p0y295"/>
                  </a:moveTo>
                  <a:lnTo>
                    <a:pt x="p0x296" y="p0y296"/>
                  </a:lnTo>
                  <a:lnTo>
                    <a:pt x="p0x297" y="p0y297"/>
                  </a:lnTo>
                  <a:lnTo>
                    <a:pt x="p0x298" y="p0y298"/>
                  </a:lnTo>
                  <a:lnTo>
                    <a:pt x="p0x299" y="p0y299"/>
                  </a:lnTo>
                  <a:moveTo>
                    <a:pt x="p0x300" y="p0y300"/>
                  </a:moveTo>
                  <a:lnTo>
                    <a:pt x="p0x301" y="p0y301"/>
                  </a:lnTo>
                  <a:lnTo>
                    <a:pt x="p0x302" y="p0y302"/>
                  </a:lnTo>
                  <a:lnTo>
                    <a:pt x="p0x303" y="p0y303"/>
                  </a:lnTo>
                  <a:lnTo>
                    <a:pt x="p0x304" y="p0y304"/>
                  </a:lnTo>
                  <a:moveTo>
                    <a:pt x="p0x305" y="p0y305"/>
                  </a:moveTo>
                  <a:lnTo>
                    <a:pt x="p0x306" y="p0y306"/>
                  </a:lnTo>
                  <a:lnTo>
                    <a:pt x="p0x307" y="p0y307"/>
                  </a:lnTo>
                  <a:lnTo>
                    <a:pt x="p0x308" y="p0y308"/>
                  </a:lnTo>
                  <a:lnTo>
                    <a:pt x="p0x309" y="p0y309"/>
                  </a:lnTo>
                  <a:moveTo>
                    <a:pt x="p0x310" y="p0y310"/>
                  </a:moveTo>
                  <a:lnTo>
                    <a:pt x="p0x311" y="p0y311"/>
                  </a:lnTo>
                  <a:lnTo>
                    <a:pt x="p0x312" y="p0y312"/>
                  </a:lnTo>
                  <a:lnTo>
                    <a:pt x="p0x313" y="p0y313"/>
                  </a:lnTo>
                  <a:lnTo>
                    <a:pt x="p0x314" y="p0y314"/>
                  </a:lnTo>
                  <a:moveTo>
                    <a:pt x="p0x315" y="p0y315"/>
                  </a:moveTo>
                  <a:lnTo>
                    <a:pt x="p0x316" y="p0y316"/>
                  </a:lnTo>
                  <a:lnTo>
                    <a:pt x="p0x317" y="p0y317"/>
                  </a:lnTo>
                  <a:lnTo>
                    <a:pt x="p0x318" y="p0y318"/>
                  </a:lnTo>
                  <a:lnTo>
                    <a:pt x="p0x319" y="p0y319"/>
                  </a:lnTo>
                  <a:moveTo>
                    <a:pt x="p0x320" y="p0y320"/>
                  </a:moveTo>
                  <a:lnTo>
                    <a:pt x="p0x321" y="p0y321"/>
                  </a:lnTo>
                  <a:lnTo>
                    <a:pt x="p0x322" y="p0y322"/>
                  </a:lnTo>
                  <a:lnTo>
                    <a:pt x="p0x323" y="p0y323"/>
                  </a:lnTo>
                  <a:lnTo>
                    <a:pt x="p0x324" y="p0y324"/>
                  </a:lnTo>
                  <a:moveTo>
                    <a:pt x="p0x325" y="p0y325"/>
                  </a:moveTo>
                  <a:lnTo>
                    <a:pt x="p0x326" y="p0y326"/>
                  </a:lnTo>
                  <a:lnTo>
                    <a:pt x="p0x327" y="p0y327"/>
                  </a:lnTo>
                  <a:lnTo>
                    <a:pt x="p0x328" y="p0y328"/>
                  </a:lnTo>
                  <a:lnTo>
                    <a:pt x="p0x329" y="p0y329"/>
                  </a:lnTo>
                  <a:moveTo>
                    <a:pt x="p0x330" y="p0y330"/>
                  </a:moveTo>
                  <a:lnTo>
                    <a:pt x="p0x331" y="p0y331"/>
                  </a:lnTo>
                  <a:lnTo>
                    <a:pt x="p0x332" y="p0y332"/>
                  </a:lnTo>
                  <a:lnTo>
                    <a:pt x="p0x333" y="p0y333"/>
                  </a:lnTo>
                  <a:lnTo>
                    <a:pt x="p0x334" y="p0y334"/>
                  </a:lnTo>
                  <a:moveTo>
                    <a:pt x="p0x335" y="p0y335"/>
                  </a:moveTo>
                  <a:lnTo>
                    <a:pt x="p0x336" y="p0y336"/>
                  </a:lnTo>
                  <a:lnTo>
                    <a:pt x="p0x337" y="p0y337"/>
                  </a:lnTo>
                  <a:lnTo>
                    <a:pt x="p0x338" y="p0y338"/>
                  </a:lnTo>
                  <a:lnTo>
                    <a:pt x="p0x339" y="p0y339"/>
                  </a:lnTo>
                  <a:moveTo>
                    <a:pt x="p0x340" y="p0y340"/>
                  </a:moveTo>
                  <a:lnTo>
                    <a:pt x="p0x341" y="p0y341"/>
                  </a:lnTo>
                  <a:lnTo>
                    <a:pt x="p0x342" y="p0y342"/>
                  </a:lnTo>
                  <a:lnTo>
                    <a:pt x="p0x343" y="p0y343"/>
                  </a:lnTo>
                  <a:lnTo>
                    <a:pt x="p0x344" y="p0y344"/>
                  </a:lnTo>
                  <a:moveTo>
                    <a:pt x="p0x345" y="p0y345"/>
                  </a:moveTo>
                  <a:lnTo>
                    <a:pt x="p0x346" y="p0y346"/>
                  </a:lnTo>
                  <a:lnTo>
                    <a:pt x="p0x347" y="p0y347"/>
                  </a:lnTo>
                  <a:lnTo>
                    <a:pt x="p0x348" y="p0y348"/>
                  </a:lnTo>
                  <a:lnTo>
                    <a:pt x="p0x349" y="p0y349"/>
                  </a:lnTo>
                  <a:moveTo>
                    <a:pt x="p0x350" y="p0y350"/>
                  </a:moveTo>
                  <a:lnTo>
                    <a:pt x="p0x351" y="p0y351"/>
                  </a:lnTo>
                  <a:lnTo>
                    <a:pt x="p0x352" y="p0y352"/>
                  </a:lnTo>
                  <a:lnTo>
                    <a:pt x="p0x353" y="p0y353"/>
                  </a:lnTo>
                  <a:lnTo>
                    <a:pt x="p0x354" y="p0y354"/>
                  </a:lnTo>
                  <a:moveTo>
                    <a:pt x="p0x355" y="p0y355"/>
                  </a:moveTo>
                  <a:lnTo>
                    <a:pt x="p0x356" y="p0y356"/>
                  </a:lnTo>
                  <a:lnTo>
                    <a:pt x="p0x357" y="p0y357"/>
                  </a:lnTo>
                  <a:lnTo>
                    <a:pt x="p0x358" y="p0y358"/>
                  </a:lnTo>
                  <a:lnTo>
                    <a:pt x="p0x359" y="p0y359"/>
                  </a:lnTo>
                  <a:moveTo>
                    <a:pt x="p0x360" y="p0y360"/>
                  </a:moveTo>
                  <a:lnTo>
                    <a:pt x="p0x361" y="p0y361"/>
                  </a:lnTo>
                  <a:lnTo>
                    <a:pt x="p0x362" y="p0y362"/>
                  </a:lnTo>
                  <a:lnTo>
                    <a:pt x="p0x363" y="p0y363"/>
                  </a:lnTo>
                  <a:lnTo>
                    <a:pt x="p0x364" y="p0y364"/>
                  </a:lnTo>
                  <a:moveTo>
                    <a:pt x="p0x365" y="p0y365"/>
                  </a:moveTo>
                  <a:lnTo>
                    <a:pt x="p0x366" y="p0y366"/>
                  </a:lnTo>
                  <a:lnTo>
                    <a:pt x="p0x367" y="p0y367"/>
                  </a:lnTo>
                  <a:lnTo>
                    <a:pt x="p0x368" y="p0y368"/>
                  </a:lnTo>
                  <a:lnTo>
                    <a:pt x="p0x369" y="p0y369"/>
                  </a:lnTo>
                  <a:moveTo>
                    <a:pt x="p0x370" y="p0y370"/>
                  </a:moveTo>
                  <a:lnTo>
                    <a:pt x="p0x371" y="p0y371"/>
                  </a:lnTo>
                  <a:lnTo>
                    <a:pt x="p0x372" y="p0y372"/>
                  </a:lnTo>
                  <a:lnTo>
                    <a:pt x="p0x373" y="p0y373"/>
                  </a:lnTo>
                  <a:lnTo>
                    <a:pt x="p0x374" y="p0y374"/>
                  </a:lnTo>
                  <a:moveTo>
                    <a:pt x="p0x375" y="p0y375"/>
                  </a:moveTo>
                  <a:lnTo>
                    <a:pt x="p0x376" y="p0y376"/>
                  </a:lnTo>
                  <a:lnTo>
                    <a:pt x="p0x377" y="p0y377"/>
                  </a:lnTo>
                  <a:lnTo>
                    <a:pt x="p0x378" y="p0y378"/>
                  </a:lnTo>
                  <a:lnTo>
                    <a:pt x="p0x379" y="p0y379"/>
                  </a:lnTo>
                  <a:moveTo>
                    <a:pt x="p0x380" y="p0y380"/>
                  </a:moveTo>
                  <a:lnTo>
                    <a:pt x="p0x381" y="p0y381"/>
                  </a:lnTo>
                  <a:lnTo>
                    <a:pt x="p0x382" y="p0y382"/>
                  </a:lnTo>
                  <a:lnTo>
                    <a:pt x="p0x383" y="p0y383"/>
                  </a:lnTo>
                  <a:lnTo>
                    <a:pt x="p0x384" y="p0y384"/>
                  </a:lnTo>
                  <a:moveTo>
                    <a:pt x="p0x385" y="p0y385"/>
                  </a:moveTo>
                  <a:lnTo>
                    <a:pt x="p0x386" y="p0y386"/>
                  </a:lnTo>
                  <a:lnTo>
                    <a:pt x="p0x387" y="p0y387"/>
                  </a:lnTo>
                  <a:lnTo>
                    <a:pt x="p0x388" y="p0y388"/>
                  </a:lnTo>
                  <a:lnTo>
                    <a:pt x="p0x389" y="p0y389"/>
                  </a:lnTo>
                  <a:moveTo>
                    <a:pt x="p0x390" y="p0y390"/>
                  </a:moveTo>
                  <a:lnTo>
                    <a:pt x="p0x391" y="p0y391"/>
                  </a:lnTo>
                  <a:lnTo>
                    <a:pt x="p0x392" y="p0y392"/>
                  </a:lnTo>
                  <a:lnTo>
                    <a:pt x="p0x393" y="p0y393"/>
                  </a:lnTo>
                  <a:lnTo>
                    <a:pt x="p0x394" y="p0y394"/>
                  </a:lnTo>
                  <a:moveTo>
                    <a:pt x="p0x395" y="p0y395"/>
                  </a:moveTo>
                  <a:lnTo>
                    <a:pt x="p0x396" y="p0y396"/>
                  </a:lnTo>
                  <a:lnTo>
                    <a:pt x="p0x397" y="p0y397"/>
                  </a:lnTo>
                  <a:lnTo>
                    <a:pt x="p0x398" y="p0y398"/>
                  </a:lnTo>
                  <a:lnTo>
                    <a:pt x="p0x399" y="p0y399"/>
                  </a:lnTo>
                  <a:moveTo>
                    <a:pt x="p0x400" y="p0y400"/>
                  </a:moveTo>
                  <a:lnTo>
                    <a:pt x="p0x401" y="p0y401"/>
                  </a:lnTo>
                  <a:lnTo>
                    <a:pt x="p0x402" y="p0y402"/>
                  </a:lnTo>
                  <a:lnTo>
                    <a:pt x="p0x403" y="p0y403"/>
                  </a:lnTo>
                  <a:lnTo>
                    <a:pt x="p0x404" y="p0y404"/>
                  </a:lnTo>
                  <a:moveTo>
                    <a:pt x="p0x405" y="p0y405"/>
                  </a:moveTo>
                  <a:lnTo>
                    <a:pt x="p0x406" y="p0y406"/>
                  </a:lnTo>
                  <a:lnTo>
                    <a:pt x="p0x407" y="p0y407"/>
                  </a:lnTo>
                  <a:lnTo>
                    <a:pt x="p0x408" y="p0y408"/>
                  </a:lnTo>
                  <a:lnTo>
                    <a:pt x="p0x409" y="p0y409"/>
                  </a:lnTo>
                  <a:moveTo>
                    <a:pt x="p0x410" y="p0y410"/>
                  </a:moveTo>
                  <a:lnTo>
                    <a:pt x="p0x411" y="p0y411"/>
                  </a:lnTo>
                  <a:lnTo>
                    <a:pt x="p0x412" y="p0y412"/>
                  </a:lnTo>
                  <a:lnTo>
                    <a:pt x="p0x413" y="p0y413"/>
                  </a:lnTo>
                  <a:lnTo>
                    <a:pt x="p0x414" y="p0y414"/>
                  </a:lnTo>
                  <a:moveTo>
                    <a:pt x="p0x415" y="p0y415"/>
                  </a:moveTo>
                  <a:lnTo>
                    <a:pt x="p0x416" y="p0y416"/>
                  </a:lnTo>
                  <a:lnTo>
                    <a:pt x="p0x417" y="p0y417"/>
                  </a:lnTo>
                  <a:lnTo>
                    <a:pt x="p0x418" y="p0y418"/>
                  </a:lnTo>
                  <a:lnTo>
                    <a:pt x="p0x419" y="p0y419"/>
                  </a:lnTo>
                  <a:moveTo>
                    <a:pt x="p0x420" y="p0y420"/>
                  </a:moveTo>
                  <a:lnTo>
                    <a:pt x="p0x421" y="p0y421"/>
                  </a:lnTo>
                  <a:lnTo>
                    <a:pt x="p0x422" y="p0y422"/>
                  </a:lnTo>
                  <a:lnTo>
                    <a:pt x="p0x423" y="p0y423"/>
                  </a:lnTo>
                  <a:lnTo>
                    <a:pt x="p0x424" y="p0y424"/>
                  </a:lnTo>
                  <a:moveTo>
                    <a:pt x="p0x425" y="p0y425"/>
                  </a:moveTo>
                  <a:lnTo>
                    <a:pt x="p0x426" y="p0y426"/>
                  </a:lnTo>
                  <a:lnTo>
                    <a:pt x="p0x427" y="p0y427"/>
                  </a:lnTo>
                  <a:lnTo>
                    <a:pt x="p0x428" y="p0y428"/>
                  </a:lnTo>
                  <a:lnTo>
                    <a:pt x="p0x429" y="p0y429"/>
                  </a:lnTo>
                  <a:moveTo>
                    <a:pt x="p0x430" y="p0y430"/>
                  </a:moveTo>
                  <a:lnTo>
                    <a:pt x="p0x431" y="p0y431"/>
                  </a:lnTo>
                  <a:lnTo>
                    <a:pt x="p0x432" y="p0y432"/>
                  </a:lnTo>
                  <a:lnTo>
                    <a:pt x="p0x433" y="p0y433"/>
                  </a:lnTo>
                  <a:lnTo>
                    <a:pt x="p0x434" y="p0y434"/>
                  </a:lnTo>
                  <a:moveTo>
                    <a:pt x="p0x435" y="p0y435"/>
                  </a:moveTo>
                  <a:lnTo>
                    <a:pt x="p0x436" y="p0y436"/>
                  </a:lnTo>
                  <a:lnTo>
                    <a:pt x="p0x437" y="p0y437"/>
                  </a:lnTo>
                  <a:lnTo>
                    <a:pt x="p0x438" y="p0y438"/>
                  </a:lnTo>
                  <a:lnTo>
                    <a:pt x="p0x439" y="p0y439"/>
                  </a:lnTo>
                  <a:moveTo>
                    <a:pt x="p0x440" y="p0y440"/>
                  </a:moveTo>
                  <a:lnTo>
                    <a:pt x="p0x441" y="p0y441"/>
                  </a:lnTo>
                  <a:lnTo>
                    <a:pt x="p0x442" y="p0y442"/>
                  </a:lnTo>
                  <a:lnTo>
                    <a:pt x="p0x443" y="p0y443"/>
                  </a:lnTo>
                  <a:lnTo>
                    <a:pt x="p0x444" y="p0y444"/>
                  </a:lnTo>
                  <a:moveTo>
                    <a:pt x="p0x445" y="p0y445"/>
                  </a:moveTo>
                  <a:lnTo>
                    <a:pt x="p0x446" y="p0y446"/>
                  </a:lnTo>
                  <a:lnTo>
                    <a:pt x="p0x447" y="p0y447"/>
                  </a:lnTo>
                  <a:lnTo>
                    <a:pt x="p0x448" y="p0y448"/>
                  </a:lnTo>
                  <a:lnTo>
                    <a:pt x="p0x449" y="p0y449"/>
                  </a:lnTo>
                  <a:moveTo>
                    <a:pt x="p0x450" y="p0y450"/>
                  </a:moveTo>
                  <a:lnTo>
                    <a:pt x="p0x451" y="p0y451"/>
                  </a:lnTo>
                  <a:lnTo>
                    <a:pt x="p0x452" y="p0y452"/>
                  </a:lnTo>
                  <a:lnTo>
                    <a:pt x="p0x453" y="p0y453"/>
                  </a:lnTo>
                  <a:lnTo>
                    <a:pt x="p0x454" y="p0y454"/>
                  </a:lnTo>
                  <a:moveTo>
                    <a:pt x="p0x455" y="p0y455"/>
                  </a:moveTo>
                  <a:lnTo>
                    <a:pt x="p0x456" y="p0y456"/>
                  </a:lnTo>
                  <a:lnTo>
                    <a:pt x="p0x457" y="p0y457"/>
                  </a:lnTo>
                  <a:lnTo>
                    <a:pt x="p0x458" y="p0y458"/>
                  </a:lnTo>
                  <a:lnTo>
                    <a:pt x="p0x459" y="p0y459"/>
                  </a:lnTo>
                  <a:moveTo>
                    <a:pt x="p0x460" y="p0y460"/>
                  </a:moveTo>
                  <a:lnTo>
                    <a:pt x="p0x461" y="p0y461"/>
                  </a:lnTo>
                  <a:lnTo>
                    <a:pt x="p0x462" y="p0y462"/>
                  </a:lnTo>
                  <a:lnTo>
                    <a:pt x="p0x463" y="p0y463"/>
                  </a:lnTo>
                  <a:lnTo>
                    <a:pt x="p0x464" y="p0y464"/>
                  </a:lnTo>
                  <a:moveTo>
                    <a:pt x="p0x465" y="p0y465"/>
                  </a:moveTo>
                  <a:lnTo>
                    <a:pt x="p0x466" y="p0y466"/>
                  </a:lnTo>
                  <a:lnTo>
                    <a:pt x="p0x467" y="p0y467"/>
                  </a:lnTo>
                  <a:lnTo>
                    <a:pt x="p0x468" y="p0y468"/>
                  </a:lnTo>
                  <a:lnTo>
                    <a:pt x="p0x469" y="p0y469"/>
                  </a:lnTo>
                  <a:moveTo>
                    <a:pt x="p0x470" y="p0y470"/>
                  </a:moveTo>
                  <a:lnTo>
                    <a:pt x="p0x471" y="p0y471"/>
                  </a:lnTo>
                  <a:lnTo>
                    <a:pt x="p0x472" y="p0y472"/>
                  </a:lnTo>
                  <a:lnTo>
                    <a:pt x="p0x473" y="p0y473"/>
                  </a:lnTo>
                  <a:lnTo>
                    <a:pt x="p0x474" y="p0y474"/>
                  </a:lnTo>
                  <a:moveTo>
                    <a:pt x="p0x475" y="p0y475"/>
                  </a:moveTo>
                  <a:lnTo>
                    <a:pt x="p0x476" y="p0y476"/>
                  </a:lnTo>
                  <a:lnTo>
                    <a:pt x="p0x477" y="p0y477"/>
                  </a:lnTo>
                  <a:lnTo>
                    <a:pt x="p0x478" y="p0y478"/>
                  </a:lnTo>
                  <a:lnTo>
                    <a:pt x="p0x479" y="p0y479"/>
                  </a:lnTo>
                  <a:moveTo>
                    <a:pt x="p0x480" y="p0y480"/>
                  </a:moveTo>
                  <a:lnTo>
                    <a:pt x="p0x481" y="p0y481"/>
                  </a:lnTo>
                  <a:lnTo>
                    <a:pt x="p0x482" y="p0y482"/>
                  </a:lnTo>
                  <a:lnTo>
                    <a:pt x="p0x483" y="p0y483"/>
                  </a:lnTo>
                  <a:lnTo>
                    <a:pt x="p0x484" y="p0y484"/>
                  </a:lnTo>
                  <a:moveTo>
                    <a:pt x="p0x485" y="p0y485"/>
                  </a:moveTo>
                  <a:lnTo>
                    <a:pt x="p0x486" y="p0y486"/>
                  </a:lnTo>
                  <a:lnTo>
                    <a:pt x="p0x487" y="p0y487"/>
                  </a:lnTo>
                  <a:lnTo>
                    <a:pt x="p0x488" y="p0y488"/>
                  </a:lnTo>
                  <a:lnTo>
                    <a:pt x="p0x489" y="p0y489"/>
                  </a:lnTo>
                  <a:moveTo>
                    <a:pt x="p0x490" y="p0y490"/>
                  </a:moveTo>
                  <a:lnTo>
                    <a:pt x="p0x491" y="p0y491"/>
                  </a:lnTo>
                  <a:lnTo>
                    <a:pt x="p0x492" y="p0y492"/>
                  </a:lnTo>
                  <a:lnTo>
                    <a:pt x="p0x493" y="p0y493"/>
                  </a:lnTo>
                  <a:lnTo>
                    <a:pt x="p0x494" y="p0y494"/>
                  </a:lnTo>
                  <a:moveTo>
                    <a:pt x="p0x495" y="p0y495"/>
                  </a:moveTo>
                  <a:lnTo>
                    <a:pt x="p0x496" y="p0y496"/>
                  </a:lnTo>
                  <a:lnTo>
                    <a:pt x="p0x497" y="p0y497"/>
                  </a:lnTo>
                  <a:lnTo>
                    <a:pt x="p0x498" y="p0y498"/>
                  </a:lnTo>
                  <a:lnTo>
                    <a:pt x="p0x499" y="p0y499"/>
                  </a:lnTo>
                  <a:moveTo>
                    <a:pt x="p0x500" y="p0y500"/>
                  </a:moveTo>
                  <a:lnTo>
                    <a:pt x="p0x501" y="p0y501"/>
                  </a:lnTo>
                  <a:lnTo>
                    <a:pt x="p0x502" y="p0y502"/>
                  </a:lnTo>
                  <a:lnTo>
                    <a:pt x="p0x503" y="p0y503"/>
                  </a:lnTo>
                  <a:lnTo>
                    <a:pt x="p0x504" y="p0y504"/>
                  </a:lnTo>
                  <a:moveTo>
                    <a:pt x="p0x505" y="p0y505"/>
                  </a:moveTo>
                  <a:lnTo>
                    <a:pt x="p0x506" y="p0y506"/>
                  </a:lnTo>
                  <a:lnTo>
                    <a:pt x="p0x507" y="p0y507"/>
                  </a:lnTo>
                  <a:lnTo>
                    <a:pt x="p0x508" y="p0y508"/>
                  </a:lnTo>
                  <a:lnTo>
                    <a:pt x="p0x509" y="p0y509"/>
                  </a:lnTo>
                  <a:moveTo>
                    <a:pt x="p0x510" y="p0y510"/>
                  </a:moveTo>
                  <a:lnTo>
                    <a:pt x="p0x511" y="p0y511"/>
                  </a:lnTo>
                  <a:lnTo>
                    <a:pt x="p0x512" y="p0y512"/>
                  </a:lnTo>
                  <a:lnTo>
                    <a:pt x="p0x513" y="p0y513"/>
                  </a:lnTo>
                  <a:lnTo>
                    <a:pt x="p0x514" y="p0y514"/>
                  </a:lnTo>
                  <a:moveTo>
                    <a:pt x="p0x515" y="p0y515"/>
                  </a:moveTo>
                  <a:lnTo>
                    <a:pt x="p0x516" y="p0y516"/>
                  </a:lnTo>
                  <a:lnTo>
                    <a:pt x="p0x517" y="p0y517"/>
                  </a:lnTo>
                  <a:lnTo>
                    <a:pt x="p0x518" y="p0y518"/>
                  </a:lnTo>
                  <a:lnTo>
                    <a:pt x="p0x519" y="p0y519"/>
                  </a:lnTo>
                  <a:moveTo>
                    <a:pt x="p0x520" y="p0y520"/>
                  </a:moveTo>
                  <a:lnTo>
                    <a:pt x="p0x521" y="p0y521"/>
                  </a:lnTo>
                  <a:lnTo>
                    <a:pt x="p0x522" y="p0y522"/>
                  </a:lnTo>
                  <a:lnTo>
                    <a:pt x="p0x523" y="p0y523"/>
                  </a:lnTo>
                  <a:lnTo>
                    <a:pt x="p0x524" y="p0y524"/>
                  </a:lnTo>
                  <a:moveTo>
                    <a:pt x="p0x525" y="p0y525"/>
                  </a:moveTo>
                  <a:lnTo>
                    <a:pt x="p0x526" y="p0y526"/>
                  </a:lnTo>
                  <a:lnTo>
                    <a:pt x="p0x527" y="p0y527"/>
                  </a:lnTo>
                  <a:lnTo>
                    <a:pt x="p0x528" y="p0y528"/>
                  </a:lnTo>
                  <a:lnTo>
                    <a:pt x="p0x529" y="p0y529"/>
                  </a:lnTo>
                  <a:moveTo>
                    <a:pt x="p0x530" y="p0y530"/>
                  </a:moveTo>
                  <a:lnTo>
                    <a:pt x="p0x531" y="p0y531"/>
                  </a:lnTo>
                  <a:lnTo>
                    <a:pt x="p0x532" y="p0y532"/>
                  </a:lnTo>
                  <a:lnTo>
                    <a:pt x="p0x533" y="p0y533"/>
                  </a:lnTo>
                  <a:lnTo>
                    <a:pt x="p0x534" y="p0y534"/>
                  </a:lnTo>
                  <a:moveTo>
                    <a:pt x="p0x535" y="p0y535"/>
                  </a:moveTo>
                  <a:lnTo>
                    <a:pt x="p0x536" y="p0y536"/>
                  </a:lnTo>
                  <a:lnTo>
                    <a:pt x="p0x537" y="p0y537"/>
                  </a:lnTo>
                  <a:lnTo>
                    <a:pt x="p0x538" y="p0y538"/>
                  </a:lnTo>
                  <a:lnTo>
                    <a:pt x="p0x539" y="p0y539"/>
                  </a:lnTo>
                  <a:moveTo>
                    <a:pt x="p0x540" y="p0y540"/>
                  </a:moveTo>
                  <a:lnTo>
                    <a:pt x="p0x541" y="p0y541"/>
                  </a:lnTo>
                  <a:lnTo>
                    <a:pt x="p0x542" y="p0y542"/>
                  </a:lnTo>
                  <a:lnTo>
                    <a:pt x="p0x543" y="p0y543"/>
                  </a:lnTo>
                  <a:lnTo>
                    <a:pt x="p0x544" y="p0y544"/>
                  </a:lnTo>
                  <a:moveTo>
                    <a:pt x="p0x545" y="p0y545"/>
                  </a:moveTo>
                  <a:lnTo>
                    <a:pt x="p0x546" y="p0y546"/>
                  </a:lnTo>
                  <a:lnTo>
                    <a:pt x="p0x547" y="p0y547"/>
                  </a:lnTo>
                  <a:lnTo>
                    <a:pt x="p0x548" y="p0y548"/>
                  </a:lnTo>
                  <a:lnTo>
                    <a:pt x="p0x549" y="p0y549"/>
                  </a:lnTo>
                  <a:moveTo>
                    <a:pt x="p0x550" y="p0y550"/>
                  </a:moveTo>
                  <a:lnTo>
                    <a:pt x="p0x551" y="p0y551"/>
                  </a:lnTo>
                  <a:lnTo>
                    <a:pt x="p0x552" y="p0y552"/>
                  </a:lnTo>
                  <a:lnTo>
                    <a:pt x="p0x553" y="p0y553"/>
                  </a:lnTo>
                  <a:lnTo>
                    <a:pt x="p0x554" y="p0y554"/>
                  </a:lnTo>
                  <a:moveTo>
                    <a:pt x="p0x555" y="p0y555"/>
                  </a:moveTo>
                  <a:lnTo>
                    <a:pt x="p0x556" y="p0y556"/>
                  </a:lnTo>
                  <a:lnTo>
                    <a:pt x="p0x557" y="p0y557"/>
                  </a:lnTo>
                  <a:lnTo>
                    <a:pt x="p0x558" y="p0y558"/>
                  </a:lnTo>
                  <a:lnTo>
                    <a:pt x="p0x559" y="p0y559"/>
                  </a:lnTo>
                  <a:moveTo>
                    <a:pt x="p0x560" y="p0y560"/>
                  </a:moveTo>
                  <a:lnTo>
                    <a:pt x="p0x561" y="p0y561"/>
                  </a:lnTo>
                  <a:lnTo>
                    <a:pt x="p0x562" y="p0y562"/>
                  </a:lnTo>
                  <a:lnTo>
                    <a:pt x="p0x563" y="p0y563"/>
                  </a:lnTo>
                  <a:lnTo>
                    <a:pt x="p0x564" y="p0y564"/>
                  </a:lnTo>
                  <a:moveTo>
                    <a:pt x="p0x565" y="p0y565"/>
                  </a:moveTo>
                  <a:lnTo>
                    <a:pt x="p0x566" y="p0y566"/>
                  </a:lnTo>
                  <a:lnTo>
                    <a:pt x="p0x567" y="p0y567"/>
                  </a:lnTo>
                  <a:lnTo>
                    <a:pt x="p0x568" y="p0y568"/>
                  </a:lnTo>
                  <a:lnTo>
                    <a:pt x="p0x569" y="p0y569"/>
                  </a:lnTo>
                  <a:moveTo>
                    <a:pt x="p0x570" y="p0y570"/>
                  </a:moveTo>
                  <a:lnTo>
                    <a:pt x="p0x571" y="p0y571"/>
                  </a:lnTo>
                  <a:lnTo>
                    <a:pt x="p0x572" y="p0y572"/>
                  </a:lnTo>
                  <a:lnTo>
                    <a:pt x="p0x573" y="p0y573"/>
                  </a:lnTo>
                  <a:lnTo>
                    <a:pt x="p0x574" y="p0y574"/>
                  </a:lnTo>
                  <a:moveTo>
                    <a:pt x="p0x575" y="p0y575"/>
                  </a:moveTo>
                  <a:lnTo>
                    <a:pt x="p0x576" y="p0y576"/>
                  </a:lnTo>
                  <a:lnTo>
                    <a:pt x="p0x577" y="p0y577"/>
                  </a:lnTo>
                  <a:lnTo>
                    <a:pt x="p0x578" y="p0y578"/>
                  </a:lnTo>
                  <a:lnTo>
                    <a:pt x="p0x579" y="p0y579"/>
                  </a:lnTo>
                  <a:moveTo>
                    <a:pt x="p0x580" y="p0y580"/>
                  </a:moveTo>
                  <a:lnTo>
                    <a:pt x="p0x581" y="p0y581"/>
                  </a:lnTo>
                  <a:lnTo>
                    <a:pt x="p0x582" y="p0y582"/>
                  </a:lnTo>
                  <a:lnTo>
                    <a:pt x="p0x583" y="p0y583"/>
                  </a:lnTo>
                  <a:lnTo>
                    <a:pt x="p0x584" y="p0y584"/>
                  </a:lnTo>
                  <a:moveTo>
                    <a:pt x="p0x585" y="p0y585"/>
                  </a:moveTo>
                  <a:lnTo>
                    <a:pt x="p0x586" y="p0y586"/>
                  </a:lnTo>
                  <a:lnTo>
                    <a:pt x="p0x587" y="p0y587"/>
                  </a:lnTo>
                  <a:lnTo>
                    <a:pt x="p0x588" y="p0y588"/>
                  </a:lnTo>
                  <a:lnTo>
                    <a:pt x="p0x589" y="p0y589"/>
                  </a:lnTo>
                  <a:moveTo>
                    <a:pt x="p0x590" y="p0y590"/>
                  </a:moveTo>
                  <a:lnTo>
                    <a:pt x="p0x591" y="p0y591"/>
                  </a:lnTo>
                  <a:lnTo>
                    <a:pt x="p0x592" y="p0y592"/>
                  </a:lnTo>
                  <a:lnTo>
                    <a:pt x="p0x593" y="p0y593"/>
                  </a:lnTo>
                  <a:lnTo>
                    <a:pt x="p0x594" y="p0y594"/>
                  </a:lnTo>
                  <a:moveTo>
                    <a:pt x="p0x595" y="p0y595"/>
                  </a:moveTo>
                  <a:lnTo>
                    <a:pt x="p0x596" y="p0y596"/>
                  </a:lnTo>
                  <a:lnTo>
                    <a:pt x="p0x597" y="p0y597"/>
                  </a:lnTo>
                  <a:lnTo>
                    <a:pt x="p0x598" y="p0y598"/>
                  </a:lnTo>
                  <a:lnTo>
                    <a:pt x="p0x599" y="p0y599"/>
                  </a:lnTo>
                  <a:moveTo>
                    <a:pt x="p0x600" y="p0y600"/>
                  </a:moveTo>
                  <a:lnTo>
                    <a:pt x="p0x601" y="p0y601"/>
                  </a:lnTo>
                  <a:lnTo>
                    <a:pt x="p0x602" y="p0y602"/>
                  </a:lnTo>
                  <a:lnTo>
                    <a:pt x="p0x603" y="p0y603"/>
                  </a:lnTo>
                  <a:lnTo>
                    <a:pt x="p0x604" y="p0y604"/>
                  </a:lnTo>
                  <a:moveTo>
                    <a:pt x="p0x605" y="p0y605"/>
                  </a:moveTo>
                  <a:lnTo>
                    <a:pt x="p0x606" y="p0y606"/>
                  </a:lnTo>
                  <a:lnTo>
                    <a:pt x="p0x607" y="p0y607"/>
                  </a:lnTo>
                  <a:lnTo>
                    <a:pt x="p0x608" y="p0y608"/>
                  </a:lnTo>
                  <a:lnTo>
                    <a:pt x="p0x609" y="p0y609"/>
                  </a:lnTo>
                  <a:moveTo>
                    <a:pt x="p0x610" y="p0y610"/>
                  </a:moveTo>
                  <a:lnTo>
                    <a:pt x="p0x611" y="p0y611"/>
                  </a:lnTo>
                  <a:lnTo>
                    <a:pt x="p0x612" y="p0y612"/>
                  </a:lnTo>
                  <a:lnTo>
                    <a:pt x="p0x613" y="p0y613"/>
                  </a:lnTo>
                  <a:lnTo>
                    <a:pt x="p0x614" y="p0y614"/>
                  </a:lnTo>
                  <a:moveTo>
                    <a:pt x="p0x615" y="p0y615"/>
                  </a:moveTo>
                  <a:lnTo>
                    <a:pt x="p0x616" y="p0y616"/>
                  </a:lnTo>
                  <a:lnTo>
                    <a:pt x="p0x617" y="p0y617"/>
                  </a:lnTo>
                  <a:lnTo>
                    <a:pt x="p0x618" y="p0y618"/>
                  </a:lnTo>
                  <a:lnTo>
                    <a:pt x="p0x619" y="p0y619"/>
                  </a:lnTo>
                  <a:moveTo>
                    <a:pt x="p0x620" y="p0y620"/>
                  </a:moveTo>
                  <a:lnTo>
                    <a:pt x="p0x621" y="p0y621"/>
                  </a:lnTo>
                  <a:lnTo>
                    <a:pt x="p0x622" y="p0y622"/>
                  </a:lnTo>
                  <a:lnTo>
                    <a:pt x="p0x623" y="p0y623"/>
                  </a:lnTo>
                  <a:lnTo>
                    <a:pt x="p0x624" y="p0y624"/>
                  </a:lnTo>
                  <a:moveTo>
                    <a:pt x="p0x625" y="p0y625"/>
                  </a:moveTo>
                  <a:lnTo>
                    <a:pt x="p0x626" y="p0y626"/>
                  </a:lnTo>
                  <a:lnTo>
                    <a:pt x="p0x627" y="p0y627"/>
                  </a:lnTo>
                  <a:lnTo>
                    <a:pt x="p0x628" y="p0y628"/>
                  </a:lnTo>
                  <a:lnTo>
                    <a:pt x="p0x629" y="p0y629"/>
                  </a:lnTo>
                  <a:moveTo>
                    <a:pt x="p0x630" y="p0y630"/>
                  </a:moveTo>
                  <a:lnTo>
                    <a:pt x="p0x631" y="p0y631"/>
                  </a:lnTo>
                  <a:lnTo>
                    <a:pt x="p0x632" y="p0y632"/>
                  </a:lnTo>
                  <a:lnTo>
                    <a:pt x="p0x633" y="p0y633"/>
                  </a:lnTo>
                  <a:lnTo>
                    <a:pt x="p0x634" y="p0y634"/>
                  </a:lnTo>
                  <a:moveTo>
                    <a:pt x="p0x635" y="p0y635"/>
                  </a:moveTo>
                  <a:lnTo>
                    <a:pt x="p0x636" y="p0y636"/>
                  </a:lnTo>
                  <a:lnTo>
                    <a:pt x="p0x637" y="p0y637"/>
                  </a:lnTo>
                  <a:lnTo>
                    <a:pt x="p0x638" y="p0y638"/>
                  </a:lnTo>
                  <a:lnTo>
                    <a:pt x="p0x639" y="p0y639"/>
                  </a:lnTo>
                  <a:moveTo>
                    <a:pt x="p0x640" y="p0y640"/>
                  </a:moveTo>
                  <a:lnTo>
                    <a:pt x="p0x641" y="p0y641"/>
                  </a:lnTo>
                  <a:lnTo>
                    <a:pt x="p0x642" y="p0y642"/>
                  </a:lnTo>
                  <a:lnTo>
                    <a:pt x="p0x643" y="p0y643"/>
                  </a:lnTo>
                  <a:lnTo>
                    <a:pt x="p0x644" y="p0y644"/>
                  </a:lnTo>
                  <a:moveTo>
                    <a:pt x="p0x645" y="p0y645"/>
                  </a:moveTo>
                  <a:lnTo>
                    <a:pt x="p0x646" y="p0y646"/>
                  </a:lnTo>
                  <a:lnTo>
                    <a:pt x="p0x647" y="p0y647"/>
                  </a:lnTo>
                  <a:lnTo>
                    <a:pt x="p0x648" y="p0y648"/>
                  </a:lnTo>
                  <a:lnTo>
                    <a:pt x="p0x649" y="p0y649"/>
                  </a:lnTo>
                  <a:moveTo>
                    <a:pt x="p0x650" y="p0y650"/>
                  </a:moveTo>
                  <a:lnTo>
                    <a:pt x="p0x651" y="p0y651"/>
                  </a:lnTo>
                  <a:lnTo>
                    <a:pt x="p0x652" y="p0y652"/>
                  </a:lnTo>
                  <a:lnTo>
                    <a:pt x="p0x653" y="p0y653"/>
                  </a:lnTo>
                  <a:lnTo>
                    <a:pt x="p0x654" y="p0y654"/>
                  </a:lnTo>
                  <a:moveTo>
                    <a:pt x="p0x655" y="p0y655"/>
                  </a:moveTo>
                  <a:lnTo>
                    <a:pt x="p0x656" y="p0y656"/>
                  </a:lnTo>
                  <a:lnTo>
                    <a:pt x="p0x657" y="p0y657"/>
                  </a:lnTo>
                  <a:lnTo>
                    <a:pt x="p0x658" y="p0y658"/>
                  </a:lnTo>
                  <a:lnTo>
                    <a:pt x="p0x659" y="p0y659"/>
                  </a:lnTo>
                  <a:moveTo>
                    <a:pt x="p0x660" y="p0y660"/>
                  </a:moveTo>
                  <a:lnTo>
                    <a:pt x="p0x661" y="p0y661"/>
                  </a:lnTo>
                  <a:lnTo>
                    <a:pt x="p0x662" y="p0y662"/>
                  </a:lnTo>
                  <a:lnTo>
                    <a:pt x="p0x663" y="p0y663"/>
                  </a:lnTo>
                  <a:lnTo>
                    <a:pt x="p0x664" y="p0y664"/>
                  </a:lnTo>
                  <a:moveTo>
                    <a:pt x="p0x665" y="p0y665"/>
                  </a:moveTo>
                  <a:lnTo>
                    <a:pt x="p0x666" y="p0y666"/>
                  </a:lnTo>
                  <a:lnTo>
                    <a:pt x="p0x667" y="p0y667"/>
                  </a:lnTo>
                  <a:lnTo>
                    <a:pt x="p0x668" y="p0y668"/>
                  </a:lnTo>
                  <a:lnTo>
                    <a:pt x="p0x669" y="p0y669"/>
                  </a:lnTo>
                  <a:moveTo>
                    <a:pt x="p0x670" y="p0y670"/>
                  </a:moveTo>
                  <a:lnTo>
                    <a:pt x="p0x671" y="p0y671"/>
                  </a:lnTo>
                  <a:lnTo>
                    <a:pt x="p0x672" y="p0y672"/>
                  </a:lnTo>
                  <a:lnTo>
                    <a:pt x="p0x673" y="p0y673"/>
                  </a:lnTo>
                  <a:lnTo>
                    <a:pt x="p0x674" y="p0y674"/>
                  </a:lnTo>
                  <a:moveTo>
                    <a:pt x="p0x675" y="p0y675"/>
                  </a:moveTo>
                  <a:lnTo>
                    <a:pt x="p0x676" y="p0y676"/>
                  </a:lnTo>
                  <a:lnTo>
                    <a:pt x="p0x677" y="p0y677"/>
                  </a:lnTo>
                  <a:lnTo>
                    <a:pt x="p0x678" y="p0y678"/>
                  </a:lnTo>
                  <a:lnTo>
                    <a:pt x="p0x679" y="p0y679"/>
                  </a:lnTo>
                  <a:moveTo>
                    <a:pt x="p0x680" y="p0y680"/>
                  </a:moveTo>
                  <a:lnTo>
                    <a:pt x="p0x681" y="p0y681"/>
                  </a:lnTo>
                  <a:lnTo>
                    <a:pt x="p0x682" y="p0y682"/>
                  </a:lnTo>
                  <a:lnTo>
                    <a:pt x="p0x683" y="p0y683"/>
                  </a:lnTo>
                  <a:lnTo>
                    <a:pt x="p0x684" y="p0y684"/>
                  </a:lnTo>
                  <a:moveTo>
                    <a:pt x="p0x685" y="p0y685"/>
                  </a:moveTo>
                  <a:lnTo>
                    <a:pt x="p0x686" y="p0y686"/>
                  </a:lnTo>
                  <a:lnTo>
                    <a:pt x="p0x687" y="p0y687"/>
                  </a:lnTo>
                  <a:lnTo>
                    <a:pt x="p0x688" y="p0y688"/>
                  </a:lnTo>
                  <a:lnTo>
                    <a:pt x="p0x689" y="p0y689"/>
                  </a:lnTo>
                  <a:moveTo>
                    <a:pt x="p0x690" y="p0y690"/>
                  </a:moveTo>
                  <a:lnTo>
                    <a:pt x="p0x691" y="p0y691"/>
                  </a:lnTo>
                  <a:lnTo>
                    <a:pt x="p0x692" y="p0y692"/>
                  </a:lnTo>
                  <a:lnTo>
                    <a:pt x="p0x693" y="p0y693"/>
                  </a:lnTo>
                  <a:lnTo>
                    <a:pt x="p0x694" y="p0y694"/>
                  </a:lnTo>
                  <a:moveTo>
                    <a:pt x="p0x695" y="p0y695"/>
                  </a:moveTo>
                  <a:lnTo>
                    <a:pt x="p0x696" y="p0y696"/>
                  </a:lnTo>
                  <a:lnTo>
                    <a:pt x="p0x697" y="p0y697"/>
                  </a:lnTo>
                  <a:lnTo>
                    <a:pt x="p0x698" y="p0y698"/>
                  </a:lnTo>
                  <a:lnTo>
                    <a:pt x="p0x699" y="p0y699"/>
                  </a:lnTo>
                  <a:moveTo>
                    <a:pt x="p0x700" y="p0y700"/>
                  </a:moveTo>
                  <a:lnTo>
                    <a:pt x="p0x701" y="p0y701"/>
                  </a:lnTo>
                  <a:lnTo>
                    <a:pt x="p0x702" y="p0y702"/>
                  </a:lnTo>
                  <a:lnTo>
                    <a:pt x="p0x703" y="p0y703"/>
                  </a:lnTo>
                  <a:lnTo>
                    <a:pt x="p0x704" y="p0y704"/>
                  </a:lnTo>
                  <a:moveTo>
                    <a:pt x="p0x705" y="p0y705"/>
                  </a:moveTo>
                  <a:lnTo>
                    <a:pt x="p0x706" y="p0y706"/>
                  </a:lnTo>
                  <a:lnTo>
                    <a:pt x="p0x707" y="p0y707"/>
                  </a:lnTo>
                  <a:lnTo>
                    <a:pt x="p0x708" y="p0y708"/>
                  </a:lnTo>
                  <a:lnTo>
                    <a:pt x="p0x709" y="p0y709"/>
                  </a:lnTo>
                  <a:moveTo>
                    <a:pt x="p0x710" y="p0y710"/>
                  </a:moveTo>
                  <a:lnTo>
                    <a:pt x="p0x711" y="p0y711"/>
                  </a:lnTo>
                  <a:lnTo>
                    <a:pt x="p0x712" y="p0y712"/>
                  </a:lnTo>
                  <a:lnTo>
                    <a:pt x="p0x713" y="p0y713"/>
                  </a:lnTo>
                  <a:lnTo>
                    <a:pt x="p0x714" y="p0y714"/>
                  </a:lnTo>
                  <a:moveTo>
                    <a:pt x="p0x715" y="p0y715"/>
                  </a:moveTo>
                  <a:lnTo>
                    <a:pt x="p0x716" y="p0y716"/>
                  </a:lnTo>
                  <a:lnTo>
                    <a:pt x="p0x717" y="p0y717"/>
                  </a:lnTo>
                  <a:lnTo>
                    <a:pt x="p0x718" y="p0y718"/>
                  </a:lnTo>
                  <a:lnTo>
                    <a:pt x="p0x719" y="p0y719"/>
                  </a:lnTo>
                  <a:moveTo>
                    <a:pt x="p0x720" y="p0y720"/>
                  </a:moveTo>
                  <a:lnTo>
                    <a:pt x="p0x721" y="p0y721"/>
                  </a:lnTo>
                  <a:lnTo>
                    <a:pt x="p0x722" y="p0y722"/>
                  </a:lnTo>
                  <a:lnTo>
                    <a:pt x="p0x723" y="p0y723"/>
                  </a:lnTo>
                  <a:lnTo>
                    <a:pt x="p0x724" y="p0y724"/>
                  </a:lnTo>
                  <a:moveTo>
                    <a:pt x="p0x725" y="p0y725"/>
                  </a:moveTo>
                  <a:lnTo>
                    <a:pt x="p0x726" y="p0y726"/>
                  </a:lnTo>
                  <a:lnTo>
                    <a:pt x="p0x727" y="p0y727"/>
                  </a:lnTo>
                  <a:lnTo>
                    <a:pt x="p0x728" y="p0y728"/>
                  </a:lnTo>
                  <a:lnTo>
                    <a:pt x="p0x729" y="p0y729"/>
                  </a:lnTo>
                  <a:moveTo>
                    <a:pt x="p0x730" y="p0y730"/>
                  </a:moveTo>
                  <a:lnTo>
                    <a:pt x="p0x731" y="p0y731"/>
                  </a:lnTo>
                  <a:lnTo>
                    <a:pt x="p0x732" y="p0y732"/>
                  </a:lnTo>
                  <a:lnTo>
                    <a:pt x="p0x733" y="p0y733"/>
                  </a:lnTo>
                  <a:lnTo>
                    <a:pt x="p0x734" y="p0y734"/>
                  </a:lnTo>
                  <a:moveTo>
                    <a:pt x="p0x735" y="p0y735"/>
                  </a:moveTo>
                  <a:lnTo>
                    <a:pt x="p0x736" y="p0y736"/>
                  </a:lnTo>
                  <a:lnTo>
                    <a:pt x="p0x737" y="p0y737"/>
                  </a:lnTo>
                  <a:lnTo>
                    <a:pt x="p0x738" y="p0y738"/>
                  </a:lnTo>
                  <a:lnTo>
                    <a:pt x="p0x739" y="p0y739"/>
                  </a:lnTo>
                  <a:moveTo>
                    <a:pt x="p0x740" y="p0y740"/>
                  </a:moveTo>
                  <a:lnTo>
                    <a:pt x="p0x741" y="p0y741"/>
                  </a:lnTo>
                  <a:lnTo>
                    <a:pt x="p0x742" y="p0y742"/>
                  </a:lnTo>
                  <a:lnTo>
                    <a:pt x="p0x743" y="p0y743"/>
                  </a:lnTo>
                  <a:lnTo>
                    <a:pt x="p0x744" y="p0y744"/>
                  </a:lnTo>
                  <a:moveTo>
                    <a:pt x="p0x745" y="p0y745"/>
                  </a:moveTo>
                  <a:lnTo>
                    <a:pt x="p0x746" y="p0y746"/>
                  </a:lnTo>
                  <a:lnTo>
                    <a:pt x="p0x747" y="p0y747"/>
                  </a:lnTo>
                  <a:lnTo>
                    <a:pt x="p0x748" y="p0y748"/>
                  </a:lnTo>
                  <a:lnTo>
                    <a:pt x="p0x749" y="p0y749"/>
                  </a:lnTo>
                  <a:moveTo>
                    <a:pt x="p0x750" y="p0y750"/>
                  </a:moveTo>
                  <a:lnTo>
                    <a:pt x="p0x751" y="p0y751"/>
                  </a:lnTo>
                  <a:lnTo>
                    <a:pt x="p0x752" y="p0y752"/>
                  </a:lnTo>
                  <a:lnTo>
                    <a:pt x="p0x753" y="p0y753"/>
                  </a:lnTo>
                  <a:lnTo>
                    <a:pt x="p0x754" y="p0y754"/>
                  </a:lnTo>
                  <a:moveTo>
                    <a:pt x="p0x755" y="p0y755"/>
                  </a:moveTo>
                  <a:lnTo>
                    <a:pt x="p0x756" y="p0y756"/>
                  </a:lnTo>
                  <a:lnTo>
                    <a:pt x="p0x757" y="p0y757"/>
                  </a:lnTo>
                  <a:lnTo>
                    <a:pt x="p0x758" y="p0y758"/>
                  </a:lnTo>
                  <a:lnTo>
                    <a:pt x="p0x759" y="p0y759"/>
                  </a:lnTo>
                  <a:moveTo>
                    <a:pt x="p0x760" y="p0y760"/>
                  </a:moveTo>
                  <a:lnTo>
                    <a:pt x="p0x761" y="p0y761"/>
                  </a:lnTo>
                  <a:lnTo>
                    <a:pt x="p0x762" y="p0y762"/>
                  </a:lnTo>
                  <a:lnTo>
                    <a:pt x="p0x763" y="p0y763"/>
                  </a:lnTo>
                  <a:lnTo>
                    <a:pt x="p0x764" y="p0y764"/>
                  </a:lnTo>
                  <a:moveTo>
                    <a:pt x="p0x765" y="p0y765"/>
                  </a:moveTo>
                  <a:lnTo>
                    <a:pt x="p0x766" y="p0y766"/>
                  </a:lnTo>
                  <a:lnTo>
                    <a:pt x="p0x767" y="p0y767"/>
                  </a:lnTo>
                  <a:lnTo>
                    <a:pt x="p0x768" y="p0y768"/>
                  </a:lnTo>
                  <a:lnTo>
                    <a:pt x="p0x769" y="p0y769"/>
                  </a:lnTo>
                  <a:moveTo>
                    <a:pt x="p0x770" y="p0y770"/>
                  </a:moveTo>
                  <a:lnTo>
                    <a:pt x="p0x771" y="p0y771"/>
                  </a:lnTo>
                  <a:lnTo>
                    <a:pt x="p0x772" y="p0y772"/>
                  </a:lnTo>
                  <a:lnTo>
                    <a:pt x="p0x773" y="p0y773"/>
                  </a:lnTo>
                  <a:lnTo>
                    <a:pt x="p0x774" y="p0y774"/>
                  </a:lnTo>
                  <a:moveTo>
                    <a:pt x="p0x775" y="p0y775"/>
                  </a:moveTo>
                  <a:lnTo>
                    <a:pt x="p0x776" y="p0y776"/>
                  </a:lnTo>
                  <a:lnTo>
                    <a:pt x="p0x777" y="p0y777"/>
                  </a:lnTo>
                  <a:lnTo>
                    <a:pt x="p0x778" y="p0y778"/>
                  </a:lnTo>
                  <a:lnTo>
                    <a:pt x="p0x779" y="p0y779"/>
                  </a:lnTo>
                  <a:moveTo>
                    <a:pt x="p0x780" y="p0y780"/>
                  </a:moveTo>
                  <a:lnTo>
                    <a:pt x="p0x781" y="p0y781"/>
                  </a:lnTo>
                  <a:lnTo>
                    <a:pt x="p0x782" y="p0y782"/>
                  </a:lnTo>
                  <a:lnTo>
                    <a:pt x="p0x783" y="p0y783"/>
                  </a:lnTo>
                  <a:lnTo>
                    <a:pt x="p0x784" y="p0y784"/>
                  </a:lnTo>
                  <a:moveTo>
                    <a:pt x="p0x785" y="p0y785"/>
                  </a:moveTo>
                  <a:lnTo>
                    <a:pt x="p0x786" y="p0y786"/>
                  </a:lnTo>
                  <a:lnTo>
                    <a:pt x="p0x787" y="p0y787"/>
                  </a:lnTo>
                  <a:lnTo>
                    <a:pt x="p0x788" y="p0y788"/>
                  </a:lnTo>
                  <a:lnTo>
                    <a:pt x="p0x789" y="p0y789"/>
                  </a:lnTo>
                  <a:moveTo>
                    <a:pt x="p0x790" y="p0y790"/>
                  </a:moveTo>
                  <a:lnTo>
                    <a:pt x="p0x791" y="p0y791"/>
                  </a:lnTo>
                  <a:lnTo>
                    <a:pt x="p0x792" y="p0y792"/>
                  </a:lnTo>
                  <a:lnTo>
                    <a:pt x="p0x793" y="p0y793"/>
                  </a:lnTo>
                  <a:lnTo>
                    <a:pt x="p0x794" y="p0y794"/>
                  </a:lnTo>
                  <a:moveTo>
                    <a:pt x="p0x795" y="p0y795"/>
                  </a:moveTo>
                  <a:lnTo>
                    <a:pt x="p0x796" y="p0y796"/>
                  </a:lnTo>
                  <a:lnTo>
                    <a:pt x="p0x797" y="p0y797"/>
                  </a:lnTo>
                  <a:lnTo>
                    <a:pt x="p0x798" y="p0y798"/>
                  </a:lnTo>
                  <a:lnTo>
                    <a:pt x="p0x799" y="p0y799"/>
                  </a:lnTo>
                  <a:moveTo>
                    <a:pt x="p0x800" y="p0y800"/>
                  </a:moveTo>
                  <a:lnTo>
                    <a:pt x="p0x801" y="p0y801"/>
                  </a:lnTo>
                  <a:lnTo>
                    <a:pt x="p0x802" y="p0y802"/>
                  </a:lnTo>
                  <a:lnTo>
                    <a:pt x="p0x803" y="p0y803"/>
                  </a:lnTo>
                  <a:lnTo>
                    <a:pt x="p0x804" y="p0y804"/>
                  </a:lnTo>
                  <a:moveTo>
                    <a:pt x="p0x805" y="p0y805"/>
                  </a:moveTo>
                  <a:lnTo>
                    <a:pt x="p0x806" y="p0y806"/>
                  </a:lnTo>
                  <a:lnTo>
                    <a:pt x="p0x807" y="p0y807"/>
                  </a:lnTo>
                  <a:lnTo>
                    <a:pt x="p0x808" y="p0y808"/>
                  </a:lnTo>
                  <a:lnTo>
                    <a:pt x="p0x809" y="p0y809"/>
                  </a:lnTo>
                  <a:moveTo>
                    <a:pt x="p0x810" y="p0y810"/>
                  </a:moveTo>
                  <a:lnTo>
                    <a:pt x="p0x811" y="p0y811"/>
                  </a:lnTo>
                  <a:lnTo>
                    <a:pt x="p0x812" y="p0y812"/>
                  </a:lnTo>
                  <a:lnTo>
                    <a:pt x="p0x813" y="p0y813"/>
                  </a:lnTo>
                  <a:lnTo>
                    <a:pt x="p0x814" y="p0y814"/>
                  </a:lnTo>
                  <a:moveTo>
                    <a:pt x="p0x815" y="p0y815"/>
                  </a:moveTo>
                  <a:lnTo>
                    <a:pt x="p0x816" y="p0y816"/>
                  </a:lnTo>
                  <a:lnTo>
                    <a:pt x="p0x817" y="p0y817"/>
                  </a:lnTo>
                  <a:lnTo>
                    <a:pt x="p0x818" y="p0y818"/>
                  </a:lnTo>
                  <a:lnTo>
                    <a:pt x="p0x819" y="p0y819"/>
                  </a:lnTo>
                  <a:moveTo>
                    <a:pt x="p0x820" y="p0y820"/>
                  </a:moveTo>
                  <a:lnTo>
                    <a:pt x="p0x821" y="p0y821"/>
                  </a:lnTo>
                  <a:lnTo>
                    <a:pt x="p0x822" y="p0y822"/>
                  </a:lnTo>
                  <a:lnTo>
                    <a:pt x="p0x823" y="p0y823"/>
                  </a:lnTo>
                  <a:lnTo>
                    <a:pt x="p0x824" y="p0y824"/>
                  </a:lnTo>
                  <a:moveTo>
                    <a:pt x="p0x825" y="p0y825"/>
                  </a:moveTo>
                  <a:lnTo>
                    <a:pt x="p0x826" y="p0y826"/>
                  </a:lnTo>
                  <a:lnTo>
                    <a:pt x="p0x827" y="p0y827"/>
                  </a:lnTo>
                  <a:lnTo>
                    <a:pt x="p0x828" y="p0y828"/>
                  </a:lnTo>
                  <a:lnTo>
                    <a:pt x="p0x829" y="p0y829"/>
                  </a:lnTo>
                  <a:moveTo>
                    <a:pt x="p0x830" y="p0y830"/>
                  </a:moveTo>
                  <a:lnTo>
                    <a:pt x="p0x831" y="p0y831"/>
                  </a:lnTo>
                  <a:lnTo>
                    <a:pt x="p0x832" y="p0y832"/>
                  </a:lnTo>
                  <a:lnTo>
                    <a:pt x="p0x833" y="p0y833"/>
                  </a:lnTo>
                  <a:lnTo>
                    <a:pt x="p0x834" y="p0y834"/>
                  </a:lnTo>
                  <a:moveTo>
                    <a:pt x="p0x835" y="p0y835"/>
                  </a:moveTo>
                  <a:lnTo>
                    <a:pt x="p0x836" y="p0y836"/>
                  </a:lnTo>
                  <a:lnTo>
                    <a:pt x="p0x837" y="p0y837"/>
                  </a:lnTo>
                  <a:lnTo>
                    <a:pt x="p0x838" y="p0y838"/>
                  </a:lnTo>
                  <a:lnTo>
                    <a:pt x="p0x839" y="p0y839"/>
                  </a:lnTo>
                  <a:moveTo>
                    <a:pt x="p0x840" y="p0y840"/>
                  </a:moveTo>
                  <a:lnTo>
                    <a:pt x="p0x841" y="p0y841"/>
                  </a:lnTo>
                  <a:lnTo>
                    <a:pt x="p0x842" y="p0y842"/>
                  </a:lnTo>
                  <a:lnTo>
                    <a:pt x="p0x843" y="p0y843"/>
                  </a:lnTo>
                  <a:lnTo>
                    <a:pt x="p0x844" y="p0y844"/>
                  </a:lnTo>
                  <a:moveTo>
                    <a:pt x="p0x845" y="p0y845"/>
                  </a:moveTo>
                  <a:lnTo>
                    <a:pt x="p0x846" y="p0y846"/>
                  </a:lnTo>
                  <a:lnTo>
                    <a:pt x="p0x847" y="p0y847"/>
                  </a:lnTo>
                  <a:lnTo>
                    <a:pt x="p0x848" y="p0y848"/>
                  </a:lnTo>
                  <a:lnTo>
                    <a:pt x="p0x849" y="p0y849"/>
                  </a:lnTo>
                  <a:moveTo>
                    <a:pt x="p0x850" y="p0y850"/>
                  </a:moveTo>
                  <a:lnTo>
                    <a:pt x="p0x851" y="p0y851"/>
                  </a:lnTo>
                  <a:lnTo>
                    <a:pt x="p0x852" y="p0y852"/>
                  </a:lnTo>
                  <a:lnTo>
                    <a:pt x="p0x853" y="p0y853"/>
                  </a:lnTo>
                  <a:lnTo>
                    <a:pt x="p0x854" y="p0y854"/>
                  </a:lnTo>
                  <a:moveTo>
                    <a:pt x="p0x855" y="p0y855"/>
                  </a:moveTo>
                  <a:lnTo>
                    <a:pt x="p0x856" y="p0y856"/>
                  </a:lnTo>
                  <a:lnTo>
                    <a:pt x="p0x857" y="p0y857"/>
                  </a:lnTo>
                  <a:lnTo>
                    <a:pt x="p0x858" y="p0y858"/>
                  </a:lnTo>
                  <a:lnTo>
                    <a:pt x="p0x859" y="p0y859"/>
                  </a:lnTo>
                  <a:moveTo>
                    <a:pt x="p0x860" y="p0y860"/>
                  </a:moveTo>
                  <a:lnTo>
                    <a:pt x="p0x861" y="p0y861"/>
                  </a:lnTo>
                  <a:lnTo>
                    <a:pt x="p0x862" y="p0y862"/>
                  </a:lnTo>
                  <a:lnTo>
                    <a:pt x="p0x863" y="p0y863"/>
                  </a:lnTo>
                  <a:lnTo>
                    <a:pt x="p0x864" y="p0y864"/>
                  </a:lnTo>
                  <a:moveTo>
                    <a:pt x="p0x865" y="p0y865"/>
                  </a:moveTo>
                  <a:lnTo>
                    <a:pt x="p0x866" y="p0y866"/>
                  </a:lnTo>
                  <a:lnTo>
                    <a:pt x="p0x867" y="p0y867"/>
                  </a:lnTo>
                  <a:lnTo>
                    <a:pt x="p0x868" y="p0y868"/>
                  </a:lnTo>
                  <a:lnTo>
                    <a:pt x="p0x869" y="p0y869"/>
                  </a:lnTo>
                  <a:moveTo>
                    <a:pt x="p0x870" y="p0y870"/>
                  </a:moveTo>
                  <a:lnTo>
                    <a:pt x="p0x871" y="p0y871"/>
                  </a:lnTo>
                  <a:lnTo>
                    <a:pt x="p0x872" y="p0y872"/>
                  </a:lnTo>
                  <a:lnTo>
                    <a:pt x="p0x873" y="p0y873"/>
                  </a:lnTo>
                  <a:lnTo>
                    <a:pt x="p0x874" y="p0y874"/>
                  </a:lnTo>
                  <a:moveTo>
                    <a:pt x="p0x875" y="p0y875"/>
                  </a:moveTo>
                  <a:lnTo>
                    <a:pt x="p0x876" y="p0y876"/>
                  </a:lnTo>
                  <a:lnTo>
                    <a:pt x="p0x877" y="p0y877"/>
                  </a:lnTo>
                  <a:lnTo>
                    <a:pt x="p0x878" y="p0y878"/>
                  </a:lnTo>
                  <a:lnTo>
                    <a:pt x="p0x879" y="p0y879"/>
                  </a:lnTo>
                  <a:moveTo>
                    <a:pt x="p0x880" y="p0y880"/>
                  </a:moveTo>
                  <a:lnTo>
                    <a:pt x="p0x881" y="p0y881"/>
                  </a:lnTo>
                  <a:lnTo>
                    <a:pt x="p0x882" y="p0y882"/>
                  </a:lnTo>
                  <a:lnTo>
                    <a:pt x="p0x883" y="p0y883"/>
                  </a:lnTo>
                  <a:lnTo>
                    <a:pt x="p0x884" y="p0y884"/>
                  </a:lnTo>
                  <a:moveTo>
                    <a:pt x="p0x885" y="p0y885"/>
                  </a:moveTo>
                  <a:lnTo>
                    <a:pt x="p0x886" y="p0y886"/>
                  </a:lnTo>
                  <a:lnTo>
                    <a:pt x="p0x887" y="p0y887"/>
                  </a:lnTo>
                  <a:lnTo>
                    <a:pt x="p0x888" y="p0y888"/>
                  </a:lnTo>
                  <a:lnTo>
                    <a:pt x="p0x889" y="p0y889"/>
                  </a:lnTo>
                  <a:moveTo>
                    <a:pt x="p0x890" y="p0y890"/>
                  </a:moveTo>
                  <a:lnTo>
                    <a:pt x="p0x891" y="p0y891"/>
                  </a:lnTo>
                  <a:lnTo>
                    <a:pt x="p0x892" y="p0y892"/>
                  </a:lnTo>
                  <a:lnTo>
                    <a:pt x="p0x893" y="p0y893"/>
                  </a:lnTo>
                  <a:lnTo>
                    <a:pt x="p0x894" y="p0y894"/>
                  </a:lnTo>
                  <a:moveTo>
                    <a:pt x="p0x895" y="p0y895"/>
                  </a:moveTo>
                  <a:lnTo>
                    <a:pt x="p0x896" y="p0y896"/>
                  </a:lnTo>
                  <a:lnTo>
                    <a:pt x="p0x897" y="p0y897"/>
                  </a:lnTo>
                  <a:lnTo>
                    <a:pt x="p0x898" y="p0y898"/>
                  </a:lnTo>
                  <a:lnTo>
                    <a:pt x="p0x899" y="p0y899"/>
                  </a:lnTo>
                  <a:moveTo>
                    <a:pt x="p0x900" y="p0y900"/>
                  </a:moveTo>
                  <a:lnTo>
                    <a:pt x="p0x901" y="p0y901"/>
                  </a:lnTo>
                  <a:lnTo>
                    <a:pt x="p0x902" y="p0y902"/>
                  </a:lnTo>
                  <a:lnTo>
                    <a:pt x="p0x903" y="p0y903"/>
                  </a:lnTo>
                  <a:lnTo>
                    <a:pt x="p0x904" y="p0y904"/>
                  </a:lnTo>
                  <a:moveTo>
                    <a:pt x="p0x905" y="p0y905"/>
                  </a:moveTo>
                  <a:lnTo>
                    <a:pt x="p0x906" y="p0y906"/>
                  </a:lnTo>
                  <a:lnTo>
                    <a:pt x="p0x907" y="p0y907"/>
                  </a:lnTo>
                  <a:lnTo>
                    <a:pt x="p0x908" y="p0y908"/>
                  </a:lnTo>
                  <a:lnTo>
                    <a:pt x="p0x909" y="p0y909"/>
                  </a:lnTo>
                  <a:moveTo>
                    <a:pt x="p0x910" y="p0y910"/>
                  </a:moveTo>
                  <a:lnTo>
                    <a:pt x="p0x911" y="p0y911"/>
                  </a:lnTo>
                  <a:lnTo>
                    <a:pt x="p0x912" y="p0y912"/>
                  </a:lnTo>
                  <a:lnTo>
                    <a:pt x="p0x913" y="p0y913"/>
                  </a:lnTo>
                  <a:lnTo>
                    <a:pt x="p0x914" y="p0y914"/>
                  </a:lnTo>
                  <a:moveTo>
                    <a:pt x="p0x915" y="p0y915"/>
                  </a:moveTo>
                  <a:lnTo>
                    <a:pt x="p0x916" y="p0y916"/>
                  </a:lnTo>
                  <a:lnTo>
                    <a:pt x="p0x917" y="p0y917"/>
                  </a:lnTo>
                  <a:lnTo>
                    <a:pt x="p0x918" y="p0y918"/>
                  </a:lnTo>
                  <a:lnTo>
                    <a:pt x="p0x919" y="p0y919"/>
                  </a:lnTo>
                  <a:moveTo>
                    <a:pt x="p0x920" y="p0y920"/>
                  </a:moveTo>
                  <a:lnTo>
                    <a:pt x="p0x921" y="p0y921"/>
                  </a:lnTo>
                  <a:lnTo>
                    <a:pt x="p0x922" y="p0y922"/>
                  </a:lnTo>
                  <a:lnTo>
                    <a:pt x="p0x923" y="p0y923"/>
                  </a:lnTo>
                  <a:lnTo>
                    <a:pt x="p0x924" y="p0y924"/>
                  </a:lnTo>
                  <a:moveTo>
                    <a:pt x="p0x925" y="p0y925"/>
                  </a:moveTo>
                  <a:lnTo>
                    <a:pt x="p0x926" y="p0y926"/>
                  </a:lnTo>
                  <a:lnTo>
                    <a:pt x="p0x927" y="p0y927"/>
                  </a:lnTo>
                  <a:lnTo>
                    <a:pt x="p0x928" y="p0y928"/>
                  </a:lnTo>
                  <a:lnTo>
                    <a:pt x="p0x929" y="p0y929"/>
                  </a:lnTo>
                  <a:moveTo>
                    <a:pt x="p0x930" y="p0y930"/>
                  </a:moveTo>
                  <a:lnTo>
                    <a:pt x="p0x931" y="p0y931"/>
                  </a:lnTo>
                  <a:lnTo>
                    <a:pt x="p0x932" y="p0y932"/>
                  </a:lnTo>
                  <a:lnTo>
                    <a:pt x="p0x933" y="p0y933"/>
                  </a:lnTo>
                  <a:lnTo>
                    <a:pt x="p0x934" y="p0y934"/>
                  </a:lnTo>
                  <a:moveTo>
                    <a:pt x="p0x935" y="p0y935"/>
                  </a:moveTo>
                  <a:lnTo>
                    <a:pt x="p0x936" y="p0y936"/>
                  </a:lnTo>
                  <a:lnTo>
                    <a:pt x="p0x937" y="p0y937"/>
                  </a:lnTo>
                  <a:lnTo>
                    <a:pt x="p0x938" y="p0y938"/>
                  </a:lnTo>
                  <a:lnTo>
                    <a:pt x="p0x939" y="p0y939"/>
                  </a:lnTo>
                  <a:moveTo>
                    <a:pt x="p0x940" y="p0y940"/>
                  </a:moveTo>
                  <a:lnTo>
                    <a:pt x="p0x941" y="p0y941"/>
                  </a:lnTo>
                  <a:lnTo>
                    <a:pt x="p0x942" y="p0y942"/>
                  </a:lnTo>
                  <a:lnTo>
                    <a:pt x="p0x943" y="p0y943"/>
                  </a:lnTo>
                  <a:lnTo>
                    <a:pt x="p0x944" y="p0y944"/>
                  </a:lnTo>
                  <a:moveTo>
                    <a:pt x="p0x945" y="p0y945"/>
                  </a:moveTo>
                  <a:lnTo>
                    <a:pt x="p0x946" y="p0y946"/>
                  </a:lnTo>
                  <a:lnTo>
                    <a:pt x="p0x947" y="p0y947"/>
                  </a:lnTo>
                  <a:lnTo>
                    <a:pt x="p0x948" y="p0y948"/>
                  </a:lnTo>
                  <a:lnTo>
                    <a:pt x="p0x949" y="p0y949"/>
                  </a:lnTo>
                  <a:moveTo>
                    <a:pt x="p0x950" y="p0y950"/>
                  </a:moveTo>
                  <a:lnTo>
                    <a:pt x="p0x951" y="p0y951"/>
                  </a:lnTo>
                  <a:lnTo>
                    <a:pt x="p0x952" y="p0y952"/>
                  </a:lnTo>
                  <a:lnTo>
                    <a:pt x="p0x953" y="p0y953"/>
                  </a:lnTo>
                  <a:lnTo>
                    <a:pt x="p0x954" y="p0y954"/>
                  </a:lnTo>
                  <a:moveTo>
                    <a:pt x="p0x955" y="p0y955"/>
                  </a:moveTo>
                  <a:lnTo>
                    <a:pt x="p0x956" y="p0y956"/>
                  </a:lnTo>
                  <a:lnTo>
                    <a:pt x="p0x957" y="p0y957"/>
                  </a:lnTo>
                  <a:lnTo>
                    <a:pt x="p0x958" y="p0y958"/>
                  </a:lnTo>
                  <a:lnTo>
                    <a:pt x="p0x959" y="p0y959"/>
                  </a:lnTo>
                  <a:moveTo>
                    <a:pt x="p0x960" y="p0y960"/>
                  </a:moveTo>
                  <a:lnTo>
                    <a:pt x="p0x961" y="p0y961"/>
                  </a:lnTo>
                  <a:lnTo>
                    <a:pt x="p0x962" y="p0y962"/>
                  </a:lnTo>
                  <a:lnTo>
                    <a:pt x="p0x963" y="p0y963"/>
                  </a:lnTo>
                  <a:lnTo>
                    <a:pt x="p0x964" y="p0y964"/>
                  </a:lnTo>
                  <a:moveTo>
                    <a:pt x="p0x965" y="p0y965"/>
                  </a:moveTo>
                  <a:lnTo>
                    <a:pt x="p0x966" y="p0y966"/>
                  </a:lnTo>
                  <a:lnTo>
                    <a:pt x="p0x967" y="p0y967"/>
                  </a:lnTo>
                  <a:lnTo>
                    <a:pt x="p0x968" y="p0y968"/>
                  </a:lnTo>
                  <a:lnTo>
                    <a:pt x="p0x969" y="p0y969"/>
                  </a:lnTo>
                  <a:moveTo>
                    <a:pt x="p0x970" y="p0y970"/>
                  </a:moveTo>
                  <a:lnTo>
                    <a:pt x="p0x971" y="p0y971"/>
                  </a:lnTo>
                  <a:lnTo>
                    <a:pt x="p0x972" y="p0y972"/>
                  </a:lnTo>
                  <a:lnTo>
                    <a:pt x="p0x973" y="p0y973"/>
                  </a:lnTo>
                  <a:lnTo>
                    <a:pt x="p0x974" y="p0y974"/>
                  </a:lnTo>
                  <a:moveTo>
                    <a:pt x="p0x975" y="p0y975"/>
                  </a:moveTo>
                  <a:lnTo>
                    <a:pt x="p0x976" y="p0y976"/>
                  </a:lnTo>
                  <a:lnTo>
                    <a:pt x="p0x977" y="p0y977"/>
                  </a:lnTo>
                  <a:lnTo>
                    <a:pt x="p0x978" y="p0y978"/>
                  </a:lnTo>
                  <a:lnTo>
                    <a:pt x="p0x979" y="p0y979"/>
                  </a:lnTo>
                  <a:moveTo>
                    <a:pt x="p0x980" y="p0y980"/>
                  </a:moveTo>
                  <a:lnTo>
                    <a:pt x="p0x981" y="p0y981"/>
                  </a:lnTo>
                  <a:lnTo>
                    <a:pt x="p0x982" y="p0y982"/>
                  </a:lnTo>
                  <a:lnTo>
                    <a:pt x="p0x983" y="p0y983"/>
                  </a:lnTo>
                  <a:lnTo>
                    <a:pt x="p0x984" y="p0y984"/>
                  </a:lnTo>
                  <a:moveTo>
                    <a:pt x="p0x985" y="p0y985"/>
                  </a:moveTo>
                  <a:lnTo>
                    <a:pt x="p0x986" y="p0y986"/>
                  </a:lnTo>
                  <a:lnTo>
                    <a:pt x="p0x987" y="p0y987"/>
                  </a:lnTo>
                  <a:lnTo>
                    <a:pt x="p0x988" y="p0y988"/>
                  </a:lnTo>
                  <a:lnTo>
                    <a:pt x="p0x989" y="p0y989"/>
                  </a:lnTo>
                  <a:moveTo>
                    <a:pt x="p0x990" y="p0y990"/>
                  </a:moveTo>
                  <a:lnTo>
                    <a:pt x="p0x991" y="p0y991"/>
                  </a:lnTo>
                  <a:lnTo>
                    <a:pt x="p0x992" y="p0y992"/>
                  </a:lnTo>
                  <a:lnTo>
                    <a:pt x="p0x993" y="p0y993"/>
                  </a:lnTo>
                  <a:lnTo>
                    <a:pt x="p0x994" y="p0y994"/>
                  </a:lnTo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4" name="矩形 13"/>
          <p:cNvSpPr/>
          <p:nvPr>
            <p:custDataLst>
              <p:tags r:id="rId12"/>
            </p:custDataLst>
          </p:nvPr>
        </p:nvSpPr>
        <p:spPr>
          <a:xfrm>
            <a:off x="6986270" y="2080895"/>
            <a:ext cx="3543300" cy="16764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9FB"/>
              </a:gs>
            </a:gsLst>
            <a:lin ang="2700000"/>
          </a:gradFill>
          <a:ln w="9525" cmpd="sng">
            <a:solidFill>
              <a:srgbClr val="D4EB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8048625" y="2402205"/>
            <a:ext cx="1419225" cy="10582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sz="42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5%~7%</a:t>
            </a:r>
            <a:endParaRPr sz="42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>
              <a:lnSpc>
                <a:spcPct val="125000"/>
              </a:lnSpc>
            </a:pPr>
            <a:r>
              <a:rPr 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ADHD</a:t>
            </a: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发病率</a:t>
            </a:r>
            <a:endParaRPr lang="zh-CN" altLang="en-US" sz="135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矩形 15"/>
          <p:cNvSpPr/>
          <p:nvPr>
            <p:custDataLst>
              <p:tags r:id="rId14"/>
            </p:custDataLst>
          </p:nvPr>
        </p:nvSpPr>
        <p:spPr>
          <a:xfrm>
            <a:off x="6986270" y="3995420"/>
            <a:ext cx="3543300" cy="1562100"/>
          </a:xfrm>
          <a:prstGeom prst="rect">
            <a:avLst/>
          </a:prstGeom>
          <a:gradFill>
            <a:gsLst>
              <a:gs pos="0">
                <a:srgbClr val="FFFFFF"/>
              </a:gs>
              <a:gs pos="100000">
                <a:srgbClr val="F0F9FB"/>
              </a:gs>
            </a:gsLst>
            <a:lin ang="2700000"/>
          </a:gradFill>
          <a:ln w="9525" cmpd="sng">
            <a:solidFill>
              <a:srgbClr val="D4EBF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7915275" y="4312920"/>
            <a:ext cx="1685925" cy="94773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lang="zh-CN" altLang="en-US" sz="3600" b="1">
                <a:solidFill>
                  <a:srgbClr val="E74C3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不足</a:t>
            </a:r>
            <a:r>
              <a:rPr lang="en-US" altLang="zh-CN" sz="3600" b="1">
                <a:solidFill>
                  <a:srgbClr val="E74C3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30%</a:t>
            </a:r>
            <a:endParaRPr lang="en-US" altLang="zh-CN" sz="3600" b="1">
              <a:solidFill>
                <a:srgbClr val="E74C3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ctr">
              <a:lnSpc>
                <a:spcPct val="125000"/>
              </a:lnSpc>
            </a:pPr>
            <a:r>
              <a:rPr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传统干预依从率</a:t>
            </a:r>
            <a:endParaRPr sz="135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1" name="组合 20"/>
          <p:cNvGrpSpPr/>
          <p:nvPr/>
        </p:nvGrpSpPr>
        <p:grpSpPr>
          <a:xfrm>
            <a:off x="609600" y="1264920"/>
            <a:ext cx="10972800" cy="1143000"/>
            <a:chOff x="960" y="1992"/>
            <a:chExt cx="17280" cy="1800"/>
          </a:xfrm>
        </p:grpSpPr>
        <p:sp>
          <p:nvSpPr>
            <p:cNvPr id="4" name="任意多边形 3"/>
            <p:cNvSpPr/>
            <p:nvPr>
              <p:custDataLst>
                <p:tags r:id="rId1"/>
              </p:custDataLst>
            </p:nvPr>
          </p:nvSpPr>
          <p:spPr>
            <a:xfrm>
              <a:off x="960" y="1992"/>
              <a:ext cx="17280" cy="1800"/>
            </a:xfrm>
            <a:custGeom>
              <a:avLst/>
              <a:gdLst>
                <a:gd name="sw" fmla="*/ 1 w 17280"/>
                <a:gd name="sh" fmla="*/ 1 h 1800"/>
                <a:gd name="mins" fmla="min sw sh"/>
                <a:gd name="dsw" fmla="+- 0 sw mins"/>
                <a:gd name="dsh" fmla="+- 0 sh mins"/>
                <a:gd name="p0x0" fmla="*/ 120 w 17280"/>
                <a:gd name="p0y0" fmla="*/ 0 h 1800"/>
                <a:gd name="p0x1" fmla="*/ 17160 w 17280"/>
                <a:gd name="p0y1" fmla="*/ 0 h 1800"/>
                <a:gd name="p0x2" fmla="*/ 17226 w 17280"/>
                <a:gd name="p0y2" fmla="*/ 0 h 1800"/>
                <a:gd name="p0x3" fmla="*/ 17280 w 17280"/>
                <a:gd name="p0y3" fmla="*/ 53 h 1800"/>
                <a:gd name="p0x4" fmla="*/ 17280 w 17280"/>
                <a:gd name="p0y4" fmla="*/ 120 h 1800"/>
                <a:gd name="p0x5" fmla="*/ 17280 w 17280"/>
                <a:gd name="p0y5" fmla="*/ 1680 h 1800"/>
                <a:gd name="p0x6" fmla="*/ 17280 w 17280"/>
                <a:gd name="p0y6" fmla="*/ 1746 h 1800"/>
                <a:gd name="p0x7" fmla="*/ 17226 w 17280"/>
                <a:gd name="p0y7" fmla="*/ 1800 h 1800"/>
                <a:gd name="p0x8" fmla="*/ 17160 w 17280"/>
                <a:gd name="p0y8" fmla="*/ 1800 h 1800"/>
                <a:gd name="p0x9" fmla="*/ 120 w 17280"/>
                <a:gd name="p0y9" fmla="*/ 1800 h 1800"/>
                <a:gd name="p0x10" fmla="*/ 53 w 17280"/>
                <a:gd name="p0y10" fmla="*/ 1800 h 1800"/>
                <a:gd name="p0x11" fmla="*/ 0 w 17280"/>
                <a:gd name="p0y11" fmla="*/ 1746 h 1800"/>
                <a:gd name="p0x12" fmla="*/ 0 w 17280"/>
                <a:gd name="p0y12" fmla="*/ 1680 h 1800"/>
                <a:gd name="p0x13" fmla="*/ 0 w 17280"/>
                <a:gd name="p0y13" fmla="*/ 120 h 1800"/>
                <a:gd name="p0x14" fmla="*/ 0 w 17280"/>
                <a:gd name="p0y14" fmla="*/ 53 h 1800"/>
                <a:gd name="p0x15" fmla="*/ 53 w 17280"/>
                <a:gd name="p0y15" fmla="*/ 0 h 1800"/>
                <a:gd name="p0x16" fmla="*/ 120 w 17280"/>
                <a:gd name="p0y16" fmla="*/ 0 h 18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8FCF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2"/>
              </p:custDataLst>
            </p:nvPr>
          </p:nvSpPr>
          <p:spPr>
            <a:xfrm>
              <a:off x="960" y="1992"/>
              <a:ext cx="120" cy="1800"/>
            </a:xfrm>
            <a:custGeom>
              <a:avLst/>
              <a:gdLst>
                <a:gd name="sw" fmla="*/ 1 w 120"/>
                <a:gd name="sh" fmla="*/ 1 h 1800"/>
                <a:gd name="mins" fmla="min sw sh"/>
                <a:gd name="dsw" fmla="+- 0 sw mins"/>
                <a:gd name="dsh" fmla="+- 0 sh mins"/>
                <a:gd name="p0x0" fmla="*/ 0 w 120"/>
                <a:gd name="p0y0" fmla="*/ 1680 h 1800"/>
                <a:gd name="p0x1" fmla="*/ 0 w 120"/>
                <a:gd name="p0y1" fmla="*/ 120 h 1800"/>
                <a:gd name="p0x2" fmla="*/ 0 w 120"/>
                <a:gd name="p0y2" fmla="*/ 53 h 1800"/>
                <a:gd name="p0x3" fmla="*/ 53 w 120"/>
                <a:gd name="p0y3" fmla="*/ 0 h 1800"/>
                <a:gd name="p0x4" fmla="*/ 120 w 120"/>
                <a:gd name="p0y4" fmla="*/ 0 h 1800"/>
                <a:gd name="p0x5" fmla="*/ 86 w 120"/>
                <a:gd name="p0y5" fmla="*/ 0 h 1800"/>
                <a:gd name="p0x6" fmla="*/ 60 w 120"/>
                <a:gd name="p0y6" fmla="*/ 53 h 1800"/>
                <a:gd name="p0x7" fmla="*/ 60 w 120"/>
                <a:gd name="p0y7" fmla="*/ 120 h 1800"/>
                <a:gd name="p0x8" fmla="*/ 60 w 120"/>
                <a:gd name="p0y8" fmla="*/ 1680 h 1800"/>
                <a:gd name="p0x9" fmla="*/ 60 w 120"/>
                <a:gd name="p0y9" fmla="*/ 1746 h 1800"/>
                <a:gd name="p0x10" fmla="*/ 86 w 120"/>
                <a:gd name="p0y10" fmla="*/ 1800 h 1800"/>
                <a:gd name="p0x11" fmla="*/ 120 w 120"/>
                <a:gd name="p0y11" fmla="*/ 1800 h 1800"/>
                <a:gd name="p0x12" fmla="*/ 53 w 120"/>
                <a:gd name="p0y12" fmla="*/ 1800 h 1800"/>
                <a:gd name="p0x13" fmla="*/ 0 w 120"/>
                <a:gd name="p0y13" fmla="*/ 1746 h 1800"/>
                <a:gd name="p0x14" fmla="*/ 0 w 120"/>
                <a:gd name="p0y14" fmla="*/ 1680 h 18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609600" y="556260"/>
            <a:ext cx="38100" cy="228600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762000" y="487680"/>
            <a:ext cx="3412331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24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研究目标与核心创新点</a:t>
            </a:r>
            <a:endParaRPr sz="2400" b="1">
              <a:solidFill>
                <a:srgbClr val="3E9CB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952500" y="1510665"/>
            <a:ext cx="103251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研究目标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952500" y="1912620"/>
            <a:ext cx="10325100" cy="236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构建一套面向</a:t>
            </a:r>
            <a:r>
              <a:rPr lang="en-US" altLang="zh-CN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ADHD</a:t>
            </a: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中小学生的三端协同行为习惯辅助系统，通过数字化干预降低认知负担，缓解亲子冲突，实现正向行为激励。</a:t>
            </a:r>
            <a:endParaRPr lang="zh-CN" altLang="en-US" sz="135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7"/>
            </p:custDataLst>
          </p:nvPr>
        </p:nvSpPr>
        <p:spPr>
          <a:xfrm>
            <a:off x="614045" y="2717165"/>
            <a:ext cx="5324475" cy="3648075"/>
          </a:xfrm>
          <a:custGeom>
            <a:avLst/>
            <a:gdLst>
              <a:gd name="sw" fmla="*/ 1 w 8385"/>
              <a:gd name="sh" fmla="*/ 1 h 5745"/>
              <a:gd name="mins" fmla="min sw sh"/>
              <a:gd name="dsw" fmla="+- 0 sw mins"/>
              <a:gd name="dsh" fmla="+- 0 sh mins"/>
              <a:gd name="p0x0" fmla="*/ 180 w 8385"/>
              <a:gd name="p0y0" fmla="*/ 0 h 5745"/>
              <a:gd name="p0x1" fmla="*/ 8205 w 8385"/>
              <a:gd name="p0y1" fmla="*/ 0 h 5745"/>
              <a:gd name="p0x2" fmla="*/ 8304 w 8385"/>
              <a:gd name="p0y2" fmla="*/ 0 h 5745"/>
              <a:gd name="p0x3" fmla="*/ 8385 w 8385"/>
              <a:gd name="p0y3" fmla="*/ 80 h 5745"/>
              <a:gd name="p0x4" fmla="*/ 8385 w 8385"/>
              <a:gd name="p0y4" fmla="*/ 180 h 5745"/>
              <a:gd name="p0x5" fmla="*/ 8385 w 8385"/>
              <a:gd name="p0y5" fmla="*/ 5565 h 5745"/>
              <a:gd name="p0x6" fmla="*/ 8385 w 8385"/>
              <a:gd name="p0y6" fmla="*/ 5664 h 5745"/>
              <a:gd name="p0x7" fmla="*/ 8304 w 8385"/>
              <a:gd name="p0y7" fmla="*/ 5745 h 5745"/>
              <a:gd name="p0x8" fmla="*/ 8205 w 8385"/>
              <a:gd name="p0y8" fmla="*/ 5745 h 5745"/>
              <a:gd name="p0x9" fmla="*/ 180 w 8385"/>
              <a:gd name="p0y9" fmla="*/ 5745 h 5745"/>
              <a:gd name="p0x10" fmla="*/ 80 w 8385"/>
              <a:gd name="p0y10" fmla="*/ 5745 h 5745"/>
              <a:gd name="p0x11" fmla="*/ 0 w 8385"/>
              <a:gd name="p0y11" fmla="*/ 5664 h 5745"/>
              <a:gd name="p0x12" fmla="*/ 0 w 8385"/>
              <a:gd name="p0y12" fmla="*/ 5565 h 5745"/>
              <a:gd name="p0x13" fmla="*/ 0 w 8385"/>
              <a:gd name="p0y13" fmla="*/ 180 h 5745"/>
              <a:gd name="p0x14" fmla="*/ 0 w 8385"/>
              <a:gd name="p0y14" fmla="*/ 80 h 5745"/>
              <a:gd name="p0x15" fmla="*/ 80 w 8385"/>
              <a:gd name="p0y15" fmla="*/ 0 h 5745"/>
              <a:gd name="p0x16" fmla="*/ 180 w 8385"/>
              <a:gd name="p0y16" fmla="*/ 0 h 57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0E0E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923925" y="3037523"/>
            <a:ext cx="4705350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6BC2DB"/>
                </a:solidFill>
                <a:latin typeface="黑体" panose="02010609060101010101" charset="-122"/>
                <a:ea typeface="黑体" panose="02010609060101010101" charset="-122"/>
              </a:rPr>
              <a:t>01</a:t>
            </a:r>
            <a:endParaRPr sz="1050">
              <a:solidFill>
                <a:srgbClr val="6BC2D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923925" y="3358515"/>
            <a:ext cx="47053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核心创新点</a:t>
            </a:r>
            <a:r>
              <a:rPr lang="en-US" altLang="zh-CN"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</a:t>
            </a:r>
            <a:endParaRPr lang="en-US" altLang="zh-CN"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923925" y="3835717"/>
            <a:ext cx="4705350" cy="5448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</a:pP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儿童端</a:t>
            </a:r>
            <a:r>
              <a:rPr lang="en-US" altLang="zh-CN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家长端</a:t>
            </a:r>
            <a:r>
              <a:rPr lang="en-US" altLang="zh-CN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管理后台三端协同，构建任务拆解</a:t>
            </a:r>
            <a:r>
              <a:rPr lang="en-US" altLang="zh-CN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专注执行</a:t>
            </a:r>
            <a:r>
              <a:rPr lang="en-US" altLang="zh-CN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激励反馈</a:t>
            </a:r>
            <a:r>
              <a:rPr lang="en-US" altLang="zh-CN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数据优化的完整干预闭环</a:t>
            </a:r>
            <a:endParaRPr lang="zh-CN" altLang="en-US" sz="135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1"/>
            </p:custDataLst>
          </p:nvPr>
        </p:nvSpPr>
        <p:spPr>
          <a:xfrm>
            <a:off x="634423" y="2722245"/>
            <a:ext cx="5284354" cy="57150"/>
          </a:xfrm>
          <a:custGeom>
            <a:avLst/>
            <a:gdLst>
              <a:gd name="sw" fmla="*/ 1 w 8370"/>
              <a:gd name="sh" fmla="*/ 1 h 90"/>
              <a:gd name="mins" fmla="min sw sh"/>
              <a:gd name="dsw" fmla="+- 0 sw mins"/>
              <a:gd name="dsh" fmla="+- 0 sh mins"/>
              <a:gd name="p0x0" fmla="*/ 90 w 8370"/>
              <a:gd name="p0y0" fmla="*/ 0 h 90"/>
              <a:gd name="p0x1" fmla="*/ 8280 w 8370"/>
              <a:gd name="p0y1" fmla="*/ 0 h 90"/>
              <a:gd name="p0x2" fmla="*/ 8329 w 8370"/>
              <a:gd name="p0y2" fmla="*/ 0 h 90"/>
              <a:gd name="p0x3" fmla="*/ 8370 w 8370"/>
              <a:gd name="p0y3" fmla="*/ 40 h 90"/>
              <a:gd name="p0x4" fmla="*/ 8370 w 8370"/>
              <a:gd name="p0y4" fmla="*/ 90 h 90"/>
              <a:gd name="p0x5" fmla="*/ 0 w 8370"/>
              <a:gd name="p0y5" fmla="*/ 90 h 90"/>
              <a:gd name="p0x6" fmla="*/ 0 w 8370"/>
              <a:gd name="p0y6" fmla="*/ 40 h 90"/>
              <a:gd name="p0x7" fmla="*/ 40 w 8370"/>
              <a:gd name="p0y7" fmla="*/ 0 h 90"/>
              <a:gd name="p0x8" fmla="*/ 90 w 8370"/>
              <a:gd name="p0y8" fmla="*/ 0 h 90"/>
            </a:gdLst>
            <a:ahLst/>
            <a:cxnLst/>
            <a:pathLst>
              <a:path w="8322" h="90">
                <a:moveTo>
                  <a:pt x="156" y="0"/>
                </a:moveTo>
                <a:lnTo>
                  <a:pt x="8166" y="0"/>
                </a:lnTo>
                <a:cubicBezTo>
                  <a:pt x="8233" y="-4"/>
                  <a:pt x="8301" y="48"/>
                  <a:pt x="8322" y="90"/>
                </a:cubicBezTo>
                <a:lnTo>
                  <a:pt x="0" y="90"/>
                </a:lnTo>
                <a:cubicBezTo>
                  <a:pt x="24" y="40"/>
                  <a:pt x="98" y="-4"/>
                  <a:pt x="156" y="0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6252845" y="2717165"/>
            <a:ext cx="5324475" cy="3648075"/>
          </a:xfrm>
          <a:custGeom>
            <a:avLst/>
            <a:gdLst>
              <a:gd name="sw" fmla="*/ 1 w 8385"/>
              <a:gd name="sh" fmla="*/ 1 h 5745"/>
              <a:gd name="mins" fmla="min sw sh"/>
              <a:gd name="dsw" fmla="+- 0 sw mins"/>
              <a:gd name="dsh" fmla="+- 0 sh mins"/>
              <a:gd name="p0x0" fmla="*/ 180 w 8385"/>
              <a:gd name="p0y0" fmla="*/ 0 h 5745"/>
              <a:gd name="p0x1" fmla="*/ 8205 w 8385"/>
              <a:gd name="p0y1" fmla="*/ 0 h 5745"/>
              <a:gd name="p0x2" fmla="*/ 8304 w 8385"/>
              <a:gd name="p0y2" fmla="*/ 0 h 5745"/>
              <a:gd name="p0x3" fmla="*/ 8385 w 8385"/>
              <a:gd name="p0y3" fmla="*/ 80 h 5745"/>
              <a:gd name="p0x4" fmla="*/ 8385 w 8385"/>
              <a:gd name="p0y4" fmla="*/ 180 h 5745"/>
              <a:gd name="p0x5" fmla="*/ 8385 w 8385"/>
              <a:gd name="p0y5" fmla="*/ 5565 h 5745"/>
              <a:gd name="p0x6" fmla="*/ 8385 w 8385"/>
              <a:gd name="p0y6" fmla="*/ 5664 h 5745"/>
              <a:gd name="p0x7" fmla="*/ 8304 w 8385"/>
              <a:gd name="p0y7" fmla="*/ 5745 h 5745"/>
              <a:gd name="p0x8" fmla="*/ 8205 w 8385"/>
              <a:gd name="p0y8" fmla="*/ 5745 h 5745"/>
              <a:gd name="p0x9" fmla="*/ 180 w 8385"/>
              <a:gd name="p0y9" fmla="*/ 5745 h 5745"/>
              <a:gd name="p0x10" fmla="*/ 80 w 8385"/>
              <a:gd name="p0y10" fmla="*/ 5745 h 5745"/>
              <a:gd name="p0x11" fmla="*/ 0 w 8385"/>
              <a:gd name="p0y11" fmla="*/ 5664 h 5745"/>
              <a:gd name="p0x12" fmla="*/ 0 w 8385"/>
              <a:gd name="p0y12" fmla="*/ 5565 h 5745"/>
              <a:gd name="p0x13" fmla="*/ 0 w 8385"/>
              <a:gd name="p0y13" fmla="*/ 180 h 5745"/>
              <a:gd name="p0x14" fmla="*/ 0 w 8385"/>
              <a:gd name="p0y14" fmla="*/ 80 h 5745"/>
              <a:gd name="p0x15" fmla="*/ 80 w 8385"/>
              <a:gd name="p0y15" fmla="*/ 0 h 5745"/>
              <a:gd name="p0x16" fmla="*/ 180 w 8385"/>
              <a:gd name="p0y16" fmla="*/ 0 h 57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0E0E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6562725" y="3037523"/>
            <a:ext cx="4705350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050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02</a:t>
            </a:r>
            <a:endParaRPr sz="1050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6562725" y="3358515"/>
            <a:ext cx="47053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核心创新点</a:t>
            </a:r>
            <a:r>
              <a:rPr lang="en-US" altLang="zh-CN"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</a:t>
            </a:r>
            <a:endParaRPr lang="en-US" altLang="zh-CN"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6562725" y="3835717"/>
            <a:ext cx="4705350" cy="5448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</a:pP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集成大语言模型（</a:t>
            </a:r>
            <a:r>
              <a:rPr lang="en-US" altLang="zh-CN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LLM</a:t>
            </a: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），基于儿童行为数据动态生成个性化激励话术，引导家长从</a:t>
            </a:r>
            <a:r>
              <a:rPr lang="en-US" altLang="zh-CN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"</a:t>
            </a: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监督者</a:t>
            </a:r>
            <a:r>
              <a:rPr lang="en-US" altLang="zh-CN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"</a:t>
            </a: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转向</a:t>
            </a:r>
            <a:r>
              <a:rPr lang="en-US" altLang="zh-CN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"</a:t>
            </a: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陪伴者</a:t>
            </a:r>
            <a:r>
              <a:rPr lang="en-US" altLang="zh-CN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"</a:t>
            </a:r>
            <a:endParaRPr lang="en-US" altLang="zh-CN" sz="135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6"/>
            </p:custDataLst>
          </p:nvPr>
        </p:nvSpPr>
        <p:spPr>
          <a:xfrm>
            <a:off x="6273223" y="2722245"/>
            <a:ext cx="5284354" cy="57150"/>
          </a:xfrm>
          <a:custGeom>
            <a:avLst/>
            <a:gdLst>
              <a:gd name="sw" fmla="*/ 1 w 8370"/>
              <a:gd name="sh" fmla="*/ 1 h 90"/>
              <a:gd name="mins" fmla="min sw sh"/>
              <a:gd name="dsw" fmla="+- 0 sw mins"/>
              <a:gd name="dsh" fmla="+- 0 sh mins"/>
              <a:gd name="p0x0" fmla="*/ 90 w 8370"/>
              <a:gd name="p0y0" fmla="*/ 0 h 90"/>
              <a:gd name="p0x1" fmla="*/ 8280 w 8370"/>
              <a:gd name="p0y1" fmla="*/ 0 h 90"/>
              <a:gd name="p0x2" fmla="*/ 8329 w 8370"/>
              <a:gd name="p0y2" fmla="*/ 0 h 90"/>
              <a:gd name="p0x3" fmla="*/ 8370 w 8370"/>
              <a:gd name="p0y3" fmla="*/ 40 h 90"/>
              <a:gd name="p0x4" fmla="*/ 8370 w 8370"/>
              <a:gd name="p0y4" fmla="*/ 90 h 90"/>
              <a:gd name="p0x5" fmla="*/ 0 w 8370"/>
              <a:gd name="p0y5" fmla="*/ 90 h 90"/>
              <a:gd name="p0x6" fmla="*/ 0 w 8370"/>
              <a:gd name="p0y6" fmla="*/ 40 h 90"/>
              <a:gd name="p0x7" fmla="*/ 40 w 8370"/>
              <a:gd name="p0y7" fmla="*/ 0 h 90"/>
              <a:gd name="p0x8" fmla="*/ 90 w 8370"/>
              <a:gd name="p0y8" fmla="*/ 0 h 90"/>
            </a:gdLst>
            <a:ahLst/>
            <a:cxnLst/>
            <a:pathLst>
              <a:path w="8322" h="90">
                <a:moveTo>
                  <a:pt x="156" y="0"/>
                </a:moveTo>
                <a:lnTo>
                  <a:pt x="8166" y="0"/>
                </a:lnTo>
                <a:cubicBezTo>
                  <a:pt x="8233" y="-4"/>
                  <a:pt x="8301" y="48"/>
                  <a:pt x="8322" y="90"/>
                </a:cubicBezTo>
                <a:lnTo>
                  <a:pt x="0" y="90"/>
                </a:lnTo>
                <a:cubicBezTo>
                  <a:pt x="24" y="40"/>
                  <a:pt x="98" y="-4"/>
                  <a:pt x="156" y="0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0F7FA"/>
            </a:gs>
            <a:gs pos="50000">
              <a:srgbClr val="E8F4F8"/>
            </a:gs>
            <a:gs pos="100000">
              <a:srgbClr val="F5FAFB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011341" y="409575"/>
            <a:ext cx="2169319" cy="4914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51000"/>
              </a:lnSpc>
            </a:pPr>
            <a:r>
              <a:rPr sz="24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系统需求分析</a:t>
            </a:r>
            <a:endParaRPr sz="2400" b="1">
              <a:solidFill>
                <a:srgbClr val="3E9CB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E9CB8"/>
              </a:gs>
              <a:gs pos="50000">
                <a:srgbClr val="6BC2DB"/>
              </a:gs>
              <a:gs pos="100000">
                <a:srgbClr val="3E9CB8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3" name="组合 52"/>
          <p:cNvGrpSpPr/>
          <p:nvPr/>
        </p:nvGrpSpPr>
        <p:grpSpPr>
          <a:xfrm>
            <a:off x="476250" y="781050"/>
            <a:ext cx="5334000" cy="5219700"/>
            <a:chOff x="750" y="1230"/>
            <a:chExt cx="8400" cy="8220"/>
          </a:xfrm>
          <a:effectLst>
            <a:outerShdw blurRad="285750" dist="38100" dir="5399999" algn="ctr" rotWithShape="0">
              <a:srgbClr val="3E9CB8">
                <a:alpha val="12157"/>
              </a:srgbClr>
            </a:outerShdw>
          </a:effectLst>
        </p:grpSpPr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>
              <a:off x="750" y="1230"/>
              <a:ext cx="8400" cy="8220"/>
            </a:xfrm>
            <a:custGeom>
              <a:avLst/>
              <a:gdLst>
                <a:gd name="sw" fmla="*/ 1 w 8400"/>
                <a:gd name="sh" fmla="*/ 1 h 8220"/>
                <a:gd name="mins" fmla="min sw sh"/>
                <a:gd name="dsw" fmla="+- 0 sw mins"/>
                <a:gd name="dsh" fmla="+- 0 sh mins"/>
                <a:gd name="p0x0" fmla="*/ 120 w 8400"/>
                <a:gd name="p0y0" fmla="*/ 0 h 8220"/>
                <a:gd name="p0x1" fmla="*/ 8280 w 8400"/>
                <a:gd name="p0y1" fmla="*/ 0 h 8220"/>
                <a:gd name="p0x2" fmla="*/ 8346 w 8400"/>
                <a:gd name="p0y2" fmla="*/ 0 h 8220"/>
                <a:gd name="p0x3" fmla="*/ 8400 w 8400"/>
                <a:gd name="p0y3" fmla="*/ 53 h 8220"/>
                <a:gd name="p0x4" fmla="*/ 8400 w 8400"/>
                <a:gd name="p0y4" fmla="*/ 120 h 8220"/>
                <a:gd name="p0x5" fmla="*/ 8400 w 8400"/>
                <a:gd name="p0y5" fmla="*/ 8100 h 8220"/>
                <a:gd name="p0x6" fmla="*/ 8400 w 8400"/>
                <a:gd name="p0y6" fmla="*/ 8166 h 8220"/>
                <a:gd name="p0x7" fmla="*/ 8346 w 8400"/>
                <a:gd name="p0y7" fmla="*/ 8220 h 8220"/>
                <a:gd name="p0x8" fmla="*/ 8280 w 8400"/>
                <a:gd name="p0y8" fmla="*/ 8220 h 8220"/>
                <a:gd name="p0x9" fmla="*/ 120 w 8400"/>
                <a:gd name="p0y9" fmla="*/ 8220 h 8220"/>
                <a:gd name="p0x10" fmla="*/ 53 w 8400"/>
                <a:gd name="p0y10" fmla="*/ 8220 h 8220"/>
                <a:gd name="p0x11" fmla="*/ 0 w 8400"/>
                <a:gd name="p0y11" fmla="*/ 8166 h 8220"/>
                <a:gd name="p0x12" fmla="*/ 0 w 8400"/>
                <a:gd name="p0y12" fmla="*/ 8100 h 8220"/>
                <a:gd name="p0x13" fmla="*/ 0 w 8400"/>
                <a:gd name="p0y13" fmla="*/ 120 h 8220"/>
                <a:gd name="p0x14" fmla="*/ 0 w 8400"/>
                <a:gd name="p0y14" fmla="*/ 53 h 8220"/>
                <a:gd name="p0x15" fmla="*/ 53 w 8400"/>
                <a:gd name="p0y15" fmla="*/ 0 h 8220"/>
                <a:gd name="p0x16" fmla="*/ 120 w 8400"/>
                <a:gd name="p0y16" fmla="*/ 0 h 82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750" y="1230"/>
              <a:ext cx="120" cy="8220"/>
            </a:xfrm>
            <a:custGeom>
              <a:avLst/>
              <a:gdLst>
                <a:gd name="sw" fmla="*/ 1 w 120"/>
                <a:gd name="sh" fmla="*/ 1 h 8220"/>
                <a:gd name="mins" fmla="min sw sh"/>
                <a:gd name="dsw" fmla="+- 0 sw mins"/>
                <a:gd name="dsh" fmla="+- 0 sh mins"/>
                <a:gd name="p0x0" fmla="*/ 0 w 120"/>
                <a:gd name="p0y0" fmla="*/ 8100 h 8220"/>
                <a:gd name="p0x1" fmla="*/ 0 w 120"/>
                <a:gd name="p0y1" fmla="*/ 120 h 8220"/>
                <a:gd name="p0x2" fmla="*/ 0 w 120"/>
                <a:gd name="p0y2" fmla="*/ 53 h 8220"/>
                <a:gd name="p0x3" fmla="*/ 53 w 120"/>
                <a:gd name="p0y3" fmla="*/ 0 h 8220"/>
                <a:gd name="p0x4" fmla="*/ 120 w 120"/>
                <a:gd name="p0y4" fmla="*/ 0 h 8220"/>
                <a:gd name="p0x5" fmla="*/ 86 w 120"/>
                <a:gd name="p0y5" fmla="*/ 0 h 8220"/>
                <a:gd name="p0x6" fmla="*/ 60 w 120"/>
                <a:gd name="p0y6" fmla="*/ 53 h 8220"/>
                <a:gd name="p0x7" fmla="*/ 60 w 120"/>
                <a:gd name="p0y7" fmla="*/ 120 h 8220"/>
                <a:gd name="p0x8" fmla="*/ 60 w 120"/>
                <a:gd name="p0y8" fmla="*/ 8100 h 8220"/>
                <a:gd name="p0x9" fmla="*/ 60 w 120"/>
                <a:gd name="p0y9" fmla="*/ 8166 h 8220"/>
                <a:gd name="p0x10" fmla="*/ 86 w 120"/>
                <a:gd name="p0y10" fmla="*/ 8220 h 8220"/>
                <a:gd name="p0x11" fmla="*/ 120 w 120"/>
                <a:gd name="p0y11" fmla="*/ 8220 h 8220"/>
                <a:gd name="p0x12" fmla="*/ 53 w 120"/>
                <a:gd name="p0y12" fmla="*/ 8220 h 8220"/>
                <a:gd name="p0x13" fmla="*/ 0 w 120"/>
                <a:gd name="p0y13" fmla="*/ 8166 h 8220"/>
                <a:gd name="p0x14" fmla="*/ 0 w 120"/>
                <a:gd name="p0y14" fmla="*/ 8100 h 82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3E9CB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781050" y="1085850"/>
            <a:ext cx="4762500" cy="342900"/>
            <a:chOff x="1230" y="1710"/>
            <a:chExt cx="7500" cy="540"/>
          </a:xfrm>
        </p:grpSpPr>
        <p:sp>
          <p:nvSpPr>
            <p:cNvPr id="7" name="任意多边形 6"/>
            <p:cNvSpPr/>
            <p:nvPr>
              <p:custDataLst>
                <p:tags r:id="rId5"/>
              </p:custDataLst>
            </p:nvPr>
          </p:nvSpPr>
          <p:spPr>
            <a:xfrm>
              <a:off x="1230" y="1710"/>
              <a:ext cx="7500" cy="540"/>
            </a:xfrm>
            <a:custGeom>
              <a:avLst/>
              <a:gdLst>
                <a:gd name="sw" fmla="*/ 1 w 7500"/>
                <a:gd name="sh" fmla="*/ 1 h 540"/>
                <a:gd name="mins" fmla="min sw sh"/>
                <a:gd name="dsw" fmla="+- 0 sw mins"/>
                <a:gd name="dsh" fmla="+- 0 sh mins"/>
                <a:gd name="p0x0" fmla="*/ 0 w 7500"/>
                <a:gd name="p0y0" fmla="*/ 0 h 540"/>
                <a:gd name="p0x1" fmla="*/ 7500 w 7500"/>
                <a:gd name="p0y1" fmla="*/ 0 h 540"/>
                <a:gd name="p0x2" fmla="*/ 7500 w 7500"/>
                <a:gd name="p0y2" fmla="*/ 540 h 540"/>
                <a:gd name="p0x3" fmla="*/ 0 w 7500"/>
                <a:gd name="p0y3" fmla="*/ 540 h 540"/>
                <a:gd name="p0x4" fmla="*/ 0 w 7500"/>
                <a:gd name="p0y4" fmla="*/ 0 h 5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6"/>
              </p:custDataLst>
            </p:nvPr>
          </p:nvSpPr>
          <p:spPr>
            <a:xfrm>
              <a:off x="1230" y="1710"/>
              <a:ext cx="45" cy="540"/>
            </a:xfrm>
            <a:custGeom>
              <a:avLst/>
              <a:gdLst>
                <a:gd name="sw" fmla="*/ 1 w 45"/>
                <a:gd name="sh" fmla="*/ 1 h 540"/>
                <a:gd name="mins" fmla="min sw sh"/>
                <a:gd name="dsw" fmla="+- 0 sw mins"/>
                <a:gd name="dsh" fmla="+- 0 sh mins"/>
                <a:gd name="p0x0" fmla="*/ 0 w 45"/>
                <a:gd name="p0y0" fmla="*/ 540 h 540"/>
                <a:gd name="p0x1" fmla="*/ 0 w 45"/>
                <a:gd name="p0y1" fmla="*/ 0 h 540"/>
                <a:gd name="p0x2" fmla="*/ 45 w 45"/>
                <a:gd name="p0y2" fmla="*/ 0 h 540"/>
                <a:gd name="p0x3" fmla="*/ 45 w 45"/>
                <a:gd name="p0y3" fmla="*/ 540 h 540"/>
                <a:gd name="p0x4" fmla="*/ 0 w 45"/>
                <a:gd name="p0y4" fmla="*/ 540 h 5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923925" y="1104900"/>
            <a:ext cx="4619625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功能需求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5556" t="-2500" r="-5556" b="-2500"/>
          <a:stretch>
            <a:fillRect/>
          </a:stretch>
        </p:blipFill>
        <p:spPr>
          <a:xfrm>
            <a:off x="781050" y="1701800"/>
            <a:ext cx="95250" cy="16002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971550" y="1669733"/>
            <a:ext cx="4572000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儿童端</a:t>
            </a:r>
            <a:endParaRPr sz="135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-2500" b="-2500"/>
          <a:stretch>
            <a:fillRect/>
          </a:stretch>
        </p:blipFill>
        <p:spPr>
          <a:xfrm>
            <a:off x="781050" y="3269615"/>
            <a:ext cx="190500" cy="16002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5"/>
            </p:custDataLst>
          </p:nvPr>
        </p:nvSpPr>
        <p:spPr>
          <a:xfrm>
            <a:off x="1066800" y="3237548"/>
            <a:ext cx="4476750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家长端</a:t>
            </a:r>
            <a:endParaRPr sz="135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t="-10000" b="-10000"/>
          <a:stretch>
            <a:fillRect/>
          </a:stretch>
        </p:blipFill>
        <p:spPr>
          <a:xfrm>
            <a:off x="781050" y="4837430"/>
            <a:ext cx="152400" cy="16002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19"/>
            </p:custDataLst>
          </p:nvPr>
        </p:nvSpPr>
        <p:spPr>
          <a:xfrm>
            <a:off x="1028700" y="4805363"/>
            <a:ext cx="4514850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管理后台</a:t>
            </a:r>
            <a:endParaRPr sz="135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20"/>
            </p:custDataLst>
          </p:nvPr>
        </p:nvSpPr>
        <p:spPr>
          <a:xfrm>
            <a:off x="1047750" y="2044065"/>
            <a:ext cx="44958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极简任务展示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21"/>
            </p:custDataLst>
          </p:nvPr>
        </p:nvSpPr>
        <p:spPr>
          <a:xfrm>
            <a:off x="876300" y="212407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22"/>
            </p:custDataLst>
          </p:nvPr>
        </p:nvSpPr>
        <p:spPr>
          <a:xfrm>
            <a:off x="1047750" y="2379345"/>
            <a:ext cx="44958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专注计时功能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3"/>
            </p:custDataLst>
          </p:nvPr>
        </p:nvSpPr>
        <p:spPr>
          <a:xfrm>
            <a:off x="876300" y="245935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24"/>
            </p:custDataLst>
          </p:nvPr>
        </p:nvSpPr>
        <p:spPr>
          <a:xfrm>
            <a:off x="1047750" y="2714625"/>
            <a:ext cx="44958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代币激励机制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25"/>
            </p:custDataLst>
          </p:nvPr>
        </p:nvSpPr>
        <p:spPr>
          <a:xfrm>
            <a:off x="876300" y="279463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6"/>
            </p:custDataLst>
          </p:nvPr>
        </p:nvSpPr>
        <p:spPr>
          <a:xfrm>
            <a:off x="1047750" y="3611880"/>
            <a:ext cx="44958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任务创建与管理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7"/>
            </p:custDataLst>
          </p:nvPr>
        </p:nvSpPr>
        <p:spPr>
          <a:xfrm>
            <a:off x="876300" y="369189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8"/>
            </p:custDataLst>
          </p:nvPr>
        </p:nvSpPr>
        <p:spPr>
          <a:xfrm>
            <a:off x="1047750" y="3947160"/>
            <a:ext cx="44958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数据看板展示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9"/>
            </p:custDataLst>
          </p:nvPr>
        </p:nvSpPr>
        <p:spPr>
          <a:xfrm>
            <a:off x="876300" y="402717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1047750" y="4282440"/>
            <a:ext cx="44958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</a:pPr>
            <a:r>
              <a:rPr 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指导建议推送</a:t>
            </a:r>
            <a:endParaRPr lang="zh-CN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876300" y="436245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2"/>
            </p:custDataLst>
          </p:nvPr>
        </p:nvSpPr>
        <p:spPr>
          <a:xfrm>
            <a:off x="1047750" y="5179695"/>
            <a:ext cx="44958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用户管理功能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876300" y="525970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4"/>
            </p:custDataLst>
          </p:nvPr>
        </p:nvSpPr>
        <p:spPr>
          <a:xfrm>
            <a:off x="1047750" y="5514975"/>
            <a:ext cx="44958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资源配置管理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5"/>
            </p:custDataLst>
          </p:nvPr>
        </p:nvSpPr>
        <p:spPr>
          <a:xfrm>
            <a:off x="876300" y="559498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6"/>
            </p:custDataLst>
          </p:nvPr>
        </p:nvSpPr>
        <p:spPr>
          <a:xfrm>
            <a:off x="1047750" y="5850255"/>
            <a:ext cx="44958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大模型监控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7"/>
            </p:custDataLst>
          </p:nvPr>
        </p:nvSpPr>
        <p:spPr>
          <a:xfrm>
            <a:off x="876300" y="5930265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5" name="组合 54"/>
          <p:cNvGrpSpPr/>
          <p:nvPr/>
        </p:nvGrpSpPr>
        <p:grpSpPr>
          <a:xfrm>
            <a:off x="6191250" y="781050"/>
            <a:ext cx="5524500" cy="5219700"/>
            <a:chOff x="9750" y="1230"/>
            <a:chExt cx="8700" cy="8220"/>
          </a:xfrm>
          <a:effectLst>
            <a:outerShdw blurRad="285750" dist="38100" dir="5399999" algn="ctr" rotWithShape="0">
              <a:srgbClr val="3E9CB8">
                <a:alpha val="12157"/>
              </a:srgbClr>
            </a:outerShdw>
          </a:effectLst>
        </p:grpSpPr>
        <p:sp>
          <p:nvSpPr>
            <p:cNvPr id="36" name="任意多边形 35"/>
            <p:cNvSpPr/>
            <p:nvPr>
              <p:custDataLst>
                <p:tags r:id="rId38"/>
              </p:custDataLst>
            </p:nvPr>
          </p:nvSpPr>
          <p:spPr>
            <a:xfrm>
              <a:off x="9750" y="1230"/>
              <a:ext cx="8700" cy="8220"/>
            </a:xfrm>
            <a:custGeom>
              <a:avLst/>
              <a:gdLst>
                <a:gd name="sw" fmla="*/ 1 w 8700"/>
                <a:gd name="sh" fmla="*/ 1 h 8220"/>
                <a:gd name="mins" fmla="min sw sh"/>
                <a:gd name="dsw" fmla="+- 0 sw mins"/>
                <a:gd name="dsh" fmla="+- 0 sh mins"/>
                <a:gd name="p0x0" fmla="*/ 120 w 8700"/>
                <a:gd name="p0y0" fmla="*/ 0 h 8220"/>
                <a:gd name="p0x1" fmla="*/ 8580 w 8700"/>
                <a:gd name="p0y1" fmla="*/ 0 h 8220"/>
                <a:gd name="p0x2" fmla="*/ 8646 w 8700"/>
                <a:gd name="p0y2" fmla="*/ 0 h 8220"/>
                <a:gd name="p0x3" fmla="*/ 8700 w 8700"/>
                <a:gd name="p0y3" fmla="*/ 53 h 8220"/>
                <a:gd name="p0x4" fmla="*/ 8700 w 8700"/>
                <a:gd name="p0y4" fmla="*/ 120 h 8220"/>
                <a:gd name="p0x5" fmla="*/ 8700 w 8700"/>
                <a:gd name="p0y5" fmla="*/ 8100 h 8220"/>
                <a:gd name="p0x6" fmla="*/ 8700 w 8700"/>
                <a:gd name="p0y6" fmla="*/ 8166 h 8220"/>
                <a:gd name="p0x7" fmla="*/ 8646 w 8700"/>
                <a:gd name="p0y7" fmla="*/ 8220 h 8220"/>
                <a:gd name="p0x8" fmla="*/ 8580 w 8700"/>
                <a:gd name="p0y8" fmla="*/ 8220 h 8220"/>
                <a:gd name="p0x9" fmla="*/ 120 w 8700"/>
                <a:gd name="p0y9" fmla="*/ 8220 h 8220"/>
                <a:gd name="p0x10" fmla="*/ 53 w 8700"/>
                <a:gd name="p0y10" fmla="*/ 8220 h 8220"/>
                <a:gd name="p0x11" fmla="*/ 0 w 8700"/>
                <a:gd name="p0y11" fmla="*/ 8166 h 8220"/>
                <a:gd name="p0x12" fmla="*/ 0 w 8700"/>
                <a:gd name="p0y12" fmla="*/ 8100 h 8220"/>
                <a:gd name="p0x13" fmla="*/ 0 w 8700"/>
                <a:gd name="p0y13" fmla="*/ 120 h 8220"/>
                <a:gd name="p0x14" fmla="*/ 0 w 8700"/>
                <a:gd name="p0y14" fmla="*/ 53 h 8220"/>
                <a:gd name="p0x15" fmla="*/ 53 w 8700"/>
                <a:gd name="p0y15" fmla="*/ 0 h 8220"/>
                <a:gd name="p0x16" fmla="*/ 120 w 8700"/>
                <a:gd name="p0y16" fmla="*/ 0 h 82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>
              <p:custDataLst>
                <p:tags r:id="rId39"/>
              </p:custDataLst>
            </p:nvPr>
          </p:nvSpPr>
          <p:spPr>
            <a:xfrm>
              <a:off x="9750" y="1230"/>
              <a:ext cx="120" cy="8220"/>
            </a:xfrm>
            <a:custGeom>
              <a:avLst/>
              <a:gdLst>
                <a:gd name="sw" fmla="*/ 1 w 120"/>
                <a:gd name="sh" fmla="*/ 1 h 8220"/>
                <a:gd name="mins" fmla="min sw sh"/>
                <a:gd name="dsw" fmla="+- 0 sw mins"/>
                <a:gd name="dsh" fmla="+- 0 sh mins"/>
                <a:gd name="p0x0" fmla="*/ 0 w 120"/>
                <a:gd name="p0y0" fmla="*/ 8100 h 8220"/>
                <a:gd name="p0x1" fmla="*/ 0 w 120"/>
                <a:gd name="p0y1" fmla="*/ 120 h 8220"/>
                <a:gd name="p0x2" fmla="*/ 0 w 120"/>
                <a:gd name="p0y2" fmla="*/ 53 h 8220"/>
                <a:gd name="p0x3" fmla="*/ 53 w 120"/>
                <a:gd name="p0y3" fmla="*/ 0 h 8220"/>
                <a:gd name="p0x4" fmla="*/ 120 w 120"/>
                <a:gd name="p0y4" fmla="*/ 0 h 8220"/>
                <a:gd name="p0x5" fmla="*/ 86 w 120"/>
                <a:gd name="p0y5" fmla="*/ 0 h 8220"/>
                <a:gd name="p0x6" fmla="*/ 60 w 120"/>
                <a:gd name="p0y6" fmla="*/ 53 h 8220"/>
                <a:gd name="p0x7" fmla="*/ 60 w 120"/>
                <a:gd name="p0y7" fmla="*/ 120 h 8220"/>
                <a:gd name="p0x8" fmla="*/ 60 w 120"/>
                <a:gd name="p0y8" fmla="*/ 8100 h 8220"/>
                <a:gd name="p0x9" fmla="*/ 60 w 120"/>
                <a:gd name="p0y9" fmla="*/ 8166 h 8220"/>
                <a:gd name="p0x10" fmla="*/ 86 w 120"/>
                <a:gd name="p0y10" fmla="*/ 8220 h 8220"/>
                <a:gd name="p0x11" fmla="*/ 120 w 120"/>
                <a:gd name="p0y11" fmla="*/ 8220 h 8220"/>
                <a:gd name="p0x12" fmla="*/ 53 w 120"/>
                <a:gd name="p0y12" fmla="*/ 8220 h 8220"/>
                <a:gd name="p0x13" fmla="*/ 0 w 120"/>
                <a:gd name="p0y13" fmla="*/ 8166 h 8220"/>
                <a:gd name="p0x14" fmla="*/ 0 w 120"/>
                <a:gd name="p0y14" fmla="*/ 8100 h 82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6496050" y="1085850"/>
            <a:ext cx="4953000" cy="342900"/>
            <a:chOff x="10230" y="1710"/>
            <a:chExt cx="7800" cy="540"/>
          </a:xfrm>
        </p:grpSpPr>
        <p:sp>
          <p:nvSpPr>
            <p:cNvPr id="39" name="任意多边形 38"/>
            <p:cNvSpPr/>
            <p:nvPr>
              <p:custDataLst>
                <p:tags r:id="rId40"/>
              </p:custDataLst>
            </p:nvPr>
          </p:nvSpPr>
          <p:spPr>
            <a:xfrm>
              <a:off x="10230" y="1710"/>
              <a:ext cx="7800" cy="540"/>
            </a:xfrm>
            <a:custGeom>
              <a:avLst/>
              <a:gdLst>
                <a:gd name="sw" fmla="*/ 1 w 7800"/>
                <a:gd name="sh" fmla="*/ 1 h 540"/>
                <a:gd name="mins" fmla="min sw sh"/>
                <a:gd name="dsw" fmla="+- 0 sw mins"/>
                <a:gd name="dsh" fmla="+- 0 sh mins"/>
                <a:gd name="p0x0" fmla="*/ 0 w 7800"/>
                <a:gd name="p0y0" fmla="*/ 0 h 540"/>
                <a:gd name="p0x1" fmla="*/ 7800 w 7800"/>
                <a:gd name="p0y1" fmla="*/ 0 h 540"/>
                <a:gd name="p0x2" fmla="*/ 7800 w 7800"/>
                <a:gd name="p0y2" fmla="*/ 540 h 540"/>
                <a:gd name="p0x3" fmla="*/ 0 w 7800"/>
                <a:gd name="p0y3" fmla="*/ 540 h 540"/>
                <a:gd name="p0x4" fmla="*/ 0 w 7800"/>
                <a:gd name="p0y4" fmla="*/ 0 h 5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0" name="任意多边形 39"/>
            <p:cNvSpPr/>
            <p:nvPr>
              <p:custDataLst>
                <p:tags r:id="rId41"/>
              </p:custDataLst>
            </p:nvPr>
          </p:nvSpPr>
          <p:spPr>
            <a:xfrm>
              <a:off x="10230" y="1710"/>
              <a:ext cx="45" cy="540"/>
            </a:xfrm>
            <a:custGeom>
              <a:avLst/>
              <a:gdLst>
                <a:gd name="sw" fmla="*/ 1 w 45"/>
                <a:gd name="sh" fmla="*/ 1 h 540"/>
                <a:gd name="mins" fmla="min sw sh"/>
                <a:gd name="dsw" fmla="+- 0 sw mins"/>
                <a:gd name="dsh" fmla="+- 0 sh mins"/>
                <a:gd name="p0x0" fmla="*/ 0 w 45"/>
                <a:gd name="p0y0" fmla="*/ 540 h 540"/>
                <a:gd name="p0x1" fmla="*/ 0 w 45"/>
                <a:gd name="p0y1" fmla="*/ 0 h 540"/>
                <a:gd name="p0x2" fmla="*/ 45 w 45"/>
                <a:gd name="p0y2" fmla="*/ 0 h 540"/>
                <a:gd name="p0x3" fmla="*/ 45 w 45"/>
                <a:gd name="p0y3" fmla="*/ 540 h 540"/>
                <a:gd name="p0x4" fmla="*/ 0 w 45"/>
                <a:gd name="p0y4" fmla="*/ 540 h 5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2" name="文本框 41"/>
          <p:cNvSpPr txBox="1"/>
          <p:nvPr>
            <p:custDataLst>
              <p:tags r:id="rId42"/>
            </p:custDataLst>
          </p:nvPr>
        </p:nvSpPr>
        <p:spPr>
          <a:xfrm>
            <a:off x="6638925" y="1104900"/>
            <a:ext cx="4810125" cy="3048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非功能性需求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 t="-2500" b="-2500"/>
          <a:stretch>
            <a:fillRect/>
          </a:stretch>
        </p:blipFill>
        <p:spPr>
          <a:xfrm>
            <a:off x="6496050" y="1701800"/>
            <a:ext cx="152400" cy="160020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46"/>
            </p:custDataLst>
          </p:nvPr>
        </p:nvSpPr>
        <p:spPr>
          <a:xfrm>
            <a:off x="6743700" y="1669733"/>
            <a:ext cx="4705350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性能要求</a:t>
            </a:r>
            <a:endParaRPr sz="135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7"/>
            </p:custDataLst>
          </p:nvPr>
        </p:nvSpPr>
        <p:spPr>
          <a:xfrm>
            <a:off x="6743700" y="2025015"/>
            <a:ext cx="4705350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  <a:spcAft>
                <a:spcPts val="240"/>
              </a:spcAft>
            </a:pP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核心接口响应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&lt; 150ms</a:t>
            </a:r>
            <a:endParaRPr lang="en-US" altLang="zh-CN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ct val="142000"/>
              </a:lnSpc>
            </a:pPr>
            <a:r>
              <a:rPr 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单节点支持</a:t>
            </a:r>
            <a:r>
              <a:rPr 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1000 QPS</a:t>
            </a:r>
            <a:endParaRPr 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-3333" t="-6000" r="-3333" b="-6000"/>
          <a:stretch>
            <a:fillRect/>
          </a:stretch>
        </p:blipFill>
        <p:spPr>
          <a:xfrm>
            <a:off x="6496050" y="2877185"/>
            <a:ext cx="152400" cy="16002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51"/>
            </p:custDataLst>
          </p:nvPr>
        </p:nvSpPr>
        <p:spPr>
          <a:xfrm>
            <a:off x="6743700" y="2845117"/>
            <a:ext cx="4705350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安全保障</a:t>
            </a:r>
            <a:endParaRPr sz="135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52"/>
            </p:custDataLst>
          </p:nvPr>
        </p:nvSpPr>
        <p:spPr>
          <a:xfrm>
            <a:off x="6743700" y="3200400"/>
            <a:ext cx="4705350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  <a:spcAft>
                <a:spcPts val="240"/>
              </a:spcAft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未成年人敏感数据加密存储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42000"/>
              </a:lnSpc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角色权限严格隔离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t="-2500" b="-2500"/>
          <a:stretch>
            <a:fillRect/>
          </a:stretch>
        </p:blipFill>
        <p:spPr>
          <a:xfrm>
            <a:off x="6496050" y="4052570"/>
            <a:ext cx="152400" cy="160020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56"/>
            </p:custDataLst>
          </p:nvPr>
        </p:nvSpPr>
        <p:spPr>
          <a:xfrm>
            <a:off x="6743700" y="4020503"/>
            <a:ext cx="4705350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可用性保障</a:t>
            </a:r>
            <a:endParaRPr sz="135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57"/>
            </p:custDataLst>
          </p:nvPr>
        </p:nvSpPr>
        <p:spPr>
          <a:xfrm>
            <a:off x="6743700" y="4375785"/>
            <a:ext cx="4705350" cy="4876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  <a:spcAft>
                <a:spcPts val="240"/>
              </a:spcAft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支持离线计时功能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l">
              <a:lnSpc>
                <a:spcPct val="142000"/>
              </a:lnSpc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弱网环境不影响核心功能使用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381000" y="1066800"/>
            <a:ext cx="571500" cy="28575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81000" y="487680"/>
            <a:ext cx="11430000" cy="396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4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技术选型方案</a:t>
            </a:r>
            <a:endParaRPr sz="2400" b="1">
              <a:solidFill>
                <a:srgbClr val="3E9CB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390525" y="1409700"/>
            <a:ext cx="3533775" cy="5200650"/>
          </a:xfrm>
          <a:custGeom>
            <a:avLst/>
            <a:gdLst>
              <a:gd name="sw" fmla="*/ 1 w 5565"/>
              <a:gd name="sh" fmla="*/ 1 h 8190"/>
              <a:gd name="mins" fmla="min sw sh"/>
              <a:gd name="dsw" fmla="+- 0 sw mins"/>
              <a:gd name="dsh" fmla="+- 0 sh mins"/>
              <a:gd name="p0x0" fmla="*/ 180 w 5565"/>
              <a:gd name="p0y0" fmla="*/ 0 h 8190"/>
              <a:gd name="p0x1" fmla="*/ 5385 w 5565"/>
              <a:gd name="p0y1" fmla="*/ 0 h 8190"/>
              <a:gd name="p0x2" fmla="*/ 5484 w 5565"/>
              <a:gd name="p0y2" fmla="*/ 0 h 8190"/>
              <a:gd name="p0x3" fmla="*/ 5565 w 5565"/>
              <a:gd name="p0y3" fmla="*/ 80 h 8190"/>
              <a:gd name="p0x4" fmla="*/ 5565 w 5565"/>
              <a:gd name="p0y4" fmla="*/ 180 h 8190"/>
              <a:gd name="p0x5" fmla="*/ 5565 w 5565"/>
              <a:gd name="p0y5" fmla="*/ 8010 h 8190"/>
              <a:gd name="p0x6" fmla="*/ 5565 w 5565"/>
              <a:gd name="p0y6" fmla="*/ 8109 h 8190"/>
              <a:gd name="p0x7" fmla="*/ 5484 w 5565"/>
              <a:gd name="p0y7" fmla="*/ 8190 h 8190"/>
              <a:gd name="p0x8" fmla="*/ 5385 w 5565"/>
              <a:gd name="p0y8" fmla="*/ 8190 h 8190"/>
              <a:gd name="p0x9" fmla="*/ 180 w 5565"/>
              <a:gd name="p0y9" fmla="*/ 8190 h 8190"/>
              <a:gd name="p0x10" fmla="*/ 80 w 5565"/>
              <a:gd name="p0y10" fmla="*/ 8190 h 8190"/>
              <a:gd name="p0x11" fmla="*/ 0 w 5565"/>
              <a:gd name="p0y11" fmla="*/ 8109 h 8190"/>
              <a:gd name="p0x12" fmla="*/ 0 w 5565"/>
              <a:gd name="p0y12" fmla="*/ 8010 h 8190"/>
              <a:gd name="p0x13" fmla="*/ 0 w 5565"/>
              <a:gd name="p0y13" fmla="*/ 180 h 8190"/>
              <a:gd name="p0x14" fmla="*/ 0 w 5565"/>
              <a:gd name="p0y14" fmla="*/ 80 h 8190"/>
              <a:gd name="p0x15" fmla="*/ 80 w 5565"/>
              <a:gd name="p0y15" fmla="*/ 0 h 8190"/>
              <a:gd name="p0x16" fmla="*/ 180 w 5565"/>
              <a:gd name="p0y16" fmla="*/ 0 h 81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19050" cmpd="sng">
            <a:solidFill>
              <a:srgbClr val="6BC2D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628650" y="1685925"/>
            <a:ext cx="571500" cy="38100"/>
          </a:xfrm>
          <a:custGeom>
            <a:avLst/>
            <a:gdLst>
              <a:gd name="sw" fmla="*/ 1 w 900"/>
              <a:gd name="sh" fmla="*/ 1 h 60"/>
              <a:gd name="mins" fmla="min sw sh"/>
              <a:gd name="dsw" fmla="+- 0 sw mins"/>
              <a:gd name="dsh" fmla="+- 0 sh mins"/>
              <a:gd name="p0x0" fmla="*/ 30 w 900"/>
              <a:gd name="p0y0" fmla="*/ 0 h 60"/>
              <a:gd name="p0x1" fmla="*/ 870 w 900"/>
              <a:gd name="p0y1" fmla="*/ 0 h 60"/>
              <a:gd name="p0x2" fmla="*/ 886 w 900"/>
              <a:gd name="p0y2" fmla="*/ 0 h 60"/>
              <a:gd name="p0x3" fmla="*/ 900 w 900"/>
              <a:gd name="p0y3" fmla="*/ 13 h 60"/>
              <a:gd name="p0x4" fmla="*/ 900 w 900"/>
              <a:gd name="p0y4" fmla="*/ 30 h 60"/>
              <a:gd name="p0x5" fmla="*/ 900 w 900"/>
              <a:gd name="p0y5" fmla="*/ 46 h 60"/>
              <a:gd name="p0x6" fmla="*/ 886 w 900"/>
              <a:gd name="p0y6" fmla="*/ 60 h 60"/>
              <a:gd name="p0x7" fmla="*/ 870 w 900"/>
              <a:gd name="p0y7" fmla="*/ 60 h 60"/>
              <a:gd name="p0x8" fmla="*/ 30 w 900"/>
              <a:gd name="p0y8" fmla="*/ 60 h 60"/>
              <a:gd name="p0x9" fmla="*/ 13 w 900"/>
              <a:gd name="p0y9" fmla="*/ 60 h 60"/>
              <a:gd name="p0x10" fmla="*/ 0 w 900"/>
              <a:gd name="p0y10" fmla="*/ 46 h 60"/>
              <a:gd name="p0x11" fmla="*/ 0 w 900"/>
              <a:gd name="p0y11" fmla="*/ 30 h 60"/>
              <a:gd name="p0x12" fmla="*/ 0 w 900"/>
              <a:gd name="p0y12" fmla="*/ 13 h 60"/>
              <a:gd name="p0x13" fmla="*/ 13 w 900"/>
              <a:gd name="p0y13" fmla="*/ 0 h 60"/>
              <a:gd name="p0x14" fmla="*/ 30 w 900"/>
              <a:gd name="p0y14" fmla="*/ 0 h 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28650" y="1893570"/>
            <a:ext cx="3057525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后端技术栈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628650" y="2367915"/>
            <a:ext cx="30575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核心框架</a:t>
            </a:r>
            <a:endParaRPr sz="120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628650" y="2634615"/>
            <a:ext cx="30575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555555"/>
                </a:solidFill>
                <a:latin typeface="黑体" panose="02010609060101010101" charset="-122"/>
                <a:ea typeface="黑体" panose="02010609060101010101" charset="-122"/>
              </a:rPr>
              <a:t>Spring Boot 3 + MyBatis-Plus</a:t>
            </a:r>
            <a:endParaRPr sz="1200">
              <a:solidFill>
                <a:srgbClr val="55555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28650" y="2977515"/>
            <a:ext cx="30575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权限管理</a:t>
            </a:r>
            <a:endParaRPr sz="120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628650" y="3244215"/>
            <a:ext cx="30575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555555"/>
                </a:solidFill>
                <a:latin typeface="黑体" panose="02010609060101010101" charset="-122"/>
                <a:ea typeface="黑体" panose="02010609060101010101" charset="-122"/>
              </a:rPr>
              <a:t>Sa-Token</a:t>
            </a:r>
            <a:endParaRPr sz="1200">
              <a:solidFill>
                <a:srgbClr val="55555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628650" y="5638800"/>
            <a:ext cx="3056890" cy="694690"/>
            <a:chOff x="990" y="8880"/>
            <a:chExt cx="4814" cy="1094"/>
          </a:xfrm>
        </p:grpSpPr>
        <p:sp>
          <p:nvSpPr>
            <p:cNvPr id="12" name="任意多边形 11"/>
            <p:cNvSpPr/>
            <p:nvPr>
              <p:custDataLst>
                <p:tags r:id="rId10"/>
              </p:custDataLst>
            </p:nvPr>
          </p:nvSpPr>
          <p:spPr>
            <a:xfrm>
              <a:off x="990" y="8880"/>
              <a:ext cx="4815" cy="1095"/>
            </a:xfrm>
            <a:custGeom>
              <a:avLst/>
              <a:gdLst>
                <a:gd name="sw" fmla="*/ 1 w 4815"/>
                <a:gd name="sh" fmla="*/ 1 h 1095"/>
                <a:gd name="mins" fmla="min sw sh"/>
                <a:gd name="dsw" fmla="+- 0 sw mins"/>
                <a:gd name="dsh" fmla="+- 0 sh mins"/>
                <a:gd name="p0x0" fmla="*/ 0 w 4815"/>
                <a:gd name="p0y0" fmla="*/ 0 h 1095"/>
                <a:gd name="p0x1" fmla="*/ 4695 w 4815"/>
                <a:gd name="p0y1" fmla="*/ 0 h 1095"/>
                <a:gd name="p0x2" fmla="*/ 4761 w 4815"/>
                <a:gd name="p0y2" fmla="*/ 0 h 1095"/>
                <a:gd name="p0x3" fmla="*/ 4815 w 4815"/>
                <a:gd name="p0y3" fmla="*/ 53 h 1095"/>
                <a:gd name="p0x4" fmla="*/ 4815 w 4815"/>
                <a:gd name="p0y4" fmla="*/ 120 h 1095"/>
                <a:gd name="p0x5" fmla="*/ 4815 w 4815"/>
                <a:gd name="p0y5" fmla="*/ 975 h 1095"/>
                <a:gd name="p0x6" fmla="*/ 4815 w 4815"/>
                <a:gd name="p0y6" fmla="*/ 1041 h 1095"/>
                <a:gd name="p0x7" fmla="*/ 4761 w 4815"/>
                <a:gd name="p0y7" fmla="*/ 1095 h 1095"/>
                <a:gd name="p0x8" fmla="*/ 4695 w 4815"/>
                <a:gd name="p0y8" fmla="*/ 1095 h 1095"/>
                <a:gd name="p0x9" fmla="*/ 0 w 4815"/>
                <a:gd name="p0y9" fmla="*/ 1095 h 1095"/>
                <a:gd name="p0x10" fmla="*/ 0 w 4815"/>
                <a:gd name="p0y10" fmla="*/ 0 h 10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lnTo>
                    <a:pt x="p0x10" y="p0y10"/>
                  </a:lnTo>
                  <a:close/>
                </a:path>
              </a:pathLst>
            </a:custGeom>
            <a:gradFill>
              <a:gsLst>
                <a:gs pos="0">
                  <a:srgbClr val="3E9CB8">
                    <a:alpha val="7843"/>
                  </a:srgbClr>
                </a:gs>
                <a:gs pos="100000">
                  <a:srgbClr val="6BC2DB">
                    <a:alpha val="7843"/>
                  </a:srgbClr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11"/>
              </p:custDataLst>
            </p:nvPr>
          </p:nvSpPr>
          <p:spPr>
            <a:xfrm>
              <a:off x="990" y="8880"/>
              <a:ext cx="45" cy="1095"/>
            </a:xfrm>
            <a:custGeom>
              <a:avLst/>
              <a:gdLst>
                <a:gd name="sw" fmla="*/ 1 w 45"/>
                <a:gd name="sh" fmla="*/ 1 h 1095"/>
                <a:gd name="mins" fmla="min sw sh"/>
                <a:gd name="dsw" fmla="+- 0 sw mins"/>
                <a:gd name="dsh" fmla="+- 0 sh mins"/>
                <a:gd name="p0x0" fmla="*/ 0 w 45"/>
                <a:gd name="p0y0" fmla="*/ 1095 h 1095"/>
                <a:gd name="p0x1" fmla="*/ 0 w 45"/>
                <a:gd name="p0y1" fmla="*/ 0 h 1095"/>
                <a:gd name="p0x2" fmla="*/ 45 w 45"/>
                <a:gd name="p0y2" fmla="*/ 0 h 1095"/>
                <a:gd name="p0x3" fmla="*/ 45 w 45"/>
                <a:gd name="p0y3" fmla="*/ 1095 h 1095"/>
                <a:gd name="p0x4" fmla="*/ 0 w 45"/>
                <a:gd name="p0y4" fmla="*/ 1095 h 10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E9CB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809625" y="5762149"/>
            <a:ext cx="2724150" cy="1876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125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优势</a:t>
            </a:r>
            <a:endParaRPr sz="1125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809625" y="6014561"/>
            <a:ext cx="2724150" cy="1876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125">
                <a:solidFill>
                  <a:srgbClr val="555555"/>
                </a:solidFill>
                <a:latin typeface="黑体" panose="02010609060101010101" charset="-122"/>
                <a:ea typeface="黑体" panose="02010609060101010101" charset="-122"/>
              </a:rPr>
              <a:t>生态成熟、开发效率高、权限配置灵活</a:t>
            </a:r>
            <a:endParaRPr sz="1125">
              <a:solidFill>
                <a:srgbClr val="55555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4"/>
            </p:custDataLst>
          </p:nvPr>
        </p:nvSpPr>
        <p:spPr>
          <a:xfrm>
            <a:off x="4328795" y="1409700"/>
            <a:ext cx="3533775" cy="5200650"/>
          </a:xfrm>
          <a:custGeom>
            <a:avLst/>
            <a:gdLst>
              <a:gd name="sw" fmla="*/ 1 w 5565"/>
              <a:gd name="sh" fmla="*/ 1 h 8190"/>
              <a:gd name="mins" fmla="min sw sh"/>
              <a:gd name="dsw" fmla="+- 0 sw mins"/>
              <a:gd name="dsh" fmla="+- 0 sh mins"/>
              <a:gd name="p0x0" fmla="*/ 180 w 5565"/>
              <a:gd name="p0y0" fmla="*/ 0 h 8190"/>
              <a:gd name="p0x1" fmla="*/ 5385 w 5565"/>
              <a:gd name="p0y1" fmla="*/ 0 h 8190"/>
              <a:gd name="p0x2" fmla="*/ 5484 w 5565"/>
              <a:gd name="p0y2" fmla="*/ 0 h 8190"/>
              <a:gd name="p0x3" fmla="*/ 5565 w 5565"/>
              <a:gd name="p0y3" fmla="*/ 80 h 8190"/>
              <a:gd name="p0x4" fmla="*/ 5565 w 5565"/>
              <a:gd name="p0y4" fmla="*/ 180 h 8190"/>
              <a:gd name="p0x5" fmla="*/ 5565 w 5565"/>
              <a:gd name="p0y5" fmla="*/ 8010 h 8190"/>
              <a:gd name="p0x6" fmla="*/ 5565 w 5565"/>
              <a:gd name="p0y6" fmla="*/ 8109 h 8190"/>
              <a:gd name="p0x7" fmla="*/ 5484 w 5565"/>
              <a:gd name="p0y7" fmla="*/ 8190 h 8190"/>
              <a:gd name="p0x8" fmla="*/ 5385 w 5565"/>
              <a:gd name="p0y8" fmla="*/ 8190 h 8190"/>
              <a:gd name="p0x9" fmla="*/ 180 w 5565"/>
              <a:gd name="p0y9" fmla="*/ 8190 h 8190"/>
              <a:gd name="p0x10" fmla="*/ 80 w 5565"/>
              <a:gd name="p0y10" fmla="*/ 8190 h 8190"/>
              <a:gd name="p0x11" fmla="*/ 0 w 5565"/>
              <a:gd name="p0y11" fmla="*/ 8109 h 8190"/>
              <a:gd name="p0x12" fmla="*/ 0 w 5565"/>
              <a:gd name="p0y12" fmla="*/ 8010 h 8190"/>
              <a:gd name="p0x13" fmla="*/ 0 w 5565"/>
              <a:gd name="p0y13" fmla="*/ 180 h 8190"/>
              <a:gd name="p0x14" fmla="*/ 0 w 5565"/>
              <a:gd name="p0y14" fmla="*/ 80 h 8190"/>
              <a:gd name="p0x15" fmla="*/ 80 w 5565"/>
              <a:gd name="p0y15" fmla="*/ 0 h 8190"/>
              <a:gd name="p0x16" fmla="*/ 180 w 5565"/>
              <a:gd name="p0y16" fmla="*/ 0 h 81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19050" cmpd="sng">
            <a:solidFill>
              <a:srgbClr val="6BC2D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5"/>
            </p:custDataLst>
          </p:nvPr>
        </p:nvSpPr>
        <p:spPr>
          <a:xfrm>
            <a:off x="4566920" y="1685925"/>
            <a:ext cx="571500" cy="38100"/>
          </a:xfrm>
          <a:custGeom>
            <a:avLst/>
            <a:gdLst>
              <a:gd name="sw" fmla="*/ 1 w 900"/>
              <a:gd name="sh" fmla="*/ 1 h 60"/>
              <a:gd name="mins" fmla="min sw sh"/>
              <a:gd name="dsw" fmla="+- 0 sw mins"/>
              <a:gd name="dsh" fmla="+- 0 sh mins"/>
              <a:gd name="p0x0" fmla="*/ 30 w 900"/>
              <a:gd name="p0y0" fmla="*/ 0 h 60"/>
              <a:gd name="p0x1" fmla="*/ 870 w 900"/>
              <a:gd name="p0y1" fmla="*/ 0 h 60"/>
              <a:gd name="p0x2" fmla="*/ 886 w 900"/>
              <a:gd name="p0y2" fmla="*/ 0 h 60"/>
              <a:gd name="p0x3" fmla="*/ 900 w 900"/>
              <a:gd name="p0y3" fmla="*/ 13 h 60"/>
              <a:gd name="p0x4" fmla="*/ 900 w 900"/>
              <a:gd name="p0y4" fmla="*/ 30 h 60"/>
              <a:gd name="p0x5" fmla="*/ 900 w 900"/>
              <a:gd name="p0y5" fmla="*/ 46 h 60"/>
              <a:gd name="p0x6" fmla="*/ 886 w 900"/>
              <a:gd name="p0y6" fmla="*/ 60 h 60"/>
              <a:gd name="p0x7" fmla="*/ 870 w 900"/>
              <a:gd name="p0y7" fmla="*/ 60 h 60"/>
              <a:gd name="p0x8" fmla="*/ 30 w 900"/>
              <a:gd name="p0y8" fmla="*/ 60 h 60"/>
              <a:gd name="p0x9" fmla="*/ 13 w 900"/>
              <a:gd name="p0y9" fmla="*/ 60 h 60"/>
              <a:gd name="p0x10" fmla="*/ 0 w 900"/>
              <a:gd name="p0y10" fmla="*/ 46 h 60"/>
              <a:gd name="p0x11" fmla="*/ 0 w 900"/>
              <a:gd name="p0y11" fmla="*/ 30 h 60"/>
              <a:gd name="p0x12" fmla="*/ 0 w 900"/>
              <a:gd name="p0y12" fmla="*/ 13 h 60"/>
              <a:gd name="p0x13" fmla="*/ 13 w 900"/>
              <a:gd name="p0y13" fmla="*/ 0 h 60"/>
              <a:gd name="p0x14" fmla="*/ 30 w 900"/>
              <a:gd name="p0y14" fmla="*/ 0 h 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4567238" y="1893570"/>
            <a:ext cx="3057525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前端技术栈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4567238" y="2367915"/>
            <a:ext cx="30575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移动端</a:t>
            </a:r>
            <a:endParaRPr sz="120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4567238" y="2634615"/>
            <a:ext cx="30575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555555"/>
                </a:solidFill>
                <a:latin typeface="黑体" panose="02010609060101010101" charset="-122"/>
                <a:ea typeface="黑体" panose="02010609060101010101" charset="-122"/>
              </a:rPr>
              <a:t>UniApp + Vue 3 + Pinia</a:t>
            </a:r>
            <a:endParaRPr sz="1200">
              <a:solidFill>
                <a:srgbClr val="55555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4567238" y="2977515"/>
            <a:ext cx="30575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样式框架</a:t>
            </a:r>
            <a:endParaRPr sz="120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4567238" y="3244215"/>
            <a:ext cx="30575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555555"/>
                </a:solidFill>
                <a:latin typeface="黑体" panose="02010609060101010101" charset="-122"/>
                <a:ea typeface="黑体" panose="02010609060101010101" charset="-122"/>
              </a:rPr>
              <a:t>TailwindCSS</a:t>
            </a:r>
            <a:endParaRPr sz="1200">
              <a:solidFill>
                <a:srgbClr val="55555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4566920" y="5638800"/>
            <a:ext cx="3056890" cy="694690"/>
            <a:chOff x="7192" y="8880"/>
            <a:chExt cx="4814" cy="1094"/>
          </a:xfrm>
        </p:grpSpPr>
        <p:sp>
          <p:nvSpPr>
            <p:cNvPr id="24" name="任意多边形 23"/>
            <p:cNvSpPr/>
            <p:nvPr>
              <p:custDataLst>
                <p:tags r:id="rId21"/>
              </p:custDataLst>
            </p:nvPr>
          </p:nvSpPr>
          <p:spPr>
            <a:xfrm>
              <a:off x="7192" y="8880"/>
              <a:ext cx="4815" cy="1095"/>
            </a:xfrm>
            <a:custGeom>
              <a:avLst/>
              <a:gdLst>
                <a:gd name="sw" fmla="*/ 1 w 4815"/>
                <a:gd name="sh" fmla="*/ 1 h 1095"/>
                <a:gd name="mins" fmla="min sw sh"/>
                <a:gd name="dsw" fmla="+- 0 sw mins"/>
                <a:gd name="dsh" fmla="+- 0 sh mins"/>
                <a:gd name="p0x0" fmla="*/ 0 w 4815"/>
                <a:gd name="p0y0" fmla="*/ 0 h 1095"/>
                <a:gd name="p0x1" fmla="*/ 4695 w 4815"/>
                <a:gd name="p0y1" fmla="*/ 0 h 1095"/>
                <a:gd name="p0x2" fmla="*/ 4761 w 4815"/>
                <a:gd name="p0y2" fmla="*/ 0 h 1095"/>
                <a:gd name="p0x3" fmla="*/ 4815 w 4815"/>
                <a:gd name="p0y3" fmla="*/ 53 h 1095"/>
                <a:gd name="p0x4" fmla="*/ 4815 w 4815"/>
                <a:gd name="p0y4" fmla="*/ 120 h 1095"/>
                <a:gd name="p0x5" fmla="*/ 4815 w 4815"/>
                <a:gd name="p0y5" fmla="*/ 975 h 1095"/>
                <a:gd name="p0x6" fmla="*/ 4815 w 4815"/>
                <a:gd name="p0y6" fmla="*/ 1041 h 1095"/>
                <a:gd name="p0x7" fmla="*/ 4761 w 4815"/>
                <a:gd name="p0y7" fmla="*/ 1095 h 1095"/>
                <a:gd name="p0x8" fmla="*/ 4695 w 4815"/>
                <a:gd name="p0y8" fmla="*/ 1095 h 1095"/>
                <a:gd name="p0x9" fmla="*/ 0 w 4815"/>
                <a:gd name="p0y9" fmla="*/ 1095 h 1095"/>
                <a:gd name="p0x10" fmla="*/ 0 w 4815"/>
                <a:gd name="p0y10" fmla="*/ 0 h 10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lnTo>
                    <a:pt x="p0x10" y="p0y10"/>
                  </a:lnTo>
                  <a:close/>
                </a:path>
              </a:pathLst>
            </a:custGeom>
            <a:gradFill>
              <a:gsLst>
                <a:gs pos="0">
                  <a:srgbClr val="3E9CB8">
                    <a:alpha val="7843"/>
                  </a:srgbClr>
                </a:gs>
                <a:gs pos="100000">
                  <a:srgbClr val="6BC2DB">
                    <a:alpha val="7843"/>
                  </a:srgbClr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>
              <p:custDataLst>
                <p:tags r:id="rId22"/>
              </p:custDataLst>
            </p:nvPr>
          </p:nvSpPr>
          <p:spPr>
            <a:xfrm>
              <a:off x="7192" y="8880"/>
              <a:ext cx="45" cy="1095"/>
            </a:xfrm>
            <a:custGeom>
              <a:avLst/>
              <a:gdLst>
                <a:gd name="sw" fmla="*/ 1 w 45"/>
                <a:gd name="sh" fmla="*/ 1 h 1095"/>
                <a:gd name="mins" fmla="min sw sh"/>
                <a:gd name="dsw" fmla="+- 0 sw mins"/>
                <a:gd name="dsh" fmla="+- 0 sh mins"/>
                <a:gd name="p0x0" fmla="*/ 0 w 45"/>
                <a:gd name="p0y0" fmla="*/ 1095 h 1095"/>
                <a:gd name="p0x1" fmla="*/ 0 w 45"/>
                <a:gd name="p0y1" fmla="*/ 0 h 1095"/>
                <a:gd name="p0x2" fmla="*/ 45 w 45"/>
                <a:gd name="p0y2" fmla="*/ 0 h 1095"/>
                <a:gd name="p0x3" fmla="*/ 45 w 45"/>
                <a:gd name="p0y3" fmla="*/ 1095 h 1095"/>
                <a:gd name="p0x4" fmla="*/ 0 w 45"/>
                <a:gd name="p0y4" fmla="*/ 1095 h 10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E9CB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4748213" y="5762149"/>
            <a:ext cx="2724150" cy="1876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125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优势</a:t>
            </a:r>
            <a:endParaRPr sz="1125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4748213" y="6014561"/>
            <a:ext cx="2724150" cy="1876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125">
                <a:solidFill>
                  <a:srgbClr val="555555"/>
                </a:solidFill>
                <a:latin typeface="黑体" panose="02010609060101010101" charset="-122"/>
                <a:ea typeface="黑体" panose="02010609060101010101" charset="-122"/>
              </a:rPr>
              <a:t>一套代码多端适配，响应式开发效率高</a:t>
            </a:r>
            <a:endParaRPr sz="1125">
              <a:solidFill>
                <a:srgbClr val="55555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5"/>
            </p:custDataLst>
          </p:nvPr>
        </p:nvSpPr>
        <p:spPr>
          <a:xfrm>
            <a:off x="8267700" y="1409700"/>
            <a:ext cx="3533775" cy="5200650"/>
          </a:xfrm>
          <a:custGeom>
            <a:avLst/>
            <a:gdLst>
              <a:gd name="sw" fmla="*/ 1 w 5565"/>
              <a:gd name="sh" fmla="*/ 1 h 8190"/>
              <a:gd name="mins" fmla="min sw sh"/>
              <a:gd name="dsw" fmla="+- 0 sw mins"/>
              <a:gd name="dsh" fmla="+- 0 sh mins"/>
              <a:gd name="p0x0" fmla="*/ 180 w 5565"/>
              <a:gd name="p0y0" fmla="*/ 0 h 8190"/>
              <a:gd name="p0x1" fmla="*/ 5385 w 5565"/>
              <a:gd name="p0y1" fmla="*/ 0 h 8190"/>
              <a:gd name="p0x2" fmla="*/ 5484 w 5565"/>
              <a:gd name="p0y2" fmla="*/ 0 h 8190"/>
              <a:gd name="p0x3" fmla="*/ 5565 w 5565"/>
              <a:gd name="p0y3" fmla="*/ 80 h 8190"/>
              <a:gd name="p0x4" fmla="*/ 5565 w 5565"/>
              <a:gd name="p0y4" fmla="*/ 180 h 8190"/>
              <a:gd name="p0x5" fmla="*/ 5565 w 5565"/>
              <a:gd name="p0y5" fmla="*/ 8010 h 8190"/>
              <a:gd name="p0x6" fmla="*/ 5565 w 5565"/>
              <a:gd name="p0y6" fmla="*/ 8109 h 8190"/>
              <a:gd name="p0x7" fmla="*/ 5484 w 5565"/>
              <a:gd name="p0y7" fmla="*/ 8190 h 8190"/>
              <a:gd name="p0x8" fmla="*/ 5385 w 5565"/>
              <a:gd name="p0y8" fmla="*/ 8190 h 8190"/>
              <a:gd name="p0x9" fmla="*/ 180 w 5565"/>
              <a:gd name="p0y9" fmla="*/ 8190 h 8190"/>
              <a:gd name="p0x10" fmla="*/ 80 w 5565"/>
              <a:gd name="p0y10" fmla="*/ 8190 h 8190"/>
              <a:gd name="p0x11" fmla="*/ 0 w 5565"/>
              <a:gd name="p0y11" fmla="*/ 8109 h 8190"/>
              <a:gd name="p0x12" fmla="*/ 0 w 5565"/>
              <a:gd name="p0y12" fmla="*/ 8010 h 8190"/>
              <a:gd name="p0x13" fmla="*/ 0 w 5565"/>
              <a:gd name="p0y13" fmla="*/ 180 h 8190"/>
              <a:gd name="p0x14" fmla="*/ 0 w 5565"/>
              <a:gd name="p0y14" fmla="*/ 80 h 8190"/>
              <a:gd name="p0x15" fmla="*/ 80 w 5565"/>
              <a:gd name="p0y15" fmla="*/ 0 h 8190"/>
              <a:gd name="p0x16" fmla="*/ 180 w 5565"/>
              <a:gd name="p0y16" fmla="*/ 0 h 81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19050" cmpd="sng">
            <a:solidFill>
              <a:srgbClr val="6BC2D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26"/>
            </p:custDataLst>
          </p:nvPr>
        </p:nvSpPr>
        <p:spPr>
          <a:xfrm>
            <a:off x="8505825" y="1685925"/>
            <a:ext cx="571500" cy="38100"/>
          </a:xfrm>
          <a:custGeom>
            <a:avLst/>
            <a:gdLst>
              <a:gd name="sw" fmla="*/ 1 w 900"/>
              <a:gd name="sh" fmla="*/ 1 h 60"/>
              <a:gd name="mins" fmla="min sw sh"/>
              <a:gd name="dsw" fmla="+- 0 sw mins"/>
              <a:gd name="dsh" fmla="+- 0 sh mins"/>
              <a:gd name="p0x0" fmla="*/ 30 w 900"/>
              <a:gd name="p0y0" fmla="*/ 0 h 60"/>
              <a:gd name="p0x1" fmla="*/ 870 w 900"/>
              <a:gd name="p0y1" fmla="*/ 0 h 60"/>
              <a:gd name="p0x2" fmla="*/ 886 w 900"/>
              <a:gd name="p0y2" fmla="*/ 0 h 60"/>
              <a:gd name="p0x3" fmla="*/ 900 w 900"/>
              <a:gd name="p0y3" fmla="*/ 13 h 60"/>
              <a:gd name="p0x4" fmla="*/ 900 w 900"/>
              <a:gd name="p0y4" fmla="*/ 30 h 60"/>
              <a:gd name="p0x5" fmla="*/ 900 w 900"/>
              <a:gd name="p0y5" fmla="*/ 46 h 60"/>
              <a:gd name="p0x6" fmla="*/ 886 w 900"/>
              <a:gd name="p0y6" fmla="*/ 60 h 60"/>
              <a:gd name="p0x7" fmla="*/ 870 w 900"/>
              <a:gd name="p0y7" fmla="*/ 60 h 60"/>
              <a:gd name="p0x8" fmla="*/ 30 w 900"/>
              <a:gd name="p0y8" fmla="*/ 60 h 60"/>
              <a:gd name="p0x9" fmla="*/ 13 w 900"/>
              <a:gd name="p0y9" fmla="*/ 60 h 60"/>
              <a:gd name="p0x10" fmla="*/ 0 w 900"/>
              <a:gd name="p0y10" fmla="*/ 46 h 60"/>
              <a:gd name="p0x11" fmla="*/ 0 w 900"/>
              <a:gd name="p0y11" fmla="*/ 30 h 60"/>
              <a:gd name="p0x12" fmla="*/ 0 w 900"/>
              <a:gd name="p0y12" fmla="*/ 13 h 60"/>
              <a:gd name="p0x13" fmla="*/ 13 w 900"/>
              <a:gd name="p0y13" fmla="*/ 0 h 60"/>
              <a:gd name="p0x14" fmla="*/ 30 w 900"/>
              <a:gd name="p0y14" fmla="*/ 0 h 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7"/>
            </p:custDataLst>
          </p:nvPr>
        </p:nvSpPr>
        <p:spPr>
          <a:xfrm>
            <a:off x="8505825" y="1893570"/>
            <a:ext cx="3057525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数据存储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8"/>
            </p:custDataLst>
          </p:nvPr>
        </p:nvSpPr>
        <p:spPr>
          <a:xfrm>
            <a:off x="8505825" y="2367915"/>
            <a:ext cx="30575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关系型数据库</a:t>
            </a:r>
            <a:endParaRPr sz="120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9"/>
            </p:custDataLst>
          </p:nvPr>
        </p:nvSpPr>
        <p:spPr>
          <a:xfrm>
            <a:off x="8505825" y="2634615"/>
            <a:ext cx="30575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555555"/>
                </a:solidFill>
                <a:latin typeface="黑体" panose="02010609060101010101" charset="-122"/>
                <a:ea typeface="黑体" panose="02010609060101010101" charset="-122"/>
              </a:rPr>
              <a:t>PostgreSQL</a:t>
            </a:r>
            <a:endParaRPr sz="1200">
              <a:solidFill>
                <a:srgbClr val="55555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0"/>
            </p:custDataLst>
          </p:nvPr>
        </p:nvSpPr>
        <p:spPr>
          <a:xfrm>
            <a:off x="8505825" y="2977515"/>
            <a:ext cx="30575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缓存</a:t>
            </a:r>
            <a:endParaRPr sz="120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1"/>
            </p:custDataLst>
          </p:nvPr>
        </p:nvSpPr>
        <p:spPr>
          <a:xfrm>
            <a:off x="8505825" y="3244215"/>
            <a:ext cx="3057525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>
                <a:solidFill>
                  <a:srgbClr val="555555"/>
                </a:solidFill>
                <a:latin typeface="黑体" panose="02010609060101010101" charset="-122"/>
                <a:ea typeface="黑体" panose="02010609060101010101" charset="-122"/>
              </a:rPr>
              <a:t>Redis 7</a:t>
            </a:r>
            <a:endParaRPr sz="1200">
              <a:solidFill>
                <a:srgbClr val="555555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8505825" y="5638800"/>
            <a:ext cx="3056890" cy="694690"/>
            <a:chOff x="13395" y="8880"/>
            <a:chExt cx="4814" cy="1094"/>
          </a:xfrm>
        </p:grpSpPr>
        <p:sp>
          <p:nvSpPr>
            <p:cNvPr id="36" name="任意多边形 35"/>
            <p:cNvSpPr/>
            <p:nvPr>
              <p:custDataLst>
                <p:tags r:id="rId32"/>
              </p:custDataLst>
            </p:nvPr>
          </p:nvSpPr>
          <p:spPr>
            <a:xfrm>
              <a:off x="13395" y="8880"/>
              <a:ext cx="4815" cy="1095"/>
            </a:xfrm>
            <a:custGeom>
              <a:avLst/>
              <a:gdLst>
                <a:gd name="sw" fmla="*/ 1 w 4815"/>
                <a:gd name="sh" fmla="*/ 1 h 1095"/>
                <a:gd name="mins" fmla="min sw sh"/>
                <a:gd name="dsw" fmla="+- 0 sw mins"/>
                <a:gd name="dsh" fmla="+- 0 sh mins"/>
                <a:gd name="p0x0" fmla="*/ 0 w 4815"/>
                <a:gd name="p0y0" fmla="*/ 0 h 1095"/>
                <a:gd name="p0x1" fmla="*/ 4695 w 4815"/>
                <a:gd name="p0y1" fmla="*/ 0 h 1095"/>
                <a:gd name="p0x2" fmla="*/ 4761 w 4815"/>
                <a:gd name="p0y2" fmla="*/ 0 h 1095"/>
                <a:gd name="p0x3" fmla="*/ 4815 w 4815"/>
                <a:gd name="p0y3" fmla="*/ 53 h 1095"/>
                <a:gd name="p0x4" fmla="*/ 4815 w 4815"/>
                <a:gd name="p0y4" fmla="*/ 120 h 1095"/>
                <a:gd name="p0x5" fmla="*/ 4815 w 4815"/>
                <a:gd name="p0y5" fmla="*/ 975 h 1095"/>
                <a:gd name="p0x6" fmla="*/ 4815 w 4815"/>
                <a:gd name="p0y6" fmla="*/ 1041 h 1095"/>
                <a:gd name="p0x7" fmla="*/ 4761 w 4815"/>
                <a:gd name="p0y7" fmla="*/ 1095 h 1095"/>
                <a:gd name="p0x8" fmla="*/ 4695 w 4815"/>
                <a:gd name="p0y8" fmla="*/ 1095 h 1095"/>
                <a:gd name="p0x9" fmla="*/ 0 w 4815"/>
                <a:gd name="p0y9" fmla="*/ 1095 h 1095"/>
                <a:gd name="p0x10" fmla="*/ 0 w 4815"/>
                <a:gd name="p0y10" fmla="*/ 0 h 10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lnTo>
                    <a:pt x="p0x10" y="p0y10"/>
                  </a:lnTo>
                  <a:close/>
                </a:path>
              </a:pathLst>
            </a:custGeom>
            <a:gradFill>
              <a:gsLst>
                <a:gs pos="0">
                  <a:srgbClr val="3E9CB8">
                    <a:alpha val="7843"/>
                  </a:srgbClr>
                </a:gs>
                <a:gs pos="100000">
                  <a:srgbClr val="6BC2DB">
                    <a:alpha val="7843"/>
                  </a:srgbClr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>
              <p:custDataLst>
                <p:tags r:id="rId33"/>
              </p:custDataLst>
            </p:nvPr>
          </p:nvSpPr>
          <p:spPr>
            <a:xfrm>
              <a:off x="13395" y="8880"/>
              <a:ext cx="45" cy="1095"/>
            </a:xfrm>
            <a:custGeom>
              <a:avLst/>
              <a:gdLst>
                <a:gd name="sw" fmla="*/ 1 w 45"/>
                <a:gd name="sh" fmla="*/ 1 h 1095"/>
                <a:gd name="mins" fmla="min sw sh"/>
                <a:gd name="dsw" fmla="+- 0 sw mins"/>
                <a:gd name="dsh" fmla="+- 0 sh mins"/>
                <a:gd name="p0x0" fmla="*/ 0 w 45"/>
                <a:gd name="p0y0" fmla="*/ 1095 h 1095"/>
                <a:gd name="p0x1" fmla="*/ 0 w 45"/>
                <a:gd name="p0y1" fmla="*/ 0 h 1095"/>
                <a:gd name="p0x2" fmla="*/ 45 w 45"/>
                <a:gd name="p0y2" fmla="*/ 0 h 1095"/>
                <a:gd name="p0x3" fmla="*/ 45 w 45"/>
                <a:gd name="p0y3" fmla="*/ 1095 h 1095"/>
                <a:gd name="p0x4" fmla="*/ 0 w 45"/>
                <a:gd name="p0y4" fmla="*/ 1095 h 10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E9CB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9" name="文本框 38"/>
          <p:cNvSpPr txBox="1"/>
          <p:nvPr>
            <p:custDataLst>
              <p:tags r:id="rId34"/>
            </p:custDataLst>
          </p:nvPr>
        </p:nvSpPr>
        <p:spPr>
          <a:xfrm>
            <a:off x="8686800" y="5762149"/>
            <a:ext cx="2724150" cy="1876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125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优势</a:t>
            </a:r>
            <a:endParaRPr sz="1125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35"/>
            </p:custDataLst>
          </p:nvPr>
        </p:nvSpPr>
        <p:spPr>
          <a:xfrm>
            <a:off x="8686800" y="6014561"/>
            <a:ext cx="2928938" cy="1876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125">
                <a:solidFill>
                  <a:srgbClr val="55555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支持</a:t>
            </a:r>
            <a:r>
              <a:rPr lang="en-US" altLang="zh-CN" sz="1125">
                <a:solidFill>
                  <a:srgbClr val="55555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JSONB</a:t>
            </a:r>
            <a:r>
              <a:rPr lang="zh-CN" altLang="en-US" sz="1125">
                <a:solidFill>
                  <a:srgbClr val="555555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灵活存储，缓存提升高并发性能</a:t>
            </a:r>
            <a:endParaRPr lang="zh-CN" altLang="en-US" sz="1125">
              <a:solidFill>
                <a:srgbClr val="555555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矩形 1"/>
          <p:cNvSpPr/>
          <p:nvPr>
            <p:custDataLst>
              <p:tags r:id="rId36"/>
            </p:custDataLst>
          </p:nvPr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E9CB8"/>
              </a:gs>
              <a:gs pos="100000">
                <a:srgbClr val="6BC2DB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457200" y="419100"/>
            <a:ext cx="38100" cy="228600"/>
          </a:xfrm>
          <a:prstGeom prst="rect">
            <a:avLst/>
          </a:pr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09600" y="335280"/>
            <a:ext cx="11125200" cy="396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24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总体架构设计</a:t>
            </a:r>
            <a:endParaRPr sz="2400" b="1">
              <a:solidFill>
                <a:srgbClr val="3E9CB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-2500" b="-2500"/>
          <a:stretch>
            <a:fillRect/>
          </a:stretch>
        </p:blipFill>
        <p:spPr>
          <a:xfrm>
            <a:off x="457200" y="6278880"/>
            <a:ext cx="190500" cy="16002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762000" y="6263640"/>
            <a:ext cx="449580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前后端分离，通过</a:t>
            </a:r>
            <a:r>
              <a:rPr lang="en-US" altLang="zh-CN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RESTful API</a:t>
            </a:r>
            <a:r>
              <a:rPr lang="zh-CN" altLang="en-US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通信，各层职责解耦，扩展性强</a:t>
            </a:r>
            <a:endParaRPr lang="zh-CN" altLang="en-US" sz="1200">
              <a:solidFill>
                <a:srgbClr val="66666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" name="矩形 3"/>
          <p:cNvSpPr/>
          <p:nvPr>
            <p:custDataLst>
              <p:tags r:id="rId7"/>
            </p:custDataLst>
          </p:nvPr>
        </p:nvSpPr>
        <p:spPr>
          <a:xfrm>
            <a:off x="457200" y="990600"/>
            <a:ext cx="19050" cy="5143500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8"/>
            </p:custDataLst>
          </p:nvPr>
        </p:nvSpPr>
        <p:spPr>
          <a:xfrm>
            <a:off x="876300" y="990600"/>
            <a:ext cx="10858500" cy="1085850"/>
          </a:xfrm>
          <a:custGeom>
            <a:avLst/>
            <a:gdLst>
              <a:gd name="sw" fmla="*/ 1 w 17100"/>
              <a:gd name="sh" fmla="*/ 1 h 1710"/>
              <a:gd name="mins" fmla="min sw sh"/>
              <a:gd name="dsw" fmla="+- 0 sw mins"/>
              <a:gd name="dsh" fmla="+- 0 sh mins"/>
              <a:gd name="p0x0" fmla="*/ 120 w 17100"/>
              <a:gd name="p0y0" fmla="*/ 0 h 1710"/>
              <a:gd name="p0x1" fmla="*/ 16980 w 17100"/>
              <a:gd name="p0y1" fmla="*/ 0 h 1710"/>
              <a:gd name="p0x2" fmla="*/ 17046 w 17100"/>
              <a:gd name="p0y2" fmla="*/ 0 h 1710"/>
              <a:gd name="p0x3" fmla="*/ 17100 w 17100"/>
              <a:gd name="p0y3" fmla="*/ 53 h 1710"/>
              <a:gd name="p0x4" fmla="*/ 17100 w 17100"/>
              <a:gd name="p0y4" fmla="*/ 120 h 1710"/>
              <a:gd name="p0x5" fmla="*/ 17100 w 17100"/>
              <a:gd name="p0y5" fmla="*/ 1590 h 1710"/>
              <a:gd name="p0x6" fmla="*/ 17100 w 17100"/>
              <a:gd name="p0y6" fmla="*/ 1656 h 1710"/>
              <a:gd name="p0x7" fmla="*/ 17046 w 17100"/>
              <a:gd name="p0y7" fmla="*/ 1710 h 1710"/>
              <a:gd name="p0x8" fmla="*/ 16980 w 17100"/>
              <a:gd name="p0y8" fmla="*/ 1710 h 1710"/>
              <a:gd name="p0x9" fmla="*/ 120 w 17100"/>
              <a:gd name="p0y9" fmla="*/ 1710 h 1710"/>
              <a:gd name="p0x10" fmla="*/ 53 w 17100"/>
              <a:gd name="p0y10" fmla="*/ 1710 h 1710"/>
              <a:gd name="p0x11" fmla="*/ 0 w 17100"/>
              <a:gd name="p0y11" fmla="*/ 1656 h 1710"/>
              <a:gd name="p0x12" fmla="*/ 0 w 17100"/>
              <a:gd name="p0y12" fmla="*/ 1590 h 1710"/>
              <a:gd name="p0x13" fmla="*/ 0 w 17100"/>
              <a:gd name="p0y13" fmla="*/ 120 h 1710"/>
              <a:gd name="p0x14" fmla="*/ 0 w 17100"/>
              <a:gd name="p0y14" fmla="*/ 53 h 1710"/>
              <a:gd name="p0x15" fmla="*/ 53 w 17100"/>
              <a:gd name="p0y15" fmla="*/ 0 h 1710"/>
              <a:gd name="p0x16" fmla="*/ 120 w 17100"/>
              <a:gd name="p0y16" fmla="*/ 0 h 17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19050" dir="5399999" algn="ctr" rotWithShape="0">
              <a:srgbClr val="3E9CB8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6250" r="-6250"/>
          <a:stretch>
            <a:fillRect/>
          </a:stretch>
        </p:blipFill>
        <p:spPr>
          <a:xfrm>
            <a:off x="1323975" y="1419225"/>
            <a:ext cx="171450" cy="22860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12"/>
            </p:custDataLst>
          </p:nvPr>
        </p:nvSpPr>
        <p:spPr>
          <a:xfrm>
            <a:off x="1638300" y="1407795"/>
            <a:ext cx="9525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表现层</a:t>
            </a:r>
            <a:endParaRPr sz="150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3"/>
            </p:custDataLst>
          </p:nvPr>
        </p:nvSpPr>
        <p:spPr>
          <a:xfrm>
            <a:off x="2819400" y="1434465"/>
            <a:ext cx="274320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移动端（儿童</a:t>
            </a:r>
            <a:r>
              <a:rPr lang="en-US" altLang="zh-CN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家长端）、</a:t>
            </a:r>
            <a:r>
              <a:rPr lang="en-US" altLang="zh-CN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Web</a:t>
            </a:r>
            <a:r>
              <a:rPr lang="zh-CN" altLang="en-US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管理后台</a:t>
            </a:r>
            <a:endParaRPr lang="zh-CN" altLang="en-US" sz="1200">
              <a:solidFill>
                <a:srgbClr val="66666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14"/>
            </p:custDataLst>
          </p:nvPr>
        </p:nvSpPr>
        <p:spPr>
          <a:xfrm>
            <a:off x="876300" y="990600"/>
            <a:ext cx="38100" cy="1085850"/>
          </a:xfrm>
          <a:custGeom>
            <a:avLst/>
            <a:gdLst>
              <a:gd name="sw" fmla="*/ 1 w 60"/>
              <a:gd name="sh" fmla="*/ 1 h 1710"/>
              <a:gd name="mins" fmla="min sw sh"/>
              <a:gd name="dsw" fmla="+- 0 sw mins"/>
              <a:gd name="dsh" fmla="+- 0 sh mins"/>
              <a:gd name="p0x0" fmla="*/ 60 w 60"/>
              <a:gd name="p0y0" fmla="*/ 0 h 1710"/>
              <a:gd name="p0x1" fmla="*/ 60 w 60"/>
              <a:gd name="p0y1" fmla="*/ 1710 h 1710"/>
              <a:gd name="p0x2" fmla="*/ 26 w 60"/>
              <a:gd name="p0y2" fmla="*/ 1710 h 1710"/>
              <a:gd name="p0x3" fmla="*/ 0 w 60"/>
              <a:gd name="p0y3" fmla="*/ 1683 h 1710"/>
              <a:gd name="p0x4" fmla="*/ 0 w 60"/>
              <a:gd name="p0y4" fmla="*/ 1650 h 1710"/>
              <a:gd name="p0x5" fmla="*/ 0 w 60"/>
              <a:gd name="p0y5" fmla="*/ 60 h 1710"/>
              <a:gd name="p0x6" fmla="*/ 0 w 60"/>
              <a:gd name="p0y6" fmla="*/ 26 h 1710"/>
              <a:gd name="p0x7" fmla="*/ 26 w 60"/>
              <a:gd name="p0y7" fmla="*/ 0 h 1710"/>
              <a:gd name="p0x8" fmla="*/ 60 w 60"/>
              <a:gd name="p0y8" fmla="*/ 0 h 17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5"/>
            </p:custDataLst>
          </p:nvPr>
        </p:nvSpPr>
        <p:spPr>
          <a:xfrm>
            <a:off x="876300" y="2190750"/>
            <a:ext cx="10858500" cy="1085850"/>
          </a:xfrm>
          <a:custGeom>
            <a:avLst/>
            <a:gdLst>
              <a:gd name="sw" fmla="*/ 1 w 17100"/>
              <a:gd name="sh" fmla="*/ 1 h 1710"/>
              <a:gd name="mins" fmla="min sw sh"/>
              <a:gd name="dsw" fmla="+- 0 sw mins"/>
              <a:gd name="dsh" fmla="+- 0 sh mins"/>
              <a:gd name="p0x0" fmla="*/ 120 w 17100"/>
              <a:gd name="p0y0" fmla="*/ 0 h 1710"/>
              <a:gd name="p0x1" fmla="*/ 16980 w 17100"/>
              <a:gd name="p0y1" fmla="*/ 0 h 1710"/>
              <a:gd name="p0x2" fmla="*/ 17046 w 17100"/>
              <a:gd name="p0y2" fmla="*/ 0 h 1710"/>
              <a:gd name="p0x3" fmla="*/ 17100 w 17100"/>
              <a:gd name="p0y3" fmla="*/ 53 h 1710"/>
              <a:gd name="p0x4" fmla="*/ 17100 w 17100"/>
              <a:gd name="p0y4" fmla="*/ 120 h 1710"/>
              <a:gd name="p0x5" fmla="*/ 17100 w 17100"/>
              <a:gd name="p0y5" fmla="*/ 1590 h 1710"/>
              <a:gd name="p0x6" fmla="*/ 17100 w 17100"/>
              <a:gd name="p0y6" fmla="*/ 1656 h 1710"/>
              <a:gd name="p0x7" fmla="*/ 17046 w 17100"/>
              <a:gd name="p0y7" fmla="*/ 1710 h 1710"/>
              <a:gd name="p0x8" fmla="*/ 16980 w 17100"/>
              <a:gd name="p0y8" fmla="*/ 1710 h 1710"/>
              <a:gd name="p0x9" fmla="*/ 120 w 17100"/>
              <a:gd name="p0y9" fmla="*/ 1710 h 1710"/>
              <a:gd name="p0x10" fmla="*/ 53 w 17100"/>
              <a:gd name="p0y10" fmla="*/ 1710 h 1710"/>
              <a:gd name="p0x11" fmla="*/ 0 w 17100"/>
              <a:gd name="p0y11" fmla="*/ 1656 h 1710"/>
              <a:gd name="p0x12" fmla="*/ 0 w 17100"/>
              <a:gd name="p0y12" fmla="*/ 1590 h 1710"/>
              <a:gd name="p0x13" fmla="*/ 0 w 17100"/>
              <a:gd name="p0y13" fmla="*/ 120 h 1710"/>
              <a:gd name="p0x14" fmla="*/ 0 w 17100"/>
              <a:gd name="p0y14" fmla="*/ 53 h 1710"/>
              <a:gd name="p0x15" fmla="*/ 53 w 17100"/>
              <a:gd name="p0y15" fmla="*/ 0 h 1710"/>
              <a:gd name="p0x16" fmla="*/ 120 w 17100"/>
              <a:gd name="p0y16" fmla="*/ 0 h 17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19050" dir="5399999" algn="ctr" rotWithShape="0">
              <a:srgbClr val="3E9CB8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1724" t="-2174" r="-1724" b="-2174"/>
          <a:stretch>
            <a:fillRect/>
          </a:stretch>
        </p:blipFill>
        <p:spPr>
          <a:xfrm>
            <a:off x="1266825" y="2619375"/>
            <a:ext cx="285750" cy="2286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9"/>
            </p:custDataLst>
          </p:nvPr>
        </p:nvSpPr>
        <p:spPr>
          <a:xfrm>
            <a:off x="1638300" y="2607945"/>
            <a:ext cx="11430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业务逻辑层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20"/>
            </p:custDataLst>
          </p:nvPr>
        </p:nvSpPr>
        <p:spPr>
          <a:xfrm>
            <a:off x="2819400" y="2634615"/>
            <a:ext cx="327660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</a:t>
            </a:r>
            <a:r>
              <a:rPr lang="en-US" altLang="zh-CN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Spring Boot 3</a:t>
            </a:r>
            <a:r>
              <a:rPr lang="zh-CN" altLang="en-US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实现，封装核心业务规则</a:t>
            </a:r>
            <a:endParaRPr lang="zh-CN" altLang="en-US" sz="1200">
              <a:solidFill>
                <a:srgbClr val="66666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21"/>
            </p:custDataLst>
          </p:nvPr>
        </p:nvSpPr>
        <p:spPr>
          <a:xfrm>
            <a:off x="876300" y="2190750"/>
            <a:ext cx="38100" cy="1085850"/>
          </a:xfrm>
          <a:custGeom>
            <a:avLst/>
            <a:gdLst>
              <a:gd name="sw" fmla="*/ 1 w 60"/>
              <a:gd name="sh" fmla="*/ 1 h 1710"/>
              <a:gd name="mins" fmla="min sw sh"/>
              <a:gd name="dsw" fmla="+- 0 sw mins"/>
              <a:gd name="dsh" fmla="+- 0 sh mins"/>
              <a:gd name="p0x0" fmla="*/ 60 w 60"/>
              <a:gd name="p0y0" fmla="*/ 0 h 1710"/>
              <a:gd name="p0x1" fmla="*/ 60 w 60"/>
              <a:gd name="p0y1" fmla="*/ 1710 h 1710"/>
              <a:gd name="p0x2" fmla="*/ 26 w 60"/>
              <a:gd name="p0y2" fmla="*/ 1710 h 1710"/>
              <a:gd name="p0x3" fmla="*/ 0 w 60"/>
              <a:gd name="p0y3" fmla="*/ 1683 h 1710"/>
              <a:gd name="p0x4" fmla="*/ 0 w 60"/>
              <a:gd name="p0y4" fmla="*/ 1650 h 1710"/>
              <a:gd name="p0x5" fmla="*/ 0 w 60"/>
              <a:gd name="p0y5" fmla="*/ 60 h 1710"/>
              <a:gd name="p0x6" fmla="*/ 0 w 60"/>
              <a:gd name="p0y6" fmla="*/ 26 h 1710"/>
              <a:gd name="p0x7" fmla="*/ 26 w 60"/>
              <a:gd name="p0y7" fmla="*/ 0 h 1710"/>
              <a:gd name="p0x8" fmla="*/ 60 w 60"/>
              <a:gd name="p0y8" fmla="*/ 0 h 17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22"/>
            </p:custDataLst>
          </p:nvPr>
        </p:nvSpPr>
        <p:spPr>
          <a:xfrm>
            <a:off x="876300" y="3390900"/>
            <a:ext cx="10858500" cy="1085850"/>
          </a:xfrm>
          <a:custGeom>
            <a:avLst/>
            <a:gdLst>
              <a:gd name="sw" fmla="*/ 1 w 17100"/>
              <a:gd name="sh" fmla="*/ 1 h 1710"/>
              <a:gd name="mins" fmla="min sw sh"/>
              <a:gd name="dsw" fmla="+- 0 sw mins"/>
              <a:gd name="dsh" fmla="+- 0 sh mins"/>
              <a:gd name="p0x0" fmla="*/ 120 w 17100"/>
              <a:gd name="p0y0" fmla="*/ 0 h 1710"/>
              <a:gd name="p0x1" fmla="*/ 16980 w 17100"/>
              <a:gd name="p0y1" fmla="*/ 0 h 1710"/>
              <a:gd name="p0x2" fmla="*/ 17046 w 17100"/>
              <a:gd name="p0y2" fmla="*/ 0 h 1710"/>
              <a:gd name="p0x3" fmla="*/ 17100 w 17100"/>
              <a:gd name="p0y3" fmla="*/ 53 h 1710"/>
              <a:gd name="p0x4" fmla="*/ 17100 w 17100"/>
              <a:gd name="p0y4" fmla="*/ 120 h 1710"/>
              <a:gd name="p0x5" fmla="*/ 17100 w 17100"/>
              <a:gd name="p0y5" fmla="*/ 1590 h 1710"/>
              <a:gd name="p0x6" fmla="*/ 17100 w 17100"/>
              <a:gd name="p0y6" fmla="*/ 1656 h 1710"/>
              <a:gd name="p0x7" fmla="*/ 17046 w 17100"/>
              <a:gd name="p0y7" fmla="*/ 1710 h 1710"/>
              <a:gd name="p0x8" fmla="*/ 16980 w 17100"/>
              <a:gd name="p0y8" fmla="*/ 1710 h 1710"/>
              <a:gd name="p0x9" fmla="*/ 120 w 17100"/>
              <a:gd name="p0y9" fmla="*/ 1710 h 1710"/>
              <a:gd name="p0x10" fmla="*/ 53 w 17100"/>
              <a:gd name="p0y10" fmla="*/ 1710 h 1710"/>
              <a:gd name="p0x11" fmla="*/ 0 w 17100"/>
              <a:gd name="p0y11" fmla="*/ 1656 h 1710"/>
              <a:gd name="p0x12" fmla="*/ 0 w 17100"/>
              <a:gd name="p0y12" fmla="*/ 1590 h 1710"/>
              <a:gd name="p0x13" fmla="*/ 0 w 17100"/>
              <a:gd name="p0y13" fmla="*/ 120 h 1710"/>
              <a:gd name="p0x14" fmla="*/ 0 w 17100"/>
              <a:gd name="p0y14" fmla="*/ 53 h 1710"/>
              <a:gd name="p0x15" fmla="*/ 53 w 17100"/>
              <a:gd name="p0y15" fmla="*/ 0 h 1710"/>
              <a:gd name="p0x16" fmla="*/ 120 w 17100"/>
              <a:gd name="p0y16" fmla="*/ 0 h 17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19050" dir="5399999" algn="ctr" rotWithShape="0">
              <a:srgbClr val="3E9CB8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/>
          <a:stretch>
            <a:fillRect/>
          </a:stretch>
        </p:blipFill>
        <p:spPr>
          <a:xfrm>
            <a:off x="1309370" y="3819525"/>
            <a:ext cx="200025" cy="2286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6"/>
            </p:custDataLst>
          </p:nvPr>
        </p:nvSpPr>
        <p:spPr>
          <a:xfrm>
            <a:off x="1638300" y="3808095"/>
            <a:ext cx="11430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数据访问层</a:t>
            </a:r>
            <a:endParaRPr sz="150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7"/>
            </p:custDataLst>
          </p:nvPr>
        </p:nvSpPr>
        <p:spPr>
          <a:xfrm>
            <a:off x="2819400" y="3834765"/>
            <a:ext cx="259080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MyBatis-Plus</a:t>
            </a:r>
            <a:r>
              <a:rPr lang="zh-CN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实现数据持久化操作</a:t>
            </a:r>
            <a:endParaRPr lang="zh-CN" sz="1200">
              <a:solidFill>
                <a:srgbClr val="66666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8"/>
            </p:custDataLst>
          </p:nvPr>
        </p:nvSpPr>
        <p:spPr>
          <a:xfrm>
            <a:off x="876300" y="3390900"/>
            <a:ext cx="38100" cy="1085850"/>
          </a:xfrm>
          <a:custGeom>
            <a:avLst/>
            <a:gdLst>
              <a:gd name="sw" fmla="*/ 1 w 60"/>
              <a:gd name="sh" fmla="*/ 1 h 1710"/>
              <a:gd name="mins" fmla="min sw sh"/>
              <a:gd name="dsw" fmla="+- 0 sw mins"/>
              <a:gd name="dsh" fmla="+- 0 sh mins"/>
              <a:gd name="p0x0" fmla="*/ 60 w 60"/>
              <a:gd name="p0y0" fmla="*/ 0 h 1710"/>
              <a:gd name="p0x1" fmla="*/ 60 w 60"/>
              <a:gd name="p0y1" fmla="*/ 1710 h 1710"/>
              <a:gd name="p0x2" fmla="*/ 26 w 60"/>
              <a:gd name="p0y2" fmla="*/ 1710 h 1710"/>
              <a:gd name="p0x3" fmla="*/ 0 w 60"/>
              <a:gd name="p0y3" fmla="*/ 1683 h 1710"/>
              <a:gd name="p0x4" fmla="*/ 0 w 60"/>
              <a:gd name="p0y4" fmla="*/ 1650 h 1710"/>
              <a:gd name="p0x5" fmla="*/ 0 w 60"/>
              <a:gd name="p0y5" fmla="*/ 60 h 1710"/>
              <a:gd name="p0x6" fmla="*/ 0 w 60"/>
              <a:gd name="p0y6" fmla="*/ 26 h 1710"/>
              <a:gd name="p0x7" fmla="*/ 26 w 60"/>
              <a:gd name="p0y7" fmla="*/ 0 h 1710"/>
              <a:gd name="p0x8" fmla="*/ 60 w 60"/>
              <a:gd name="p0y8" fmla="*/ 0 h 17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close/>
              </a:path>
            </a:pathLst>
          </a:custGeom>
          <a:solidFill>
            <a:srgbClr val="5AADB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9"/>
            </p:custDataLst>
          </p:nvPr>
        </p:nvSpPr>
        <p:spPr>
          <a:xfrm>
            <a:off x="876300" y="4591050"/>
            <a:ext cx="10858500" cy="1085850"/>
          </a:xfrm>
          <a:custGeom>
            <a:avLst/>
            <a:gdLst>
              <a:gd name="sw" fmla="*/ 1 w 17100"/>
              <a:gd name="sh" fmla="*/ 1 h 1710"/>
              <a:gd name="mins" fmla="min sw sh"/>
              <a:gd name="dsw" fmla="+- 0 sw mins"/>
              <a:gd name="dsh" fmla="+- 0 sh mins"/>
              <a:gd name="p0x0" fmla="*/ 120 w 17100"/>
              <a:gd name="p0y0" fmla="*/ 0 h 1710"/>
              <a:gd name="p0x1" fmla="*/ 16980 w 17100"/>
              <a:gd name="p0y1" fmla="*/ 0 h 1710"/>
              <a:gd name="p0x2" fmla="*/ 17046 w 17100"/>
              <a:gd name="p0y2" fmla="*/ 0 h 1710"/>
              <a:gd name="p0x3" fmla="*/ 17100 w 17100"/>
              <a:gd name="p0y3" fmla="*/ 53 h 1710"/>
              <a:gd name="p0x4" fmla="*/ 17100 w 17100"/>
              <a:gd name="p0y4" fmla="*/ 120 h 1710"/>
              <a:gd name="p0x5" fmla="*/ 17100 w 17100"/>
              <a:gd name="p0y5" fmla="*/ 1590 h 1710"/>
              <a:gd name="p0x6" fmla="*/ 17100 w 17100"/>
              <a:gd name="p0y6" fmla="*/ 1656 h 1710"/>
              <a:gd name="p0x7" fmla="*/ 17046 w 17100"/>
              <a:gd name="p0y7" fmla="*/ 1710 h 1710"/>
              <a:gd name="p0x8" fmla="*/ 16980 w 17100"/>
              <a:gd name="p0y8" fmla="*/ 1710 h 1710"/>
              <a:gd name="p0x9" fmla="*/ 120 w 17100"/>
              <a:gd name="p0y9" fmla="*/ 1710 h 1710"/>
              <a:gd name="p0x10" fmla="*/ 53 w 17100"/>
              <a:gd name="p0y10" fmla="*/ 1710 h 1710"/>
              <a:gd name="p0x11" fmla="*/ 0 w 17100"/>
              <a:gd name="p0y11" fmla="*/ 1656 h 1710"/>
              <a:gd name="p0x12" fmla="*/ 0 w 17100"/>
              <a:gd name="p0y12" fmla="*/ 1590 h 1710"/>
              <a:gd name="p0x13" fmla="*/ 0 w 17100"/>
              <a:gd name="p0y13" fmla="*/ 120 h 1710"/>
              <a:gd name="p0x14" fmla="*/ 0 w 17100"/>
              <a:gd name="p0y14" fmla="*/ 53 h 1710"/>
              <a:gd name="p0x15" fmla="*/ 53 w 17100"/>
              <a:gd name="p0y15" fmla="*/ 0 h 1710"/>
              <a:gd name="p0x16" fmla="*/ 120 w 17100"/>
              <a:gd name="p0y16" fmla="*/ 0 h 17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114300" dist="19050" dir="5399999" algn="ctr" rotWithShape="0">
              <a:srgbClr val="3E9CB8">
                <a:alpha val="10196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t="-7143" b="-7143"/>
          <a:stretch>
            <a:fillRect/>
          </a:stretch>
        </p:blipFill>
        <p:spPr>
          <a:xfrm>
            <a:off x="1295400" y="5019675"/>
            <a:ext cx="228600" cy="22860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33"/>
            </p:custDataLst>
          </p:nvPr>
        </p:nvSpPr>
        <p:spPr>
          <a:xfrm>
            <a:off x="1638300" y="5008245"/>
            <a:ext cx="9525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基础层</a:t>
            </a:r>
            <a:endParaRPr sz="150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34"/>
            </p:custDataLst>
          </p:nvPr>
        </p:nvSpPr>
        <p:spPr>
          <a:xfrm>
            <a:off x="2819400" y="5034915"/>
            <a:ext cx="350520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altLang="en-US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PostgreSQL</a:t>
            </a:r>
            <a:r>
              <a:rPr lang="zh-CN" altLang="en-US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数据库、</a:t>
            </a:r>
            <a:r>
              <a:rPr lang="en-US" altLang="zh-CN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Redis</a:t>
            </a:r>
            <a:r>
              <a:rPr lang="zh-CN" altLang="en-US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缓存、大模型</a:t>
            </a:r>
            <a:r>
              <a:rPr lang="en-US" altLang="zh-CN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API</a:t>
            </a:r>
            <a:r>
              <a:rPr lang="zh-CN" altLang="en-US" sz="120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代理</a:t>
            </a:r>
            <a:endParaRPr lang="zh-CN" altLang="en-US" sz="1200">
              <a:solidFill>
                <a:srgbClr val="66666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35"/>
            </p:custDataLst>
          </p:nvPr>
        </p:nvSpPr>
        <p:spPr>
          <a:xfrm>
            <a:off x="876300" y="4591050"/>
            <a:ext cx="38100" cy="1085850"/>
          </a:xfrm>
          <a:custGeom>
            <a:avLst/>
            <a:gdLst>
              <a:gd name="sw" fmla="*/ 1 w 60"/>
              <a:gd name="sh" fmla="*/ 1 h 1710"/>
              <a:gd name="mins" fmla="min sw sh"/>
              <a:gd name="dsw" fmla="+- 0 sw mins"/>
              <a:gd name="dsh" fmla="+- 0 sh mins"/>
              <a:gd name="p0x0" fmla="*/ 60 w 60"/>
              <a:gd name="p0y0" fmla="*/ 0 h 1710"/>
              <a:gd name="p0x1" fmla="*/ 60 w 60"/>
              <a:gd name="p0y1" fmla="*/ 1710 h 1710"/>
              <a:gd name="p0x2" fmla="*/ 26 w 60"/>
              <a:gd name="p0y2" fmla="*/ 1710 h 1710"/>
              <a:gd name="p0x3" fmla="*/ 0 w 60"/>
              <a:gd name="p0y3" fmla="*/ 1683 h 1710"/>
              <a:gd name="p0x4" fmla="*/ 0 w 60"/>
              <a:gd name="p0y4" fmla="*/ 1650 h 1710"/>
              <a:gd name="p0x5" fmla="*/ 0 w 60"/>
              <a:gd name="p0y5" fmla="*/ 60 h 1710"/>
              <a:gd name="p0x6" fmla="*/ 0 w 60"/>
              <a:gd name="p0y6" fmla="*/ 26 h 1710"/>
              <a:gd name="p0x7" fmla="*/ 26 w 60"/>
              <a:gd name="p0y7" fmla="*/ 0 h 1710"/>
              <a:gd name="p0x8" fmla="*/ 60 w 60"/>
              <a:gd name="p0y8" fmla="*/ 0 h 17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close/>
              </a:path>
            </a:pathLst>
          </a:custGeom>
          <a:solidFill>
            <a:srgbClr val="2D7A9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457200" y="381000"/>
            <a:ext cx="38100" cy="304800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09600" y="411480"/>
            <a:ext cx="2790825" cy="243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核心业务模块设计</a:t>
            </a:r>
            <a:endParaRPr sz="2400" b="1">
              <a:solidFill>
                <a:srgbClr val="3E9CB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457200" y="914400"/>
            <a:ext cx="2733675" cy="5334000"/>
            <a:chOff x="720" y="1440"/>
            <a:chExt cx="4305" cy="8400"/>
          </a:xfrm>
        </p:grpSpPr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720" y="1440"/>
              <a:ext cx="4305" cy="8400"/>
            </a:xfrm>
            <a:custGeom>
              <a:avLst/>
              <a:gdLst>
                <a:gd name="sw" fmla="*/ 1 w 4305"/>
                <a:gd name="sh" fmla="*/ 1 h 8400"/>
                <a:gd name="mins" fmla="min sw sh"/>
                <a:gd name="dsw" fmla="+- 0 sw mins"/>
                <a:gd name="dsh" fmla="+- 0 sh mins"/>
                <a:gd name="p0x0" fmla="*/ 120 w 4305"/>
                <a:gd name="p0y0" fmla="*/ 0 h 8400"/>
                <a:gd name="p0x1" fmla="*/ 4185 w 4305"/>
                <a:gd name="p0y1" fmla="*/ 0 h 8400"/>
                <a:gd name="p0x2" fmla="*/ 4251 w 4305"/>
                <a:gd name="p0y2" fmla="*/ 0 h 8400"/>
                <a:gd name="p0x3" fmla="*/ 4305 w 4305"/>
                <a:gd name="p0y3" fmla="*/ 53 h 8400"/>
                <a:gd name="p0x4" fmla="*/ 4305 w 4305"/>
                <a:gd name="p0y4" fmla="*/ 120 h 8400"/>
                <a:gd name="p0x5" fmla="*/ 4305 w 4305"/>
                <a:gd name="p0y5" fmla="*/ 8280 h 8400"/>
                <a:gd name="p0x6" fmla="*/ 4305 w 4305"/>
                <a:gd name="p0y6" fmla="*/ 8346 h 8400"/>
                <a:gd name="p0x7" fmla="*/ 4251 w 4305"/>
                <a:gd name="p0y7" fmla="*/ 8400 h 8400"/>
                <a:gd name="p0x8" fmla="*/ 4185 w 4305"/>
                <a:gd name="p0y8" fmla="*/ 8400 h 8400"/>
                <a:gd name="p0x9" fmla="*/ 120 w 4305"/>
                <a:gd name="p0y9" fmla="*/ 8400 h 8400"/>
                <a:gd name="p0x10" fmla="*/ 53 w 4305"/>
                <a:gd name="p0y10" fmla="*/ 8400 h 8400"/>
                <a:gd name="p0x11" fmla="*/ 0 w 4305"/>
                <a:gd name="p0y11" fmla="*/ 8346 h 8400"/>
                <a:gd name="p0x12" fmla="*/ 0 w 4305"/>
                <a:gd name="p0y12" fmla="*/ 8280 h 8400"/>
                <a:gd name="p0x13" fmla="*/ 0 w 4305"/>
                <a:gd name="p0y13" fmla="*/ 120 h 8400"/>
                <a:gd name="p0x14" fmla="*/ 0 w 4305"/>
                <a:gd name="p0y14" fmla="*/ 53 h 8400"/>
                <a:gd name="p0x15" fmla="*/ 53 w 4305"/>
                <a:gd name="p0y15" fmla="*/ 0 h 8400"/>
                <a:gd name="p0x16" fmla="*/ 120 w 4305"/>
                <a:gd name="p0y16" fmla="*/ 0 h 84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4"/>
              </p:custDataLst>
            </p:nvPr>
          </p:nvSpPr>
          <p:spPr>
            <a:xfrm>
              <a:off x="802" y="1440"/>
              <a:ext cx="4187" cy="45"/>
            </a:xfrm>
            <a:custGeom>
              <a:avLst/>
              <a:gdLst>
                <a:gd name="sw" fmla="*/ 1 w 4186"/>
                <a:gd name="sh" fmla="*/ 1 h 45"/>
                <a:gd name="mins" fmla="min sw sh"/>
                <a:gd name="dsw" fmla="+- 0 sw mins"/>
                <a:gd name="dsh" fmla="+- 0 sh mins"/>
                <a:gd name="p0x0" fmla="*/ 37 w 4186"/>
                <a:gd name="p0y0" fmla="*/ 0 h 45"/>
                <a:gd name="p0x1" fmla="*/ 4102 w 4186"/>
                <a:gd name="p0y1" fmla="*/ 0 h 45"/>
                <a:gd name="p0x2" fmla="*/ 4135 w 4186"/>
                <a:gd name="p0y2" fmla="*/ 0 h 45"/>
                <a:gd name="p0x3" fmla="*/ 4165 w 4186"/>
                <a:gd name="p0y3" fmla="*/ 13 h 45"/>
                <a:gd name="p0x4" fmla="*/ 4186 w 4186"/>
                <a:gd name="p0y4" fmla="*/ 35 h 45"/>
                <a:gd name="p0x5" fmla="*/ 4176 w 4186"/>
                <a:gd name="p0y5" fmla="*/ 45 h 45"/>
                <a:gd name="p0x6" fmla="*/ 4157 w 4186"/>
                <a:gd name="p0y6" fmla="*/ 26 h 45"/>
                <a:gd name="p0x7" fmla="*/ 4131 w 4186"/>
                <a:gd name="p0y7" fmla="*/ 15 h 45"/>
                <a:gd name="p0x8" fmla="*/ 4102 w 4186"/>
                <a:gd name="p0y8" fmla="*/ 15 h 45"/>
                <a:gd name="p0x9" fmla="*/ 37 w 4186"/>
                <a:gd name="p0y9" fmla="*/ 15 h 45"/>
                <a:gd name="p0x10" fmla="*/ 30 w 4186"/>
                <a:gd name="p0y10" fmla="*/ 15 h 45"/>
                <a:gd name="p0x11" fmla="*/ 24 w 4186"/>
                <a:gd name="p0y11" fmla="*/ 16 h 45"/>
                <a:gd name="p0x12" fmla="*/ 18 w 4186"/>
                <a:gd name="p0y12" fmla="*/ 20 h 45"/>
                <a:gd name="p0x13" fmla="*/ 0 w 4186"/>
                <a:gd name="p0y13" fmla="*/ 5 h 45"/>
                <a:gd name="p0x14" fmla="*/ 0 w 4186"/>
                <a:gd name="p0y14" fmla="*/ 5 h 45"/>
                <a:gd name="p0x15" fmla="*/ 11 w 4186"/>
                <a:gd name="p0y15" fmla="*/ 2 h 45"/>
                <a:gd name="p0x16" fmla="*/ 24 w 4186"/>
                <a:gd name="p0y16" fmla="*/ 0 h 45"/>
                <a:gd name="p0x17" fmla="*/ 37 w 4186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>
              <p:custDataLst>
                <p:tags r:id="rId5"/>
              </p:custDataLst>
            </p:nvPr>
          </p:nvSpPr>
          <p:spPr>
            <a:xfrm>
              <a:off x="4979" y="1475"/>
              <a:ext cx="46" cy="8329"/>
            </a:xfrm>
            <a:custGeom>
              <a:avLst/>
              <a:gdLst>
                <a:gd name="sw" fmla="*/ 1 w 45"/>
                <a:gd name="sh" fmla="*/ 1 h 8329"/>
                <a:gd name="mins" fmla="min sw sh"/>
                <a:gd name="dsw" fmla="+- 0 sw mins"/>
                <a:gd name="dsh" fmla="+- 0 sh mins"/>
                <a:gd name="p0x0" fmla="*/ 45 w 45"/>
                <a:gd name="p0y0" fmla="*/ 84 h 8329"/>
                <a:gd name="p0x1" fmla="*/ 45 w 45"/>
                <a:gd name="p0y1" fmla="*/ 8244 h 8329"/>
                <a:gd name="p0x2" fmla="*/ 45 w 45"/>
                <a:gd name="p0y2" fmla="*/ 8277 h 8329"/>
                <a:gd name="p0x3" fmla="*/ 32 w 45"/>
                <a:gd name="p0y3" fmla="*/ 8307 h 8329"/>
                <a:gd name="p0x4" fmla="*/ 10 w 45"/>
                <a:gd name="p0y4" fmla="*/ 8329 h 8329"/>
                <a:gd name="p0x5" fmla="*/ 0 w 45"/>
                <a:gd name="p0y5" fmla="*/ 8319 h 8329"/>
                <a:gd name="p0x6" fmla="*/ 19 w 45"/>
                <a:gd name="p0y6" fmla="*/ 8300 h 8329"/>
                <a:gd name="p0x7" fmla="*/ 30 w 45"/>
                <a:gd name="p0y7" fmla="*/ 8273 h 8329"/>
                <a:gd name="p0x8" fmla="*/ 30 w 45"/>
                <a:gd name="p0y8" fmla="*/ 8244 h 8329"/>
                <a:gd name="p0x9" fmla="*/ 30 w 45"/>
                <a:gd name="p0y9" fmla="*/ 84 h 8329"/>
                <a:gd name="p0x10" fmla="*/ 30 w 45"/>
                <a:gd name="p0y10" fmla="*/ 55 h 8329"/>
                <a:gd name="p0x11" fmla="*/ 19 w 45"/>
                <a:gd name="p0y11" fmla="*/ 29 h 8329"/>
                <a:gd name="p0x12" fmla="*/ 0 w 45"/>
                <a:gd name="p0y12" fmla="*/ 10 h 8329"/>
                <a:gd name="p0x13" fmla="*/ 10 w 45"/>
                <a:gd name="p0y13" fmla="*/ 0 h 8329"/>
                <a:gd name="p0x14" fmla="*/ 10 w 45"/>
                <a:gd name="p0y14" fmla="*/ 0 h 8329"/>
                <a:gd name="p0x15" fmla="*/ 32 w 45"/>
                <a:gd name="p0y15" fmla="*/ 21 h 8329"/>
                <a:gd name="p0x16" fmla="*/ 45 w 45"/>
                <a:gd name="p0y16" fmla="*/ 51 h 8329"/>
                <a:gd name="p0x17" fmla="*/ 45 w 45"/>
                <a:gd name="p0y17" fmla="*/ 84 h 832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6"/>
              </p:custDataLst>
            </p:nvPr>
          </p:nvSpPr>
          <p:spPr>
            <a:xfrm>
              <a:off x="802" y="9794"/>
              <a:ext cx="4187" cy="46"/>
            </a:xfrm>
            <a:custGeom>
              <a:avLst/>
              <a:gdLst>
                <a:gd name="sw" fmla="*/ 1 w 4186"/>
                <a:gd name="sh" fmla="*/ 1 h 45"/>
                <a:gd name="mins" fmla="min sw sh"/>
                <a:gd name="dsw" fmla="+- 0 sw mins"/>
                <a:gd name="dsh" fmla="+- 0 sh mins"/>
                <a:gd name="p0x0" fmla="*/ 4102 w 4186"/>
                <a:gd name="p0y0" fmla="*/ 45 h 45"/>
                <a:gd name="p0x1" fmla="*/ 37 w 4186"/>
                <a:gd name="p0y1" fmla="*/ 45 h 45"/>
                <a:gd name="p0x2" fmla="*/ 24 w 4186"/>
                <a:gd name="p0y2" fmla="*/ 45 h 45"/>
                <a:gd name="p0x3" fmla="*/ 11 w 4186"/>
                <a:gd name="p0y3" fmla="*/ 43 h 45"/>
                <a:gd name="p0x4" fmla="*/ 0 w 4186"/>
                <a:gd name="p0y4" fmla="*/ 39 h 45"/>
                <a:gd name="p0x5" fmla="*/ 18 w 4186"/>
                <a:gd name="p0y5" fmla="*/ 25 h 45"/>
                <a:gd name="p0x6" fmla="*/ 18 w 4186"/>
                <a:gd name="p0y6" fmla="*/ 25 h 45"/>
                <a:gd name="p0x7" fmla="*/ 24 w 4186"/>
                <a:gd name="p0y7" fmla="*/ 28 h 45"/>
                <a:gd name="p0x8" fmla="*/ 30 w 4186"/>
                <a:gd name="p0y8" fmla="*/ 30 h 45"/>
                <a:gd name="p0x9" fmla="*/ 37 w 4186"/>
                <a:gd name="p0y9" fmla="*/ 30 h 45"/>
                <a:gd name="p0x10" fmla="*/ 4102 w 4186"/>
                <a:gd name="p0y10" fmla="*/ 30 h 45"/>
                <a:gd name="p0x11" fmla="*/ 4131 w 4186"/>
                <a:gd name="p0y11" fmla="*/ 30 h 45"/>
                <a:gd name="p0x12" fmla="*/ 4157 w 4186"/>
                <a:gd name="p0y12" fmla="*/ 19 h 45"/>
                <a:gd name="p0x13" fmla="*/ 4176 w 4186"/>
                <a:gd name="p0y13" fmla="*/ 0 h 45"/>
                <a:gd name="p0x14" fmla="*/ 4186 w 4186"/>
                <a:gd name="p0y14" fmla="*/ 10 h 45"/>
                <a:gd name="p0x15" fmla="*/ 4165 w 4186"/>
                <a:gd name="p0y15" fmla="*/ 32 h 45"/>
                <a:gd name="p0x16" fmla="*/ 4135 w 4186"/>
                <a:gd name="p0y16" fmla="*/ 45 h 45"/>
                <a:gd name="p0x17" fmla="*/ 4102 w 4186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7"/>
              </p:custDataLst>
            </p:nvPr>
          </p:nvSpPr>
          <p:spPr>
            <a:xfrm>
              <a:off x="720" y="1445"/>
              <a:ext cx="101" cy="8389"/>
            </a:xfrm>
            <a:custGeom>
              <a:avLst/>
              <a:gdLst>
                <a:gd name="sw" fmla="*/ 1 w 101"/>
                <a:gd name="sh" fmla="*/ 1 h 8388"/>
                <a:gd name="mins" fmla="min sw sh"/>
                <a:gd name="dsw" fmla="+- 0 sw mins"/>
                <a:gd name="dsh" fmla="+- 0 sh mins"/>
                <a:gd name="p0x0" fmla="*/ 0 w 101"/>
                <a:gd name="p0y0" fmla="*/ 8274 h 8388"/>
                <a:gd name="p0x1" fmla="*/ 0 w 101"/>
                <a:gd name="p0y1" fmla="*/ 114 h 8388"/>
                <a:gd name="p0x2" fmla="*/ 0 w 101"/>
                <a:gd name="p0y2" fmla="*/ 60 h 8388"/>
                <a:gd name="p0x3" fmla="*/ 34 w 101"/>
                <a:gd name="p0y3" fmla="*/ 15 h 8388"/>
                <a:gd name="p0x4" fmla="*/ 82 w 101"/>
                <a:gd name="p0y4" fmla="*/ 0 h 8388"/>
                <a:gd name="p0x5" fmla="*/ 101 w 101"/>
                <a:gd name="p0y5" fmla="*/ 14 h 8388"/>
                <a:gd name="p0x6" fmla="*/ 101 w 101"/>
                <a:gd name="p0y6" fmla="*/ 14 h 8388"/>
                <a:gd name="p0x7" fmla="*/ 77 w 101"/>
                <a:gd name="p0y7" fmla="*/ 27 h 8388"/>
                <a:gd name="p0x8" fmla="*/ 60 w 101"/>
                <a:gd name="p0y8" fmla="*/ 67 h 8388"/>
                <a:gd name="p0x9" fmla="*/ 60 w 101"/>
                <a:gd name="p0y9" fmla="*/ 114 h 8388"/>
                <a:gd name="p0x10" fmla="*/ 60 w 101"/>
                <a:gd name="p0y10" fmla="*/ 8274 h 8388"/>
                <a:gd name="p0x11" fmla="*/ 60 w 101"/>
                <a:gd name="p0y11" fmla="*/ 8320 h 8388"/>
                <a:gd name="p0x12" fmla="*/ 77 w 101"/>
                <a:gd name="p0y12" fmla="*/ 8360 h 8388"/>
                <a:gd name="p0x13" fmla="*/ 101 w 101"/>
                <a:gd name="p0y13" fmla="*/ 8374 h 8388"/>
                <a:gd name="p0x14" fmla="*/ 82 w 101"/>
                <a:gd name="p0y14" fmla="*/ 8388 h 8388"/>
                <a:gd name="p0x15" fmla="*/ 82 w 101"/>
                <a:gd name="p0y15" fmla="*/ 8388 h 8388"/>
                <a:gd name="p0x16" fmla="*/ 34 w 101"/>
                <a:gd name="p0y16" fmla="*/ 8372 h 8388"/>
                <a:gd name="p0x17" fmla="*/ 0 w 101"/>
                <a:gd name="p0y17" fmla="*/ 8327 h 8388"/>
                <a:gd name="p0x18" fmla="*/ 0 w 101"/>
                <a:gd name="p0y18" fmla="*/ 8274 h 838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685800" y="1152525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120 w 720"/>
              <a:gd name="p0y0" fmla="*/ 0 h 720"/>
              <a:gd name="p0x1" fmla="*/ 600 w 720"/>
              <a:gd name="p0y1" fmla="*/ 0 h 720"/>
              <a:gd name="p0x2" fmla="*/ 666 w 720"/>
              <a:gd name="p0y2" fmla="*/ 0 h 720"/>
              <a:gd name="p0x3" fmla="*/ 720 w 720"/>
              <a:gd name="p0y3" fmla="*/ 53 h 720"/>
              <a:gd name="p0x4" fmla="*/ 720 w 720"/>
              <a:gd name="p0y4" fmla="*/ 120 h 720"/>
              <a:gd name="p0x5" fmla="*/ 720 w 720"/>
              <a:gd name="p0y5" fmla="*/ 600 h 720"/>
              <a:gd name="p0x6" fmla="*/ 720 w 720"/>
              <a:gd name="p0y6" fmla="*/ 666 h 720"/>
              <a:gd name="p0x7" fmla="*/ 666 w 720"/>
              <a:gd name="p0y7" fmla="*/ 720 h 720"/>
              <a:gd name="p0x8" fmla="*/ 600 w 720"/>
              <a:gd name="p0y8" fmla="*/ 720 h 720"/>
              <a:gd name="p0x9" fmla="*/ 120 w 720"/>
              <a:gd name="p0y9" fmla="*/ 720 h 720"/>
              <a:gd name="p0x10" fmla="*/ 53 w 720"/>
              <a:gd name="p0y10" fmla="*/ 720 h 720"/>
              <a:gd name="p0x11" fmla="*/ 0 w 720"/>
              <a:gd name="p0y11" fmla="*/ 666 h 720"/>
              <a:gd name="p0x12" fmla="*/ 0 w 720"/>
              <a:gd name="p0y12" fmla="*/ 600 h 720"/>
              <a:gd name="p0x13" fmla="*/ 0 w 720"/>
              <a:gd name="p0y13" fmla="*/ 120 h 720"/>
              <a:gd name="p0x14" fmla="*/ 0 w 720"/>
              <a:gd name="p0y14" fmla="*/ 53 h 720"/>
              <a:gd name="p0x15" fmla="*/ 53 w 720"/>
              <a:gd name="p0y15" fmla="*/ 0 h 720"/>
              <a:gd name="p0x16" fmla="*/ 120 w 7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F8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t="-41460" b="-41460"/>
          <a:stretch>
            <a:fillRect/>
          </a:stretch>
        </p:blipFill>
        <p:spPr>
          <a:xfrm>
            <a:off x="834390" y="1228725"/>
            <a:ext cx="159385" cy="30480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685800" y="1775460"/>
            <a:ext cx="1714500" cy="201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35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用户认证与鉴权模块</a:t>
            </a:r>
            <a:endParaRPr sz="135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685800" y="2169795"/>
            <a:ext cx="2305050" cy="701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Sa-Token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实现多角色权限隔离，管理员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家长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儿童角色权限严格互斥，支持双域会话隔离</a:t>
            </a:r>
            <a:endParaRPr lang="zh-CN" alt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3305175" y="914400"/>
            <a:ext cx="2733675" cy="5334000"/>
            <a:chOff x="5205" y="1440"/>
            <a:chExt cx="4305" cy="8400"/>
          </a:xfrm>
        </p:grpSpPr>
        <p:sp>
          <p:nvSpPr>
            <p:cNvPr id="15" name="任意多边形 14"/>
            <p:cNvSpPr/>
            <p:nvPr>
              <p:custDataLst>
                <p:tags r:id="rId14"/>
              </p:custDataLst>
            </p:nvPr>
          </p:nvSpPr>
          <p:spPr>
            <a:xfrm>
              <a:off x="5205" y="1440"/>
              <a:ext cx="4305" cy="8400"/>
            </a:xfrm>
            <a:custGeom>
              <a:avLst/>
              <a:gdLst>
                <a:gd name="sw" fmla="*/ 1 w 4305"/>
                <a:gd name="sh" fmla="*/ 1 h 8400"/>
                <a:gd name="mins" fmla="min sw sh"/>
                <a:gd name="dsw" fmla="+- 0 sw mins"/>
                <a:gd name="dsh" fmla="+- 0 sh mins"/>
                <a:gd name="p0x0" fmla="*/ 120 w 4305"/>
                <a:gd name="p0y0" fmla="*/ 0 h 8400"/>
                <a:gd name="p0x1" fmla="*/ 4185 w 4305"/>
                <a:gd name="p0y1" fmla="*/ 0 h 8400"/>
                <a:gd name="p0x2" fmla="*/ 4251 w 4305"/>
                <a:gd name="p0y2" fmla="*/ 0 h 8400"/>
                <a:gd name="p0x3" fmla="*/ 4305 w 4305"/>
                <a:gd name="p0y3" fmla="*/ 53 h 8400"/>
                <a:gd name="p0x4" fmla="*/ 4305 w 4305"/>
                <a:gd name="p0y4" fmla="*/ 120 h 8400"/>
                <a:gd name="p0x5" fmla="*/ 4305 w 4305"/>
                <a:gd name="p0y5" fmla="*/ 8280 h 8400"/>
                <a:gd name="p0x6" fmla="*/ 4305 w 4305"/>
                <a:gd name="p0y6" fmla="*/ 8346 h 8400"/>
                <a:gd name="p0x7" fmla="*/ 4251 w 4305"/>
                <a:gd name="p0y7" fmla="*/ 8400 h 8400"/>
                <a:gd name="p0x8" fmla="*/ 4185 w 4305"/>
                <a:gd name="p0y8" fmla="*/ 8400 h 8400"/>
                <a:gd name="p0x9" fmla="*/ 120 w 4305"/>
                <a:gd name="p0y9" fmla="*/ 8400 h 8400"/>
                <a:gd name="p0x10" fmla="*/ 53 w 4305"/>
                <a:gd name="p0y10" fmla="*/ 8400 h 8400"/>
                <a:gd name="p0x11" fmla="*/ 0 w 4305"/>
                <a:gd name="p0y11" fmla="*/ 8346 h 8400"/>
                <a:gd name="p0x12" fmla="*/ 0 w 4305"/>
                <a:gd name="p0y12" fmla="*/ 8280 h 8400"/>
                <a:gd name="p0x13" fmla="*/ 0 w 4305"/>
                <a:gd name="p0y13" fmla="*/ 120 h 8400"/>
                <a:gd name="p0x14" fmla="*/ 0 w 4305"/>
                <a:gd name="p0y14" fmla="*/ 53 h 8400"/>
                <a:gd name="p0x15" fmla="*/ 53 w 4305"/>
                <a:gd name="p0y15" fmla="*/ 0 h 8400"/>
                <a:gd name="p0x16" fmla="*/ 120 w 4305"/>
                <a:gd name="p0y16" fmla="*/ 0 h 84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>
              <p:custDataLst>
                <p:tags r:id="rId15"/>
              </p:custDataLst>
            </p:nvPr>
          </p:nvSpPr>
          <p:spPr>
            <a:xfrm>
              <a:off x="5287" y="1440"/>
              <a:ext cx="4187" cy="45"/>
            </a:xfrm>
            <a:custGeom>
              <a:avLst/>
              <a:gdLst>
                <a:gd name="sw" fmla="*/ 1 w 4186"/>
                <a:gd name="sh" fmla="*/ 1 h 45"/>
                <a:gd name="mins" fmla="min sw sh"/>
                <a:gd name="dsw" fmla="+- 0 sw mins"/>
                <a:gd name="dsh" fmla="+- 0 sh mins"/>
                <a:gd name="p0x0" fmla="*/ 37 w 4186"/>
                <a:gd name="p0y0" fmla="*/ 0 h 45"/>
                <a:gd name="p0x1" fmla="*/ 4102 w 4186"/>
                <a:gd name="p0y1" fmla="*/ 0 h 45"/>
                <a:gd name="p0x2" fmla="*/ 4135 w 4186"/>
                <a:gd name="p0y2" fmla="*/ 0 h 45"/>
                <a:gd name="p0x3" fmla="*/ 4165 w 4186"/>
                <a:gd name="p0y3" fmla="*/ 13 h 45"/>
                <a:gd name="p0x4" fmla="*/ 4186 w 4186"/>
                <a:gd name="p0y4" fmla="*/ 35 h 45"/>
                <a:gd name="p0x5" fmla="*/ 4176 w 4186"/>
                <a:gd name="p0y5" fmla="*/ 45 h 45"/>
                <a:gd name="p0x6" fmla="*/ 4157 w 4186"/>
                <a:gd name="p0y6" fmla="*/ 26 h 45"/>
                <a:gd name="p0x7" fmla="*/ 4131 w 4186"/>
                <a:gd name="p0y7" fmla="*/ 15 h 45"/>
                <a:gd name="p0x8" fmla="*/ 4102 w 4186"/>
                <a:gd name="p0y8" fmla="*/ 15 h 45"/>
                <a:gd name="p0x9" fmla="*/ 37 w 4186"/>
                <a:gd name="p0y9" fmla="*/ 15 h 45"/>
                <a:gd name="p0x10" fmla="*/ 30 w 4186"/>
                <a:gd name="p0y10" fmla="*/ 15 h 45"/>
                <a:gd name="p0x11" fmla="*/ 24 w 4186"/>
                <a:gd name="p0y11" fmla="*/ 16 h 45"/>
                <a:gd name="p0x12" fmla="*/ 18 w 4186"/>
                <a:gd name="p0y12" fmla="*/ 20 h 45"/>
                <a:gd name="p0x13" fmla="*/ 0 w 4186"/>
                <a:gd name="p0y13" fmla="*/ 5 h 45"/>
                <a:gd name="p0x14" fmla="*/ 0 w 4186"/>
                <a:gd name="p0y14" fmla="*/ 5 h 45"/>
                <a:gd name="p0x15" fmla="*/ 11 w 4186"/>
                <a:gd name="p0y15" fmla="*/ 2 h 45"/>
                <a:gd name="p0x16" fmla="*/ 24 w 4186"/>
                <a:gd name="p0y16" fmla="*/ 0 h 45"/>
                <a:gd name="p0x17" fmla="*/ 37 w 4186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16"/>
              </p:custDataLst>
            </p:nvPr>
          </p:nvSpPr>
          <p:spPr>
            <a:xfrm>
              <a:off x="9464" y="1475"/>
              <a:ext cx="46" cy="8329"/>
            </a:xfrm>
            <a:custGeom>
              <a:avLst/>
              <a:gdLst>
                <a:gd name="sw" fmla="*/ 1 w 45"/>
                <a:gd name="sh" fmla="*/ 1 h 8329"/>
                <a:gd name="mins" fmla="min sw sh"/>
                <a:gd name="dsw" fmla="+- 0 sw mins"/>
                <a:gd name="dsh" fmla="+- 0 sh mins"/>
                <a:gd name="p0x0" fmla="*/ 45 w 45"/>
                <a:gd name="p0y0" fmla="*/ 84 h 8329"/>
                <a:gd name="p0x1" fmla="*/ 45 w 45"/>
                <a:gd name="p0y1" fmla="*/ 8244 h 8329"/>
                <a:gd name="p0x2" fmla="*/ 45 w 45"/>
                <a:gd name="p0y2" fmla="*/ 8277 h 8329"/>
                <a:gd name="p0x3" fmla="*/ 32 w 45"/>
                <a:gd name="p0y3" fmla="*/ 8307 h 8329"/>
                <a:gd name="p0x4" fmla="*/ 10 w 45"/>
                <a:gd name="p0y4" fmla="*/ 8329 h 8329"/>
                <a:gd name="p0x5" fmla="*/ 0 w 45"/>
                <a:gd name="p0y5" fmla="*/ 8319 h 8329"/>
                <a:gd name="p0x6" fmla="*/ 19 w 45"/>
                <a:gd name="p0y6" fmla="*/ 8300 h 8329"/>
                <a:gd name="p0x7" fmla="*/ 30 w 45"/>
                <a:gd name="p0y7" fmla="*/ 8273 h 8329"/>
                <a:gd name="p0x8" fmla="*/ 30 w 45"/>
                <a:gd name="p0y8" fmla="*/ 8244 h 8329"/>
                <a:gd name="p0x9" fmla="*/ 30 w 45"/>
                <a:gd name="p0y9" fmla="*/ 84 h 8329"/>
                <a:gd name="p0x10" fmla="*/ 30 w 45"/>
                <a:gd name="p0y10" fmla="*/ 55 h 8329"/>
                <a:gd name="p0x11" fmla="*/ 19 w 45"/>
                <a:gd name="p0y11" fmla="*/ 29 h 8329"/>
                <a:gd name="p0x12" fmla="*/ 0 w 45"/>
                <a:gd name="p0y12" fmla="*/ 10 h 8329"/>
                <a:gd name="p0x13" fmla="*/ 10 w 45"/>
                <a:gd name="p0y13" fmla="*/ 0 h 8329"/>
                <a:gd name="p0x14" fmla="*/ 10 w 45"/>
                <a:gd name="p0y14" fmla="*/ 0 h 8329"/>
                <a:gd name="p0x15" fmla="*/ 32 w 45"/>
                <a:gd name="p0y15" fmla="*/ 21 h 8329"/>
                <a:gd name="p0x16" fmla="*/ 45 w 45"/>
                <a:gd name="p0y16" fmla="*/ 51 h 8329"/>
                <a:gd name="p0x17" fmla="*/ 45 w 45"/>
                <a:gd name="p0y17" fmla="*/ 84 h 832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17"/>
              </p:custDataLst>
            </p:nvPr>
          </p:nvSpPr>
          <p:spPr>
            <a:xfrm>
              <a:off x="5287" y="9794"/>
              <a:ext cx="4187" cy="46"/>
            </a:xfrm>
            <a:custGeom>
              <a:avLst/>
              <a:gdLst>
                <a:gd name="sw" fmla="*/ 1 w 4186"/>
                <a:gd name="sh" fmla="*/ 1 h 45"/>
                <a:gd name="mins" fmla="min sw sh"/>
                <a:gd name="dsw" fmla="+- 0 sw mins"/>
                <a:gd name="dsh" fmla="+- 0 sh mins"/>
                <a:gd name="p0x0" fmla="*/ 4102 w 4186"/>
                <a:gd name="p0y0" fmla="*/ 45 h 45"/>
                <a:gd name="p0x1" fmla="*/ 37 w 4186"/>
                <a:gd name="p0y1" fmla="*/ 45 h 45"/>
                <a:gd name="p0x2" fmla="*/ 24 w 4186"/>
                <a:gd name="p0y2" fmla="*/ 45 h 45"/>
                <a:gd name="p0x3" fmla="*/ 11 w 4186"/>
                <a:gd name="p0y3" fmla="*/ 43 h 45"/>
                <a:gd name="p0x4" fmla="*/ 0 w 4186"/>
                <a:gd name="p0y4" fmla="*/ 39 h 45"/>
                <a:gd name="p0x5" fmla="*/ 18 w 4186"/>
                <a:gd name="p0y5" fmla="*/ 25 h 45"/>
                <a:gd name="p0x6" fmla="*/ 18 w 4186"/>
                <a:gd name="p0y6" fmla="*/ 25 h 45"/>
                <a:gd name="p0x7" fmla="*/ 24 w 4186"/>
                <a:gd name="p0y7" fmla="*/ 28 h 45"/>
                <a:gd name="p0x8" fmla="*/ 30 w 4186"/>
                <a:gd name="p0y8" fmla="*/ 30 h 45"/>
                <a:gd name="p0x9" fmla="*/ 37 w 4186"/>
                <a:gd name="p0y9" fmla="*/ 30 h 45"/>
                <a:gd name="p0x10" fmla="*/ 4102 w 4186"/>
                <a:gd name="p0y10" fmla="*/ 30 h 45"/>
                <a:gd name="p0x11" fmla="*/ 4131 w 4186"/>
                <a:gd name="p0y11" fmla="*/ 30 h 45"/>
                <a:gd name="p0x12" fmla="*/ 4157 w 4186"/>
                <a:gd name="p0y12" fmla="*/ 19 h 45"/>
                <a:gd name="p0x13" fmla="*/ 4176 w 4186"/>
                <a:gd name="p0y13" fmla="*/ 0 h 45"/>
                <a:gd name="p0x14" fmla="*/ 4186 w 4186"/>
                <a:gd name="p0y14" fmla="*/ 10 h 45"/>
                <a:gd name="p0x15" fmla="*/ 4165 w 4186"/>
                <a:gd name="p0y15" fmla="*/ 32 h 45"/>
                <a:gd name="p0x16" fmla="*/ 4135 w 4186"/>
                <a:gd name="p0y16" fmla="*/ 45 h 45"/>
                <a:gd name="p0x17" fmla="*/ 4102 w 4186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8"/>
              </p:custDataLst>
            </p:nvPr>
          </p:nvSpPr>
          <p:spPr>
            <a:xfrm>
              <a:off x="5205" y="1445"/>
              <a:ext cx="101" cy="8389"/>
            </a:xfrm>
            <a:custGeom>
              <a:avLst/>
              <a:gdLst>
                <a:gd name="sw" fmla="*/ 1 w 101"/>
                <a:gd name="sh" fmla="*/ 1 h 8388"/>
                <a:gd name="mins" fmla="min sw sh"/>
                <a:gd name="dsw" fmla="+- 0 sw mins"/>
                <a:gd name="dsh" fmla="+- 0 sh mins"/>
                <a:gd name="p0x0" fmla="*/ 0 w 101"/>
                <a:gd name="p0y0" fmla="*/ 8274 h 8388"/>
                <a:gd name="p0x1" fmla="*/ 0 w 101"/>
                <a:gd name="p0y1" fmla="*/ 114 h 8388"/>
                <a:gd name="p0x2" fmla="*/ 0 w 101"/>
                <a:gd name="p0y2" fmla="*/ 60 h 8388"/>
                <a:gd name="p0x3" fmla="*/ 34 w 101"/>
                <a:gd name="p0y3" fmla="*/ 15 h 8388"/>
                <a:gd name="p0x4" fmla="*/ 82 w 101"/>
                <a:gd name="p0y4" fmla="*/ 0 h 8388"/>
                <a:gd name="p0x5" fmla="*/ 101 w 101"/>
                <a:gd name="p0y5" fmla="*/ 14 h 8388"/>
                <a:gd name="p0x6" fmla="*/ 101 w 101"/>
                <a:gd name="p0y6" fmla="*/ 14 h 8388"/>
                <a:gd name="p0x7" fmla="*/ 77 w 101"/>
                <a:gd name="p0y7" fmla="*/ 27 h 8388"/>
                <a:gd name="p0x8" fmla="*/ 60 w 101"/>
                <a:gd name="p0y8" fmla="*/ 67 h 8388"/>
                <a:gd name="p0x9" fmla="*/ 60 w 101"/>
                <a:gd name="p0y9" fmla="*/ 114 h 8388"/>
                <a:gd name="p0x10" fmla="*/ 60 w 101"/>
                <a:gd name="p0y10" fmla="*/ 8274 h 8388"/>
                <a:gd name="p0x11" fmla="*/ 60 w 101"/>
                <a:gd name="p0y11" fmla="*/ 8320 h 8388"/>
                <a:gd name="p0x12" fmla="*/ 77 w 101"/>
                <a:gd name="p0y12" fmla="*/ 8360 h 8388"/>
                <a:gd name="p0x13" fmla="*/ 101 w 101"/>
                <a:gd name="p0y13" fmla="*/ 8374 h 8388"/>
                <a:gd name="p0x14" fmla="*/ 82 w 101"/>
                <a:gd name="p0y14" fmla="*/ 8388 h 8388"/>
                <a:gd name="p0x15" fmla="*/ 82 w 101"/>
                <a:gd name="p0y15" fmla="*/ 8388 h 8388"/>
                <a:gd name="p0x16" fmla="*/ 34 w 101"/>
                <a:gd name="p0y16" fmla="*/ 8372 h 8388"/>
                <a:gd name="p0x17" fmla="*/ 0 w 101"/>
                <a:gd name="p0y17" fmla="*/ 8327 h 8388"/>
                <a:gd name="p0x18" fmla="*/ 0 w 101"/>
                <a:gd name="p0y18" fmla="*/ 8274 h 838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任意多边形 20"/>
          <p:cNvSpPr/>
          <p:nvPr>
            <p:custDataLst>
              <p:tags r:id="rId19"/>
            </p:custDataLst>
          </p:nvPr>
        </p:nvSpPr>
        <p:spPr>
          <a:xfrm>
            <a:off x="3533775" y="1152525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120 w 720"/>
              <a:gd name="p0y0" fmla="*/ 0 h 720"/>
              <a:gd name="p0x1" fmla="*/ 600 w 720"/>
              <a:gd name="p0y1" fmla="*/ 0 h 720"/>
              <a:gd name="p0x2" fmla="*/ 666 w 720"/>
              <a:gd name="p0y2" fmla="*/ 0 h 720"/>
              <a:gd name="p0x3" fmla="*/ 720 w 720"/>
              <a:gd name="p0y3" fmla="*/ 53 h 720"/>
              <a:gd name="p0x4" fmla="*/ 720 w 720"/>
              <a:gd name="p0y4" fmla="*/ 120 h 720"/>
              <a:gd name="p0x5" fmla="*/ 720 w 720"/>
              <a:gd name="p0y5" fmla="*/ 600 h 720"/>
              <a:gd name="p0x6" fmla="*/ 720 w 720"/>
              <a:gd name="p0y6" fmla="*/ 666 h 720"/>
              <a:gd name="p0x7" fmla="*/ 666 w 720"/>
              <a:gd name="p0y7" fmla="*/ 720 h 720"/>
              <a:gd name="p0x8" fmla="*/ 600 w 720"/>
              <a:gd name="p0y8" fmla="*/ 720 h 720"/>
              <a:gd name="p0x9" fmla="*/ 120 w 720"/>
              <a:gd name="p0y9" fmla="*/ 720 h 720"/>
              <a:gd name="p0x10" fmla="*/ 53 w 720"/>
              <a:gd name="p0y10" fmla="*/ 720 h 720"/>
              <a:gd name="p0x11" fmla="*/ 0 w 720"/>
              <a:gd name="p0y11" fmla="*/ 666 h 720"/>
              <a:gd name="p0x12" fmla="*/ 0 w 720"/>
              <a:gd name="p0y12" fmla="*/ 600 h 720"/>
              <a:gd name="p0x13" fmla="*/ 0 w 720"/>
              <a:gd name="p0y13" fmla="*/ 120 h 720"/>
              <a:gd name="p0x14" fmla="*/ 0 w 720"/>
              <a:gd name="p0y14" fmla="*/ 53 h 720"/>
              <a:gd name="p0x15" fmla="*/ 53 w 720"/>
              <a:gd name="p0y15" fmla="*/ 0 h 720"/>
              <a:gd name="p0x16" fmla="*/ 120 w 7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F8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t="-64741" b="-64741"/>
          <a:stretch>
            <a:fillRect/>
          </a:stretch>
        </p:blipFill>
        <p:spPr>
          <a:xfrm>
            <a:off x="3682365" y="1228725"/>
            <a:ext cx="159385" cy="30480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3533775" y="1775460"/>
            <a:ext cx="1714500" cy="201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35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任务管理与流程设计</a:t>
            </a:r>
            <a:endParaRPr sz="135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3533775" y="2169795"/>
            <a:ext cx="2305050" cy="701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支持大任务拆解为微步骤，任务状态机覆盖未开始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执行中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已完成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已废弃全生命周期</a:t>
            </a:r>
            <a:endParaRPr lang="zh-CN" alt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6153150" y="914400"/>
            <a:ext cx="2733675" cy="5334000"/>
            <a:chOff x="9690" y="1440"/>
            <a:chExt cx="4305" cy="8400"/>
          </a:xfrm>
        </p:grpSpPr>
        <p:sp>
          <p:nvSpPr>
            <p:cNvPr id="25" name="任意多边形 24"/>
            <p:cNvSpPr/>
            <p:nvPr>
              <p:custDataLst>
                <p:tags r:id="rId25"/>
              </p:custDataLst>
            </p:nvPr>
          </p:nvSpPr>
          <p:spPr>
            <a:xfrm>
              <a:off x="9690" y="1440"/>
              <a:ext cx="4305" cy="8400"/>
            </a:xfrm>
            <a:custGeom>
              <a:avLst/>
              <a:gdLst>
                <a:gd name="sw" fmla="*/ 1 w 4305"/>
                <a:gd name="sh" fmla="*/ 1 h 8400"/>
                <a:gd name="mins" fmla="min sw sh"/>
                <a:gd name="dsw" fmla="+- 0 sw mins"/>
                <a:gd name="dsh" fmla="+- 0 sh mins"/>
                <a:gd name="p0x0" fmla="*/ 120 w 4305"/>
                <a:gd name="p0y0" fmla="*/ 0 h 8400"/>
                <a:gd name="p0x1" fmla="*/ 4185 w 4305"/>
                <a:gd name="p0y1" fmla="*/ 0 h 8400"/>
                <a:gd name="p0x2" fmla="*/ 4251 w 4305"/>
                <a:gd name="p0y2" fmla="*/ 0 h 8400"/>
                <a:gd name="p0x3" fmla="*/ 4305 w 4305"/>
                <a:gd name="p0y3" fmla="*/ 53 h 8400"/>
                <a:gd name="p0x4" fmla="*/ 4305 w 4305"/>
                <a:gd name="p0y4" fmla="*/ 120 h 8400"/>
                <a:gd name="p0x5" fmla="*/ 4305 w 4305"/>
                <a:gd name="p0y5" fmla="*/ 8280 h 8400"/>
                <a:gd name="p0x6" fmla="*/ 4305 w 4305"/>
                <a:gd name="p0y6" fmla="*/ 8346 h 8400"/>
                <a:gd name="p0x7" fmla="*/ 4251 w 4305"/>
                <a:gd name="p0y7" fmla="*/ 8400 h 8400"/>
                <a:gd name="p0x8" fmla="*/ 4185 w 4305"/>
                <a:gd name="p0y8" fmla="*/ 8400 h 8400"/>
                <a:gd name="p0x9" fmla="*/ 120 w 4305"/>
                <a:gd name="p0y9" fmla="*/ 8400 h 8400"/>
                <a:gd name="p0x10" fmla="*/ 53 w 4305"/>
                <a:gd name="p0y10" fmla="*/ 8400 h 8400"/>
                <a:gd name="p0x11" fmla="*/ 0 w 4305"/>
                <a:gd name="p0y11" fmla="*/ 8346 h 8400"/>
                <a:gd name="p0x12" fmla="*/ 0 w 4305"/>
                <a:gd name="p0y12" fmla="*/ 8280 h 8400"/>
                <a:gd name="p0x13" fmla="*/ 0 w 4305"/>
                <a:gd name="p0y13" fmla="*/ 120 h 8400"/>
                <a:gd name="p0x14" fmla="*/ 0 w 4305"/>
                <a:gd name="p0y14" fmla="*/ 53 h 8400"/>
                <a:gd name="p0x15" fmla="*/ 53 w 4305"/>
                <a:gd name="p0y15" fmla="*/ 0 h 8400"/>
                <a:gd name="p0x16" fmla="*/ 120 w 4305"/>
                <a:gd name="p0y16" fmla="*/ 0 h 84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6"/>
              </p:custDataLst>
            </p:nvPr>
          </p:nvSpPr>
          <p:spPr>
            <a:xfrm>
              <a:off x="9772" y="1440"/>
              <a:ext cx="4187" cy="45"/>
            </a:xfrm>
            <a:custGeom>
              <a:avLst/>
              <a:gdLst>
                <a:gd name="sw" fmla="*/ 1 w 4186"/>
                <a:gd name="sh" fmla="*/ 1 h 45"/>
                <a:gd name="mins" fmla="min sw sh"/>
                <a:gd name="dsw" fmla="+- 0 sw mins"/>
                <a:gd name="dsh" fmla="+- 0 sh mins"/>
                <a:gd name="p0x0" fmla="*/ 37 w 4186"/>
                <a:gd name="p0y0" fmla="*/ 0 h 45"/>
                <a:gd name="p0x1" fmla="*/ 4102 w 4186"/>
                <a:gd name="p0y1" fmla="*/ 0 h 45"/>
                <a:gd name="p0x2" fmla="*/ 4135 w 4186"/>
                <a:gd name="p0y2" fmla="*/ 0 h 45"/>
                <a:gd name="p0x3" fmla="*/ 4165 w 4186"/>
                <a:gd name="p0y3" fmla="*/ 13 h 45"/>
                <a:gd name="p0x4" fmla="*/ 4186 w 4186"/>
                <a:gd name="p0y4" fmla="*/ 35 h 45"/>
                <a:gd name="p0x5" fmla="*/ 4176 w 4186"/>
                <a:gd name="p0y5" fmla="*/ 45 h 45"/>
                <a:gd name="p0x6" fmla="*/ 4157 w 4186"/>
                <a:gd name="p0y6" fmla="*/ 26 h 45"/>
                <a:gd name="p0x7" fmla="*/ 4131 w 4186"/>
                <a:gd name="p0y7" fmla="*/ 15 h 45"/>
                <a:gd name="p0x8" fmla="*/ 4102 w 4186"/>
                <a:gd name="p0y8" fmla="*/ 15 h 45"/>
                <a:gd name="p0x9" fmla="*/ 37 w 4186"/>
                <a:gd name="p0y9" fmla="*/ 15 h 45"/>
                <a:gd name="p0x10" fmla="*/ 30 w 4186"/>
                <a:gd name="p0y10" fmla="*/ 15 h 45"/>
                <a:gd name="p0x11" fmla="*/ 24 w 4186"/>
                <a:gd name="p0y11" fmla="*/ 16 h 45"/>
                <a:gd name="p0x12" fmla="*/ 18 w 4186"/>
                <a:gd name="p0y12" fmla="*/ 20 h 45"/>
                <a:gd name="p0x13" fmla="*/ 0 w 4186"/>
                <a:gd name="p0y13" fmla="*/ 5 h 45"/>
                <a:gd name="p0x14" fmla="*/ 0 w 4186"/>
                <a:gd name="p0y14" fmla="*/ 5 h 45"/>
                <a:gd name="p0x15" fmla="*/ 11 w 4186"/>
                <a:gd name="p0y15" fmla="*/ 2 h 45"/>
                <a:gd name="p0x16" fmla="*/ 24 w 4186"/>
                <a:gd name="p0y16" fmla="*/ 0 h 45"/>
                <a:gd name="p0x17" fmla="*/ 37 w 4186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7"/>
              </p:custDataLst>
            </p:nvPr>
          </p:nvSpPr>
          <p:spPr>
            <a:xfrm>
              <a:off x="13949" y="1475"/>
              <a:ext cx="46" cy="8329"/>
            </a:xfrm>
            <a:custGeom>
              <a:avLst/>
              <a:gdLst>
                <a:gd name="sw" fmla="*/ 1 w 45"/>
                <a:gd name="sh" fmla="*/ 1 h 8329"/>
                <a:gd name="mins" fmla="min sw sh"/>
                <a:gd name="dsw" fmla="+- 0 sw mins"/>
                <a:gd name="dsh" fmla="+- 0 sh mins"/>
                <a:gd name="p0x0" fmla="*/ 45 w 45"/>
                <a:gd name="p0y0" fmla="*/ 84 h 8329"/>
                <a:gd name="p0x1" fmla="*/ 45 w 45"/>
                <a:gd name="p0y1" fmla="*/ 8244 h 8329"/>
                <a:gd name="p0x2" fmla="*/ 45 w 45"/>
                <a:gd name="p0y2" fmla="*/ 8277 h 8329"/>
                <a:gd name="p0x3" fmla="*/ 32 w 45"/>
                <a:gd name="p0y3" fmla="*/ 8307 h 8329"/>
                <a:gd name="p0x4" fmla="*/ 10 w 45"/>
                <a:gd name="p0y4" fmla="*/ 8329 h 8329"/>
                <a:gd name="p0x5" fmla="*/ 0 w 45"/>
                <a:gd name="p0y5" fmla="*/ 8319 h 8329"/>
                <a:gd name="p0x6" fmla="*/ 19 w 45"/>
                <a:gd name="p0y6" fmla="*/ 8300 h 8329"/>
                <a:gd name="p0x7" fmla="*/ 30 w 45"/>
                <a:gd name="p0y7" fmla="*/ 8273 h 8329"/>
                <a:gd name="p0x8" fmla="*/ 30 w 45"/>
                <a:gd name="p0y8" fmla="*/ 8244 h 8329"/>
                <a:gd name="p0x9" fmla="*/ 30 w 45"/>
                <a:gd name="p0y9" fmla="*/ 84 h 8329"/>
                <a:gd name="p0x10" fmla="*/ 30 w 45"/>
                <a:gd name="p0y10" fmla="*/ 55 h 8329"/>
                <a:gd name="p0x11" fmla="*/ 19 w 45"/>
                <a:gd name="p0y11" fmla="*/ 29 h 8329"/>
                <a:gd name="p0x12" fmla="*/ 0 w 45"/>
                <a:gd name="p0y12" fmla="*/ 10 h 8329"/>
                <a:gd name="p0x13" fmla="*/ 10 w 45"/>
                <a:gd name="p0y13" fmla="*/ 0 h 8329"/>
                <a:gd name="p0x14" fmla="*/ 10 w 45"/>
                <a:gd name="p0y14" fmla="*/ 0 h 8329"/>
                <a:gd name="p0x15" fmla="*/ 32 w 45"/>
                <a:gd name="p0y15" fmla="*/ 21 h 8329"/>
                <a:gd name="p0x16" fmla="*/ 45 w 45"/>
                <a:gd name="p0y16" fmla="*/ 51 h 8329"/>
                <a:gd name="p0x17" fmla="*/ 45 w 45"/>
                <a:gd name="p0y17" fmla="*/ 84 h 832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28"/>
              </p:custDataLst>
            </p:nvPr>
          </p:nvSpPr>
          <p:spPr>
            <a:xfrm>
              <a:off x="9772" y="9794"/>
              <a:ext cx="4187" cy="46"/>
            </a:xfrm>
            <a:custGeom>
              <a:avLst/>
              <a:gdLst>
                <a:gd name="sw" fmla="*/ 1 w 4186"/>
                <a:gd name="sh" fmla="*/ 1 h 45"/>
                <a:gd name="mins" fmla="min sw sh"/>
                <a:gd name="dsw" fmla="+- 0 sw mins"/>
                <a:gd name="dsh" fmla="+- 0 sh mins"/>
                <a:gd name="p0x0" fmla="*/ 4102 w 4186"/>
                <a:gd name="p0y0" fmla="*/ 45 h 45"/>
                <a:gd name="p0x1" fmla="*/ 37 w 4186"/>
                <a:gd name="p0y1" fmla="*/ 45 h 45"/>
                <a:gd name="p0x2" fmla="*/ 24 w 4186"/>
                <a:gd name="p0y2" fmla="*/ 45 h 45"/>
                <a:gd name="p0x3" fmla="*/ 11 w 4186"/>
                <a:gd name="p0y3" fmla="*/ 43 h 45"/>
                <a:gd name="p0x4" fmla="*/ 0 w 4186"/>
                <a:gd name="p0y4" fmla="*/ 39 h 45"/>
                <a:gd name="p0x5" fmla="*/ 18 w 4186"/>
                <a:gd name="p0y5" fmla="*/ 25 h 45"/>
                <a:gd name="p0x6" fmla="*/ 18 w 4186"/>
                <a:gd name="p0y6" fmla="*/ 25 h 45"/>
                <a:gd name="p0x7" fmla="*/ 24 w 4186"/>
                <a:gd name="p0y7" fmla="*/ 28 h 45"/>
                <a:gd name="p0x8" fmla="*/ 30 w 4186"/>
                <a:gd name="p0y8" fmla="*/ 30 h 45"/>
                <a:gd name="p0x9" fmla="*/ 37 w 4186"/>
                <a:gd name="p0y9" fmla="*/ 30 h 45"/>
                <a:gd name="p0x10" fmla="*/ 4102 w 4186"/>
                <a:gd name="p0y10" fmla="*/ 30 h 45"/>
                <a:gd name="p0x11" fmla="*/ 4131 w 4186"/>
                <a:gd name="p0y11" fmla="*/ 30 h 45"/>
                <a:gd name="p0x12" fmla="*/ 4157 w 4186"/>
                <a:gd name="p0y12" fmla="*/ 19 h 45"/>
                <a:gd name="p0x13" fmla="*/ 4176 w 4186"/>
                <a:gd name="p0y13" fmla="*/ 0 h 45"/>
                <a:gd name="p0x14" fmla="*/ 4186 w 4186"/>
                <a:gd name="p0y14" fmla="*/ 10 h 45"/>
                <a:gd name="p0x15" fmla="*/ 4165 w 4186"/>
                <a:gd name="p0y15" fmla="*/ 32 h 45"/>
                <a:gd name="p0x16" fmla="*/ 4135 w 4186"/>
                <a:gd name="p0y16" fmla="*/ 45 h 45"/>
                <a:gd name="p0x17" fmla="*/ 4102 w 4186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29"/>
              </p:custDataLst>
            </p:nvPr>
          </p:nvSpPr>
          <p:spPr>
            <a:xfrm>
              <a:off x="9690" y="1445"/>
              <a:ext cx="101" cy="8389"/>
            </a:xfrm>
            <a:custGeom>
              <a:avLst/>
              <a:gdLst>
                <a:gd name="sw" fmla="*/ 1 w 101"/>
                <a:gd name="sh" fmla="*/ 1 h 8388"/>
                <a:gd name="mins" fmla="min sw sh"/>
                <a:gd name="dsw" fmla="+- 0 sw mins"/>
                <a:gd name="dsh" fmla="+- 0 sh mins"/>
                <a:gd name="p0x0" fmla="*/ 0 w 101"/>
                <a:gd name="p0y0" fmla="*/ 8274 h 8388"/>
                <a:gd name="p0x1" fmla="*/ 0 w 101"/>
                <a:gd name="p0y1" fmla="*/ 114 h 8388"/>
                <a:gd name="p0x2" fmla="*/ 0 w 101"/>
                <a:gd name="p0y2" fmla="*/ 60 h 8388"/>
                <a:gd name="p0x3" fmla="*/ 34 w 101"/>
                <a:gd name="p0y3" fmla="*/ 15 h 8388"/>
                <a:gd name="p0x4" fmla="*/ 82 w 101"/>
                <a:gd name="p0y4" fmla="*/ 0 h 8388"/>
                <a:gd name="p0x5" fmla="*/ 101 w 101"/>
                <a:gd name="p0y5" fmla="*/ 14 h 8388"/>
                <a:gd name="p0x6" fmla="*/ 101 w 101"/>
                <a:gd name="p0y6" fmla="*/ 14 h 8388"/>
                <a:gd name="p0x7" fmla="*/ 77 w 101"/>
                <a:gd name="p0y7" fmla="*/ 27 h 8388"/>
                <a:gd name="p0x8" fmla="*/ 60 w 101"/>
                <a:gd name="p0y8" fmla="*/ 67 h 8388"/>
                <a:gd name="p0x9" fmla="*/ 60 w 101"/>
                <a:gd name="p0y9" fmla="*/ 114 h 8388"/>
                <a:gd name="p0x10" fmla="*/ 60 w 101"/>
                <a:gd name="p0y10" fmla="*/ 8274 h 8388"/>
                <a:gd name="p0x11" fmla="*/ 60 w 101"/>
                <a:gd name="p0y11" fmla="*/ 8320 h 8388"/>
                <a:gd name="p0x12" fmla="*/ 77 w 101"/>
                <a:gd name="p0y12" fmla="*/ 8360 h 8388"/>
                <a:gd name="p0x13" fmla="*/ 101 w 101"/>
                <a:gd name="p0y13" fmla="*/ 8374 h 8388"/>
                <a:gd name="p0x14" fmla="*/ 82 w 101"/>
                <a:gd name="p0y14" fmla="*/ 8388 h 8388"/>
                <a:gd name="p0x15" fmla="*/ 82 w 101"/>
                <a:gd name="p0y15" fmla="*/ 8388 h 8388"/>
                <a:gd name="p0x16" fmla="*/ 34 w 101"/>
                <a:gd name="p0y16" fmla="*/ 8372 h 8388"/>
                <a:gd name="p0x17" fmla="*/ 0 w 101"/>
                <a:gd name="p0y17" fmla="*/ 8327 h 8388"/>
                <a:gd name="p0x18" fmla="*/ 0 w 101"/>
                <a:gd name="p0y18" fmla="*/ 8274 h 838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1" name="任意多边形 30"/>
          <p:cNvSpPr/>
          <p:nvPr>
            <p:custDataLst>
              <p:tags r:id="rId30"/>
            </p:custDataLst>
          </p:nvPr>
        </p:nvSpPr>
        <p:spPr>
          <a:xfrm>
            <a:off x="6381750" y="1152525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120 w 720"/>
              <a:gd name="p0y0" fmla="*/ 0 h 720"/>
              <a:gd name="p0x1" fmla="*/ 600 w 720"/>
              <a:gd name="p0y1" fmla="*/ 0 h 720"/>
              <a:gd name="p0x2" fmla="*/ 666 w 720"/>
              <a:gd name="p0y2" fmla="*/ 0 h 720"/>
              <a:gd name="p0x3" fmla="*/ 720 w 720"/>
              <a:gd name="p0y3" fmla="*/ 53 h 720"/>
              <a:gd name="p0x4" fmla="*/ 720 w 720"/>
              <a:gd name="p0y4" fmla="*/ 120 h 720"/>
              <a:gd name="p0x5" fmla="*/ 720 w 720"/>
              <a:gd name="p0y5" fmla="*/ 600 h 720"/>
              <a:gd name="p0x6" fmla="*/ 720 w 720"/>
              <a:gd name="p0y6" fmla="*/ 666 h 720"/>
              <a:gd name="p0x7" fmla="*/ 666 w 720"/>
              <a:gd name="p0y7" fmla="*/ 720 h 720"/>
              <a:gd name="p0x8" fmla="*/ 600 w 720"/>
              <a:gd name="p0y8" fmla="*/ 720 h 720"/>
              <a:gd name="p0x9" fmla="*/ 120 w 720"/>
              <a:gd name="p0y9" fmla="*/ 720 h 720"/>
              <a:gd name="p0x10" fmla="*/ 53 w 720"/>
              <a:gd name="p0y10" fmla="*/ 720 h 720"/>
              <a:gd name="p0x11" fmla="*/ 0 w 720"/>
              <a:gd name="p0y11" fmla="*/ 666 h 720"/>
              <a:gd name="p0x12" fmla="*/ 0 w 720"/>
              <a:gd name="p0y12" fmla="*/ 600 h 720"/>
              <a:gd name="p0x13" fmla="*/ 0 w 720"/>
              <a:gd name="p0y13" fmla="*/ 120 h 720"/>
              <a:gd name="p0x14" fmla="*/ 0 w 720"/>
              <a:gd name="p0y14" fmla="*/ 53 h 720"/>
              <a:gd name="p0x15" fmla="*/ 53 w 720"/>
              <a:gd name="p0y15" fmla="*/ 0 h 720"/>
              <a:gd name="p0x16" fmla="*/ 120 w 7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F8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t="-41633" b="-41633"/>
          <a:stretch>
            <a:fillRect/>
          </a:stretch>
        </p:blipFill>
        <p:spPr>
          <a:xfrm>
            <a:off x="6530340" y="1228725"/>
            <a:ext cx="159385" cy="30480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34"/>
            </p:custDataLst>
          </p:nvPr>
        </p:nvSpPr>
        <p:spPr>
          <a:xfrm>
            <a:off x="6381750" y="1775460"/>
            <a:ext cx="1714500" cy="201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35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专注模式与时间管理</a:t>
            </a:r>
            <a:endParaRPr sz="135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5"/>
            </p:custDataLst>
          </p:nvPr>
        </p:nvSpPr>
        <p:spPr>
          <a:xfrm>
            <a:off x="6381750" y="2169795"/>
            <a:ext cx="2305050" cy="701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全屏沉浸专注计时，防误触拦截，支持中途退出时长归档，适配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ADHD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儿童注意力特点</a:t>
            </a:r>
            <a:endParaRPr lang="zh-CN" alt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9001125" y="914400"/>
            <a:ext cx="2733675" cy="5334000"/>
            <a:chOff x="14175" y="1440"/>
            <a:chExt cx="4305" cy="8400"/>
          </a:xfrm>
        </p:grpSpPr>
        <p:sp>
          <p:nvSpPr>
            <p:cNvPr id="35" name="任意多边形 34"/>
            <p:cNvSpPr/>
            <p:nvPr>
              <p:custDataLst>
                <p:tags r:id="rId36"/>
              </p:custDataLst>
            </p:nvPr>
          </p:nvSpPr>
          <p:spPr>
            <a:xfrm>
              <a:off x="14175" y="1440"/>
              <a:ext cx="4305" cy="8400"/>
            </a:xfrm>
            <a:custGeom>
              <a:avLst/>
              <a:gdLst>
                <a:gd name="sw" fmla="*/ 1 w 4305"/>
                <a:gd name="sh" fmla="*/ 1 h 8400"/>
                <a:gd name="mins" fmla="min sw sh"/>
                <a:gd name="dsw" fmla="+- 0 sw mins"/>
                <a:gd name="dsh" fmla="+- 0 sh mins"/>
                <a:gd name="p0x0" fmla="*/ 120 w 4305"/>
                <a:gd name="p0y0" fmla="*/ 0 h 8400"/>
                <a:gd name="p0x1" fmla="*/ 4185 w 4305"/>
                <a:gd name="p0y1" fmla="*/ 0 h 8400"/>
                <a:gd name="p0x2" fmla="*/ 4251 w 4305"/>
                <a:gd name="p0y2" fmla="*/ 0 h 8400"/>
                <a:gd name="p0x3" fmla="*/ 4305 w 4305"/>
                <a:gd name="p0y3" fmla="*/ 53 h 8400"/>
                <a:gd name="p0x4" fmla="*/ 4305 w 4305"/>
                <a:gd name="p0y4" fmla="*/ 120 h 8400"/>
                <a:gd name="p0x5" fmla="*/ 4305 w 4305"/>
                <a:gd name="p0y5" fmla="*/ 8280 h 8400"/>
                <a:gd name="p0x6" fmla="*/ 4305 w 4305"/>
                <a:gd name="p0y6" fmla="*/ 8346 h 8400"/>
                <a:gd name="p0x7" fmla="*/ 4251 w 4305"/>
                <a:gd name="p0y7" fmla="*/ 8400 h 8400"/>
                <a:gd name="p0x8" fmla="*/ 4185 w 4305"/>
                <a:gd name="p0y8" fmla="*/ 8400 h 8400"/>
                <a:gd name="p0x9" fmla="*/ 120 w 4305"/>
                <a:gd name="p0y9" fmla="*/ 8400 h 8400"/>
                <a:gd name="p0x10" fmla="*/ 53 w 4305"/>
                <a:gd name="p0y10" fmla="*/ 8400 h 8400"/>
                <a:gd name="p0x11" fmla="*/ 0 w 4305"/>
                <a:gd name="p0y11" fmla="*/ 8346 h 8400"/>
                <a:gd name="p0x12" fmla="*/ 0 w 4305"/>
                <a:gd name="p0y12" fmla="*/ 8280 h 8400"/>
                <a:gd name="p0x13" fmla="*/ 0 w 4305"/>
                <a:gd name="p0y13" fmla="*/ 120 h 8400"/>
                <a:gd name="p0x14" fmla="*/ 0 w 4305"/>
                <a:gd name="p0y14" fmla="*/ 53 h 8400"/>
                <a:gd name="p0x15" fmla="*/ 53 w 4305"/>
                <a:gd name="p0y15" fmla="*/ 0 h 8400"/>
                <a:gd name="p0x16" fmla="*/ 120 w 4305"/>
                <a:gd name="p0y16" fmla="*/ 0 h 840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任意多边形 35"/>
            <p:cNvSpPr/>
            <p:nvPr>
              <p:custDataLst>
                <p:tags r:id="rId37"/>
              </p:custDataLst>
            </p:nvPr>
          </p:nvSpPr>
          <p:spPr>
            <a:xfrm>
              <a:off x="14257" y="1440"/>
              <a:ext cx="4187" cy="45"/>
            </a:xfrm>
            <a:custGeom>
              <a:avLst/>
              <a:gdLst>
                <a:gd name="sw" fmla="*/ 1 w 4186"/>
                <a:gd name="sh" fmla="*/ 1 h 45"/>
                <a:gd name="mins" fmla="min sw sh"/>
                <a:gd name="dsw" fmla="+- 0 sw mins"/>
                <a:gd name="dsh" fmla="+- 0 sh mins"/>
                <a:gd name="p0x0" fmla="*/ 37 w 4186"/>
                <a:gd name="p0y0" fmla="*/ 0 h 45"/>
                <a:gd name="p0x1" fmla="*/ 4102 w 4186"/>
                <a:gd name="p0y1" fmla="*/ 0 h 45"/>
                <a:gd name="p0x2" fmla="*/ 4135 w 4186"/>
                <a:gd name="p0y2" fmla="*/ 0 h 45"/>
                <a:gd name="p0x3" fmla="*/ 4165 w 4186"/>
                <a:gd name="p0y3" fmla="*/ 13 h 45"/>
                <a:gd name="p0x4" fmla="*/ 4186 w 4186"/>
                <a:gd name="p0y4" fmla="*/ 35 h 45"/>
                <a:gd name="p0x5" fmla="*/ 4176 w 4186"/>
                <a:gd name="p0y5" fmla="*/ 45 h 45"/>
                <a:gd name="p0x6" fmla="*/ 4157 w 4186"/>
                <a:gd name="p0y6" fmla="*/ 26 h 45"/>
                <a:gd name="p0x7" fmla="*/ 4131 w 4186"/>
                <a:gd name="p0y7" fmla="*/ 15 h 45"/>
                <a:gd name="p0x8" fmla="*/ 4102 w 4186"/>
                <a:gd name="p0y8" fmla="*/ 15 h 45"/>
                <a:gd name="p0x9" fmla="*/ 37 w 4186"/>
                <a:gd name="p0y9" fmla="*/ 15 h 45"/>
                <a:gd name="p0x10" fmla="*/ 30 w 4186"/>
                <a:gd name="p0y10" fmla="*/ 15 h 45"/>
                <a:gd name="p0x11" fmla="*/ 24 w 4186"/>
                <a:gd name="p0y11" fmla="*/ 16 h 45"/>
                <a:gd name="p0x12" fmla="*/ 18 w 4186"/>
                <a:gd name="p0y12" fmla="*/ 20 h 45"/>
                <a:gd name="p0x13" fmla="*/ 0 w 4186"/>
                <a:gd name="p0y13" fmla="*/ 5 h 45"/>
                <a:gd name="p0x14" fmla="*/ 0 w 4186"/>
                <a:gd name="p0y14" fmla="*/ 5 h 45"/>
                <a:gd name="p0x15" fmla="*/ 11 w 4186"/>
                <a:gd name="p0y15" fmla="*/ 2 h 45"/>
                <a:gd name="p0x16" fmla="*/ 24 w 4186"/>
                <a:gd name="p0y16" fmla="*/ 0 h 45"/>
                <a:gd name="p0x17" fmla="*/ 37 w 4186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7" name="任意多边形 36"/>
            <p:cNvSpPr/>
            <p:nvPr>
              <p:custDataLst>
                <p:tags r:id="rId38"/>
              </p:custDataLst>
            </p:nvPr>
          </p:nvSpPr>
          <p:spPr>
            <a:xfrm>
              <a:off x="18434" y="1475"/>
              <a:ext cx="46" cy="8329"/>
            </a:xfrm>
            <a:custGeom>
              <a:avLst/>
              <a:gdLst>
                <a:gd name="sw" fmla="*/ 1 w 45"/>
                <a:gd name="sh" fmla="*/ 1 h 8329"/>
                <a:gd name="mins" fmla="min sw sh"/>
                <a:gd name="dsw" fmla="+- 0 sw mins"/>
                <a:gd name="dsh" fmla="+- 0 sh mins"/>
                <a:gd name="p0x0" fmla="*/ 45 w 45"/>
                <a:gd name="p0y0" fmla="*/ 84 h 8329"/>
                <a:gd name="p0x1" fmla="*/ 45 w 45"/>
                <a:gd name="p0y1" fmla="*/ 8244 h 8329"/>
                <a:gd name="p0x2" fmla="*/ 45 w 45"/>
                <a:gd name="p0y2" fmla="*/ 8277 h 8329"/>
                <a:gd name="p0x3" fmla="*/ 32 w 45"/>
                <a:gd name="p0y3" fmla="*/ 8307 h 8329"/>
                <a:gd name="p0x4" fmla="*/ 10 w 45"/>
                <a:gd name="p0y4" fmla="*/ 8329 h 8329"/>
                <a:gd name="p0x5" fmla="*/ 0 w 45"/>
                <a:gd name="p0y5" fmla="*/ 8319 h 8329"/>
                <a:gd name="p0x6" fmla="*/ 19 w 45"/>
                <a:gd name="p0y6" fmla="*/ 8300 h 8329"/>
                <a:gd name="p0x7" fmla="*/ 30 w 45"/>
                <a:gd name="p0y7" fmla="*/ 8273 h 8329"/>
                <a:gd name="p0x8" fmla="*/ 30 w 45"/>
                <a:gd name="p0y8" fmla="*/ 8244 h 8329"/>
                <a:gd name="p0x9" fmla="*/ 30 w 45"/>
                <a:gd name="p0y9" fmla="*/ 84 h 8329"/>
                <a:gd name="p0x10" fmla="*/ 30 w 45"/>
                <a:gd name="p0y10" fmla="*/ 55 h 8329"/>
                <a:gd name="p0x11" fmla="*/ 19 w 45"/>
                <a:gd name="p0y11" fmla="*/ 29 h 8329"/>
                <a:gd name="p0x12" fmla="*/ 0 w 45"/>
                <a:gd name="p0y12" fmla="*/ 10 h 8329"/>
                <a:gd name="p0x13" fmla="*/ 10 w 45"/>
                <a:gd name="p0y13" fmla="*/ 0 h 8329"/>
                <a:gd name="p0x14" fmla="*/ 10 w 45"/>
                <a:gd name="p0y14" fmla="*/ 0 h 8329"/>
                <a:gd name="p0x15" fmla="*/ 32 w 45"/>
                <a:gd name="p0y15" fmla="*/ 21 h 8329"/>
                <a:gd name="p0x16" fmla="*/ 45 w 45"/>
                <a:gd name="p0y16" fmla="*/ 51 h 8329"/>
                <a:gd name="p0x17" fmla="*/ 45 w 45"/>
                <a:gd name="p0y17" fmla="*/ 84 h 832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任意多边形 37"/>
            <p:cNvSpPr/>
            <p:nvPr>
              <p:custDataLst>
                <p:tags r:id="rId39"/>
              </p:custDataLst>
            </p:nvPr>
          </p:nvSpPr>
          <p:spPr>
            <a:xfrm>
              <a:off x="14257" y="9794"/>
              <a:ext cx="4187" cy="46"/>
            </a:xfrm>
            <a:custGeom>
              <a:avLst/>
              <a:gdLst>
                <a:gd name="sw" fmla="*/ 1 w 4186"/>
                <a:gd name="sh" fmla="*/ 1 h 45"/>
                <a:gd name="mins" fmla="min sw sh"/>
                <a:gd name="dsw" fmla="+- 0 sw mins"/>
                <a:gd name="dsh" fmla="+- 0 sh mins"/>
                <a:gd name="p0x0" fmla="*/ 4102 w 4186"/>
                <a:gd name="p0y0" fmla="*/ 45 h 45"/>
                <a:gd name="p0x1" fmla="*/ 37 w 4186"/>
                <a:gd name="p0y1" fmla="*/ 45 h 45"/>
                <a:gd name="p0x2" fmla="*/ 24 w 4186"/>
                <a:gd name="p0y2" fmla="*/ 45 h 45"/>
                <a:gd name="p0x3" fmla="*/ 11 w 4186"/>
                <a:gd name="p0y3" fmla="*/ 43 h 45"/>
                <a:gd name="p0x4" fmla="*/ 0 w 4186"/>
                <a:gd name="p0y4" fmla="*/ 39 h 45"/>
                <a:gd name="p0x5" fmla="*/ 18 w 4186"/>
                <a:gd name="p0y5" fmla="*/ 25 h 45"/>
                <a:gd name="p0x6" fmla="*/ 18 w 4186"/>
                <a:gd name="p0y6" fmla="*/ 25 h 45"/>
                <a:gd name="p0x7" fmla="*/ 24 w 4186"/>
                <a:gd name="p0y7" fmla="*/ 28 h 45"/>
                <a:gd name="p0x8" fmla="*/ 30 w 4186"/>
                <a:gd name="p0y8" fmla="*/ 30 h 45"/>
                <a:gd name="p0x9" fmla="*/ 37 w 4186"/>
                <a:gd name="p0y9" fmla="*/ 30 h 45"/>
                <a:gd name="p0x10" fmla="*/ 4102 w 4186"/>
                <a:gd name="p0y10" fmla="*/ 30 h 45"/>
                <a:gd name="p0x11" fmla="*/ 4131 w 4186"/>
                <a:gd name="p0y11" fmla="*/ 30 h 45"/>
                <a:gd name="p0x12" fmla="*/ 4157 w 4186"/>
                <a:gd name="p0y12" fmla="*/ 19 h 45"/>
                <a:gd name="p0x13" fmla="*/ 4176 w 4186"/>
                <a:gd name="p0y13" fmla="*/ 0 h 45"/>
                <a:gd name="p0x14" fmla="*/ 4186 w 4186"/>
                <a:gd name="p0y14" fmla="*/ 10 h 45"/>
                <a:gd name="p0x15" fmla="*/ 4165 w 4186"/>
                <a:gd name="p0y15" fmla="*/ 32 h 45"/>
                <a:gd name="p0x16" fmla="*/ 4135 w 4186"/>
                <a:gd name="p0y16" fmla="*/ 45 h 45"/>
                <a:gd name="p0x17" fmla="*/ 4102 w 4186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9" name="任意多边形 38"/>
            <p:cNvSpPr/>
            <p:nvPr>
              <p:custDataLst>
                <p:tags r:id="rId40"/>
              </p:custDataLst>
            </p:nvPr>
          </p:nvSpPr>
          <p:spPr>
            <a:xfrm>
              <a:off x="14175" y="1445"/>
              <a:ext cx="101" cy="8389"/>
            </a:xfrm>
            <a:custGeom>
              <a:avLst/>
              <a:gdLst>
                <a:gd name="sw" fmla="*/ 1 w 101"/>
                <a:gd name="sh" fmla="*/ 1 h 8388"/>
                <a:gd name="mins" fmla="min sw sh"/>
                <a:gd name="dsw" fmla="+- 0 sw mins"/>
                <a:gd name="dsh" fmla="+- 0 sh mins"/>
                <a:gd name="p0x0" fmla="*/ 0 w 101"/>
                <a:gd name="p0y0" fmla="*/ 8274 h 8388"/>
                <a:gd name="p0x1" fmla="*/ 0 w 101"/>
                <a:gd name="p0y1" fmla="*/ 114 h 8388"/>
                <a:gd name="p0x2" fmla="*/ 0 w 101"/>
                <a:gd name="p0y2" fmla="*/ 60 h 8388"/>
                <a:gd name="p0x3" fmla="*/ 34 w 101"/>
                <a:gd name="p0y3" fmla="*/ 15 h 8388"/>
                <a:gd name="p0x4" fmla="*/ 82 w 101"/>
                <a:gd name="p0y4" fmla="*/ 0 h 8388"/>
                <a:gd name="p0x5" fmla="*/ 101 w 101"/>
                <a:gd name="p0y5" fmla="*/ 14 h 8388"/>
                <a:gd name="p0x6" fmla="*/ 101 w 101"/>
                <a:gd name="p0y6" fmla="*/ 14 h 8388"/>
                <a:gd name="p0x7" fmla="*/ 77 w 101"/>
                <a:gd name="p0y7" fmla="*/ 27 h 8388"/>
                <a:gd name="p0x8" fmla="*/ 60 w 101"/>
                <a:gd name="p0y8" fmla="*/ 67 h 8388"/>
                <a:gd name="p0x9" fmla="*/ 60 w 101"/>
                <a:gd name="p0y9" fmla="*/ 114 h 8388"/>
                <a:gd name="p0x10" fmla="*/ 60 w 101"/>
                <a:gd name="p0y10" fmla="*/ 8274 h 8388"/>
                <a:gd name="p0x11" fmla="*/ 60 w 101"/>
                <a:gd name="p0y11" fmla="*/ 8320 h 8388"/>
                <a:gd name="p0x12" fmla="*/ 77 w 101"/>
                <a:gd name="p0y12" fmla="*/ 8360 h 8388"/>
                <a:gd name="p0x13" fmla="*/ 101 w 101"/>
                <a:gd name="p0y13" fmla="*/ 8374 h 8388"/>
                <a:gd name="p0x14" fmla="*/ 82 w 101"/>
                <a:gd name="p0y14" fmla="*/ 8388 h 8388"/>
                <a:gd name="p0x15" fmla="*/ 82 w 101"/>
                <a:gd name="p0y15" fmla="*/ 8388 h 8388"/>
                <a:gd name="p0x16" fmla="*/ 34 w 101"/>
                <a:gd name="p0y16" fmla="*/ 8372 h 8388"/>
                <a:gd name="p0x17" fmla="*/ 0 w 101"/>
                <a:gd name="p0y17" fmla="*/ 8327 h 8388"/>
                <a:gd name="p0x18" fmla="*/ 0 w 101"/>
                <a:gd name="p0y18" fmla="*/ 8274 h 838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1" name="任意多边形 40"/>
          <p:cNvSpPr/>
          <p:nvPr>
            <p:custDataLst>
              <p:tags r:id="rId41"/>
            </p:custDataLst>
          </p:nvPr>
        </p:nvSpPr>
        <p:spPr>
          <a:xfrm>
            <a:off x="9229725" y="1152525"/>
            <a:ext cx="457200" cy="457200"/>
          </a:xfrm>
          <a:custGeom>
            <a:avLst/>
            <a:gdLst>
              <a:gd name="sw" fmla="*/ 1 w 720"/>
              <a:gd name="sh" fmla="*/ 1 h 720"/>
              <a:gd name="mins" fmla="min sw sh"/>
              <a:gd name="dsw" fmla="+- 0 sw mins"/>
              <a:gd name="dsh" fmla="+- 0 sh mins"/>
              <a:gd name="p0x0" fmla="*/ 120 w 720"/>
              <a:gd name="p0y0" fmla="*/ 0 h 720"/>
              <a:gd name="p0x1" fmla="*/ 600 w 720"/>
              <a:gd name="p0y1" fmla="*/ 0 h 720"/>
              <a:gd name="p0x2" fmla="*/ 666 w 720"/>
              <a:gd name="p0y2" fmla="*/ 0 h 720"/>
              <a:gd name="p0x3" fmla="*/ 720 w 720"/>
              <a:gd name="p0y3" fmla="*/ 53 h 720"/>
              <a:gd name="p0x4" fmla="*/ 720 w 720"/>
              <a:gd name="p0y4" fmla="*/ 120 h 720"/>
              <a:gd name="p0x5" fmla="*/ 720 w 720"/>
              <a:gd name="p0y5" fmla="*/ 600 h 720"/>
              <a:gd name="p0x6" fmla="*/ 720 w 720"/>
              <a:gd name="p0y6" fmla="*/ 666 h 720"/>
              <a:gd name="p0x7" fmla="*/ 666 w 720"/>
              <a:gd name="p0y7" fmla="*/ 720 h 720"/>
              <a:gd name="p0x8" fmla="*/ 600 w 720"/>
              <a:gd name="p0y8" fmla="*/ 720 h 720"/>
              <a:gd name="p0x9" fmla="*/ 120 w 720"/>
              <a:gd name="p0y9" fmla="*/ 720 h 720"/>
              <a:gd name="p0x10" fmla="*/ 53 w 720"/>
              <a:gd name="p0y10" fmla="*/ 720 h 720"/>
              <a:gd name="p0x11" fmla="*/ 0 w 720"/>
              <a:gd name="p0y11" fmla="*/ 666 h 720"/>
              <a:gd name="p0x12" fmla="*/ 0 w 720"/>
              <a:gd name="p0y12" fmla="*/ 600 h 720"/>
              <a:gd name="p0x13" fmla="*/ 0 w 720"/>
              <a:gd name="p0y13" fmla="*/ 120 h 720"/>
              <a:gd name="p0x14" fmla="*/ 0 w 720"/>
              <a:gd name="p0y14" fmla="*/ 53 h 720"/>
              <a:gd name="p0x15" fmla="*/ 53 w 720"/>
              <a:gd name="p0y15" fmla="*/ 0 h 720"/>
              <a:gd name="p0x16" fmla="*/ 120 w 720"/>
              <a:gd name="p0y16" fmla="*/ 0 h 7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F8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 t="-49602" b="-49602"/>
          <a:stretch>
            <a:fillRect/>
          </a:stretch>
        </p:blipFill>
        <p:spPr>
          <a:xfrm>
            <a:off x="9378315" y="1228725"/>
            <a:ext cx="159385" cy="30480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45"/>
            </p:custDataLst>
          </p:nvPr>
        </p:nvSpPr>
        <p:spPr>
          <a:xfrm>
            <a:off x="9229725" y="1775460"/>
            <a:ext cx="1543050" cy="201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17000"/>
              </a:lnSpc>
            </a:pPr>
            <a:r>
              <a:rPr sz="135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智能辅助生成模块</a:t>
            </a:r>
            <a:endParaRPr sz="135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46"/>
            </p:custDataLst>
          </p:nvPr>
        </p:nvSpPr>
        <p:spPr>
          <a:xfrm>
            <a:off x="9229725" y="2169795"/>
            <a:ext cx="2305050" cy="7010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定时聚合行为数据，异步调用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LLM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生成个性化安抚建议与干预指导，不阻塞核心业务流程</a:t>
            </a:r>
            <a:endParaRPr lang="zh-CN" alt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矩形 44"/>
          <p:cNvSpPr/>
          <p:nvPr>
            <p:custDataLst>
              <p:tags r:id="rId47"/>
            </p:custDataLst>
          </p:nvPr>
        </p:nvSpPr>
        <p:spPr>
          <a:xfrm>
            <a:off x="457200" y="6457950"/>
            <a:ext cx="11277600" cy="19050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48"/>
            </p:custDataLst>
          </p:nvPr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0" y="838200"/>
            <a:ext cx="12192000" cy="601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571500" y="1236345"/>
            <a:ext cx="4857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【四大业务域划分】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571500" y="17526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71513" y="1796415"/>
            <a:ext cx="200025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endParaRPr sz="105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990600" y="1748790"/>
            <a:ext cx="443865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用户与档案域</a:t>
            </a:r>
            <a:endParaRPr sz="120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990600" y="2030730"/>
            <a:ext cx="443865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</a:rPr>
              <a:t>存储用户账号、儿童档案信息</a:t>
            </a:r>
            <a:endParaRPr sz="1050">
              <a:solidFill>
                <a:srgbClr val="66666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7"/>
            </p:custDataLst>
          </p:nvPr>
        </p:nvSpPr>
        <p:spPr>
          <a:xfrm>
            <a:off x="571500" y="24422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671513" y="2486025"/>
            <a:ext cx="200025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sz="105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990600" y="2438400"/>
            <a:ext cx="443865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任务流转域</a:t>
            </a:r>
            <a:endParaRPr sz="120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990600" y="2720340"/>
            <a:ext cx="443865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</a:rPr>
              <a:t>存储任务定义、执行记录全链路数据</a:t>
            </a:r>
            <a:endParaRPr sz="1050">
              <a:solidFill>
                <a:srgbClr val="66666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571500" y="31318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671513" y="3175635"/>
            <a:ext cx="200025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endParaRPr sz="105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990600" y="3128010"/>
            <a:ext cx="443865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激励体系域</a:t>
            </a:r>
            <a:endParaRPr sz="120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990600" y="3409950"/>
            <a:ext cx="443865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5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</a:rPr>
              <a:t>存储积分、奖励兑换相关数据</a:t>
            </a:r>
            <a:endParaRPr sz="1050">
              <a:solidFill>
                <a:srgbClr val="666666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5"/>
            </p:custDataLst>
          </p:nvPr>
        </p:nvSpPr>
        <p:spPr>
          <a:xfrm>
            <a:off x="571500" y="38214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671513" y="3865245"/>
            <a:ext cx="200025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4</a:t>
            </a:r>
            <a:endParaRPr sz="105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7"/>
            </p:custDataLst>
          </p:nvPr>
        </p:nvSpPr>
        <p:spPr>
          <a:xfrm>
            <a:off x="990600" y="3817620"/>
            <a:ext cx="443865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情绪追踪域</a:t>
            </a:r>
            <a:endParaRPr sz="120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8"/>
            </p:custDataLst>
          </p:nvPr>
        </p:nvSpPr>
        <p:spPr>
          <a:xfrm>
            <a:off x="990600" y="4099560"/>
            <a:ext cx="443865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5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存储儿童情绪记录与</a:t>
            </a:r>
            <a:r>
              <a:rPr lang="en-US" altLang="zh-CN" sz="105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altLang="en-US" sz="1050">
                <a:solidFill>
                  <a:srgbClr val="666666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反馈数据</a:t>
            </a:r>
            <a:endParaRPr lang="zh-CN" altLang="en-US" sz="1050">
              <a:solidFill>
                <a:srgbClr val="666666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19"/>
            </p:custDataLst>
          </p:nvPr>
        </p:nvSpPr>
        <p:spPr>
          <a:xfrm>
            <a:off x="6000750" y="1219200"/>
            <a:ext cx="19050" cy="56388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0" h="8880">
                <a:moveTo>
                  <a:pt x="0" y="0"/>
                </a:moveTo>
                <a:lnTo>
                  <a:pt x="30" y="0"/>
                </a:lnTo>
                <a:lnTo>
                  <a:pt x="30" y="8880"/>
                </a:lnTo>
                <a:lnTo>
                  <a:pt x="0" y="888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6BC2DB">
                  <a:alpha val="0"/>
                </a:srgbClr>
              </a:gs>
              <a:gs pos="10000">
                <a:srgbClr val="6BC2DB"/>
              </a:gs>
              <a:gs pos="90000">
                <a:srgbClr val="6BC2DB"/>
              </a:gs>
              <a:gs pos="100000">
                <a:srgbClr val="6BC2DB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0"/>
            </p:custDataLst>
          </p:nvPr>
        </p:nvSpPr>
        <p:spPr>
          <a:xfrm>
            <a:off x="6591300" y="1236345"/>
            <a:ext cx="48577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【设计特性】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1"/>
            </p:custDataLst>
          </p:nvPr>
        </p:nvSpPr>
        <p:spPr>
          <a:xfrm>
            <a:off x="6591300" y="1733550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0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-2667" t="-4118" r="-2667" b="-4118"/>
          <a:stretch>
            <a:fillRect/>
          </a:stretch>
        </p:blipFill>
        <p:spPr>
          <a:xfrm>
            <a:off x="6706235" y="1830705"/>
            <a:ext cx="150495" cy="17526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7162800" y="1748790"/>
            <a:ext cx="35052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核心业务数据支持事务一致性，积分流水可追溯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6"/>
            </p:custDataLst>
          </p:nvPr>
        </p:nvSpPr>
        <p:spPr>
          <a:xfrm>
            <a:off x="6591300" y="2381250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0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9412" t="-4118" r="-9412" b="-4118"/>
          <a:stretch>
            <a:fillRect/>
          </a:stretch>
        </p:blipFill>
        <p:spPr>
          <a:xfrm>
            <a:off x="6685280" y="2478405"/>
            <a:ext cx="192405" cy="17526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7162800" y="239649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</a:pP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非结构化数据用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PostgreSQL JSONB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存储，扩展性强</a:t>
            </a:r>
            <a:endParaRPr lang="zh-CN" alt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1"/>
            </p:custDataLst>
          </p:nvPr>
        </p:nvSpPr>
        <p:spPr>
          <a:xfrm>
            <a:off x="6591300" y="3028950"/>
            <a:ext cx="381000" cy="381000"/>
          </a:xfrm>
          <a:custGeom>
            <a:avLst/>
            <a:gdLst>
              <a:gd name="sw" fmla="*/ 1 w 600"/>
              <a:gd name="sh" fmla="*/ 1 h 600"/>
              <a:gd name="mins" fmla="min sw sh"/>
              <a:gd name="dsw" fmla="+- 0 sw mins"/>
              <a:gd name="dsh" fmla="+- 0 sh mins"/>
              <a:gd name="p0x0" fmla="*/ 300 w 600"/>
              <a:gd name="p0y0" fmla="*/ 0 h 600"/>
              <a:gd name="p0x1" fmla="*/ 465 w 600"/>
              <a:gd name="p0y1" fmla="*/ 0 h 600"/>
              <a:gd name="p0x2" fmla="*/ 600 w 600"/>
              <a:gd name="p0y2" fmla="*/ 134 h 600"/>
              <a:gd name="p0x3" fmla="*/ 600 w 600"/>
              <a:gd name="p0y3" fmla="*/ 300 h 600"/>
              <a:gd name="p0x4" fmla="*/ 600 w 600"/>
              <a:gd name="p0y4" fmla="*/ 465 h 600"/>
              <a:gd name="p0x5" fmla="*/ 465 w 600"/>
              <a:gd name="p0y5" fmla="*/ 600 h 600"/>
              <a:gd name="p0x6" fmla="*/ 300 w 600"/>
              <a:gd name="p0y6" fmla="*/ 600 h 600"/>
              <a:gd name="p0x7" fmla="*/ 134 w 600"/>
              <a:gd name="p0y7" fmla="*/ 600 h 600"/>
              <a:gd name="p0x8" fmla="*/ 0 w 600"/>
              <a:gd name="p0y8" fmla="*/ 465 h 600"/>
              <a:gd name="p0x9" fmla="*/ 0 w 600"/>
              <a:gd name="p0y9" fmla="*/ 300 h 600"/>
              <a:gd name="p0x10" fmla="*/ 0 w 600"/>
              <a:gd name="p0y10" fmla="*/ 134 h 600"/>
              <a:gd name="p0x11" fmla="*/ 134 w 600"/>
              <a:gd name="p0y11" fmla="*/ 0 h 600"/>
              <a:gd name="p0x12" fmla="*/ 300 w 600"/>
              <a:gd name="p0y12" fmla="*/ 0 h 60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0F9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10769" t="-3922" r="-10769" b="-3922"/>
          <a:stretch>
            <a:fillRect/>
          </a:stretch>
        </p:blipFill>
        <p:spPr>
          <a:xfrm>
            <a:off x="6706235" y="3126105"/>
            <a:ext cx="150495" cy="174625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35"/>
            </p:custDataLst>
          </p:nvPr>
        </p:nvSpPr>
        <p:spPr>
          <a:xfrm>
            <a:off x="7162800" y="3044190"/>
            <a:ext cx="31242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2000"/>
              </a:lnSpc>
            </a:pPr>
            <a:r>
              <a:rPr 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Redis</a:t>
            </a:r>
            <a:r>
              <a:rPr 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缓存支撑高频访问场景，防重复提交</a:t>
            </a:r>
            <a:endParaRPr lang="zh-CN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0" y="0"/>
            <a:ext cx="12192000" cy="838200"/>
            <a:chOff x="0" y="0"/>
            <a:chExt cx="19200" cy="1320"/>
          </a:xfrm>
        </p:grpSpPr>
        <p:sp>
          <p:nvSpPr>
            <p:cNvPr id="2" name="任意多边形 1"/>
            <p:cNvSpPr/>
            <p:nvPr>
              <p:custDataLst>
                <p:tags r:id="rId36"/>
              </p:custDataLst>
            </p:nvPr>
          </p:nvSpPr>
          <p:spPr>
            <a:xfrm>
              <a:off x="0" y="0"/>
              <a:ext cx="19200" cy="1320"/>
            </a:xfrm>
            <a:custGeom>
              <a:avLst/>
              <a:gdLst>
                <a:gd name="sw" fmla="*/ 1 w 19200"/>
                <a:gd name="sh" fmla="*/ 1 h 1320"/>
                <a:gd name="mins" fmla="min sw sh"/>
                <a:gd name="dsw" fmla="+- 0 sw mins"/>
                <a:gd name="dsh" fmla="+- 0 sh mins"/>
                <a:gd name="p0a0dx" fmla="*/ dsw 19200 1"/>
                <a:gd name="p0a0dy" fmla="*/ dsh 0 1"/>
                <a:gd name="p0a1dx" fmla="*/ dsw 19200 1"/>
                <a:gd name="p0a1dy" fmla="*/ dsh 1320 1"/>
                <a:gd name="p0a2dx" fmla="*/ dsw 0 1"/>
                <a:gd name="p0a2dy" fmla="*/ dsh 1320 1"/>
                <a:gd name="p0a3dx" fmla="*/ dsw 0 1"/>
                <a:gd name="p0a3dy" fmla="*/ dsh 0 1"/>
                <a:gd name="p0x0s" fmla="*/ 0 mins 1"/>
                <a:gd name="p0x0" fmla="+- p0x0s p0a3dx 0"/>
                <a:gd name="p0y0s" fmla="*/ 0 mins 1"/>
                <a:gd name="p0y0" fmla="+- p0y0s p0a3dy 0"/>
                <a:gd name="p0x1s" fmla="*/ 19200 mins 1"/>
                <a:gd name="p0x1" fmla="+- p0x1s p0a0dx 0"/>
                <a:gd name="p0y1s" fmla="*/ 0 mins 1"/>
                <a:gd name="p0y1" fmla="+- p0y1s p0a0dy 0"/>
                <a:gd name="p0x2s" fmla="*/ 19200 mins 1"/>
                <a:gd name="p0x2" fmla="+- p0x2s p0a1dx 0"/>
                <a:gd name="p0y2s" fmla="*/ 1320 mins 1"/>
                <a:gd name="p0y2" fmla="+- p0y2s p0a1dy 0"/>
                <a:gd name="p0x3s" fmla="*/ 0 mins 1"/>
                <a:gd name="p0x3" fmla="+- p0x3s p0a2dx 0"/>
                <a:gd name="p0y3s" fmla="*/ 1320 mins 1"/>
                <a:gd name="p0y3" fmla="+- p0y3s p0a2dy 0"/>
                <a:gd name="p0x4s" fmla="*/ 0 mins 1"/>
                <a:gd name="p0x4" fmla="+- p0x4s p0a3dx 0"/>
                <a:gd name="p0y4s" fmla="*/ 0 mins 1"/>
                <a:gd name="p0y4" fmla="+- p0y4s p0a3dy 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" name="任意多边形 2"/>
            <p:cNvSpPr/>
            <p:nvPr>
              <p:custDataLst>
                <p:tags r:id="rId37"/>
              </p:custDataLst>
            </p:nvPr>
          </p:nvSpPr>
          <p:spPr>
            <a:xfrm>
              <a:off x="0" y="1290"/>
              <a:ext cx="19200" cy="30"/>
            </a:xfrm>
            <a:custGeom>
              <a:avLst/>
              <a:gdLst>
                <a:gd name="sw" fmla="*/ 1 w 19200"/>
                <a:gd name="sh" fmla="*/ 1 h 30"/>
                <a:gd name="mins" fmla="min sw sh"/>
                <a:gd name="dsw" fmla="+- 0 sw mins"/>
                <a:gd name="dsh" fmla="+- 0 sh mins"/>
                <a:gd name="p0x0" fmla="*/ 19200 w 19200"/>
                <a:gd name="p0y0" fmla="*/ 30 h 30"/>
                <a:gd name="p0x1" fmla="*/ 0 w 19200"/>
                <a:gd name="p0y1" fmla="*/ 30 h 30"/>
                <a:gd name="p0x2" fmla="*/ 0 w 19200"/>
                <a:gd name="p0y2" fmla="*/ 0 h 30"/>
                <a:gd name="p0x3" fmla="*/ 19200 w 19200"/>
                <a:gd name="p0y3" fmla="*/ 0 h 30"/>
                <a:gd name="p0x4" fmla="*/ 19200 w 19200"/>
                <a:gd name="p0y4" fmla="*/ 30 h 3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5" name="文本框 4"/>
          <p:cNvSpPr txBox="1"/>
          <p:nvPr>
            <p:custDataLst>
              <p:tags r:id="rId38"/>
            </p:custDataLst>
          </p:nvPr>
        </p:nvSpPr>
        <p:spPr>
          <a:xfrm>
            <a:off x="571500" y="411480"/>
            <a:ext cx="11049000" cy="396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4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数据库设计</a:t>
            </a:r>
            <a:endParaRPr sz="2400" b="1">
              <a:solidFill>
                <a:srgbClr val="3E9CB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609600" y="1143000"/>
            <a:ext cx="10972800" cy="19050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609600" y="514350"/>
            <a:ext cx="57150" cy="342900"/>
          </a:xfrm>
          <a:prstGeom prst="rect">
            <a:avLst/>
          </a:pr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819150" y="487680"/>
            <a:ext cx="2949178" cy="396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24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核心功能实现</a:t>
            </a:r>
            <a:r>
              <a:rPr lang="en-US" altLang="zh-CN" sz="24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4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后端</a:t>
            </a:r>
            <a:endParaRPr lang="zh-CN" altLang="en-US" sz="2400" b="1">
              <a:solidFill>
                <a:srgbClr val="3E9CB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609600" y="1352550"/>
            <a:ext cx="10972800" cy="1638300"/>
            <a:chOff x="960" y="2130"/>
            <a:chExt cx="17280" cy="2580"/>
          </a:xfrm>
        </p:grpSpPr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960" y="2130"/>
              <a:ext cx="17280" cy="2580"/>
            </a:xfrm>
            <a:custGeom>
              <a:avLst/>
              <a:gdLst>
                <a:gd name="sw" fmla="*/ 1 w 17280"/>
                <a:gd name="sh" fmla="*/ 1 h 2580"/>
                <a:gd name="mins" fmla="min sw sh"/>
                <a:gd name="dsw" fmla="+- 0 sw mins"/>
                <a:gd name="dsh" fmla="+- 0 sh mins"/>
                <a:gd name="p0x0" fmla="*/ 0 w 17280"/>
                <a:gd name="p0y0" fmla="*/ 0 h 2580"/>
                <a:gd name="p0x1" fmla="*/ 17280 w 17280"/>
                <a:gd name="p0y1" fmla="*/ 0 h 2580"/>
                <a:gd name="p0x2" fmla="*/ 17280 w 17280"/>
                <a:gd name="p0y2" fmla="*/ 2580 h 2580"/>
                <a:gd name="p0x3" fmla="*/ 0 w 17280"/>
                <a:gd name="p0y3" fmla="*/ 2580 h 2580"/>
                <a:gd name="p0x4" fmla="*/ 0 w 17280"/>
                <a:gd name="p0y4" fmla="*/ 0 h 25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5"/>
              </p:custDataLst>
            </p:nvPr>
          </p:nvSpPr>
          <p:spPr>
            <a:xfrm>
              <a:off x="960" y="2130"/>
              <a:ext cx="17280" cy="15"/>
            </a:xfrm>
            <a:custGeom>
              <a:avLst/>
              <a:gdLst>
                <a:gd name="sw" fmla="*/ 1 w 17280"/>
                <a:gd name="sh" fmla="*/ 1 h 15"/>
                <a:gd name="mins" fmla="min sw sh"/>
                <a:gd name="dsw" fmla="+- 0 sw mins"/>
                <a:gd name="dsh" fmla="+- 0 sh mins"/>
                <a:gd name="p0x0" fmla="*/ 0 w 17280"/>
                <a:gd name="p0y0" fmla="*/ 0 h 15"/>
                <a:gd name="p0x1" fmla="*/ 17280 w 17280"/>
                <a:gd name="p0y1" fmla="*/ 0 h 15"/>
                <a:gd name="p0x2" fmla="*/ 17265 w 17280"/>
                <a:gd name="p0y2" fmla="*/ 15 h 15"/>
                <a:gd name="p0x3" fmla="*/ 90 w 17280"/>
                <a:gd name="p0y3" fmla="*/ 15 h 15"/>
                <a:gd name="p0x4" fmla="*/ 0 w 1728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>
              <p:custDataLst>
                <p:tags r:id="rId6"/>
              </p:custDataLst>
            </p:nvPr>
          </p:nvSpPr>
          <p:spPr>
            <a:xfrm>
              <a:off x="18225" y="2130"/>
              <a:ext cx="15" cy="2580"/>
            </a:xfrm>
            <a:custGeom>
              <a:avLst/>
              <a:gdLst>
                <a:gd name="sw" fmla="*/ 1 w 15"/>
                <a:gd name="sh" fmla="*/ 1 h 2580"/>
                <a:gd name="mins" fmla="min sw sh"/>
                <a:gd name="dsw" fmla="+- 0 sw mins"/>
                <a:gd name="dsh" fmla="+- 0 sh mins"/>
                <a:gd name="p0x0" fmla="*/ 15 w 15"/>
                <a:gd name="p0y0" fmla="*/ 0 h 2580"/>
                <a:gd name="p0x1" fmla="*/ 15 w 15"/>
                <a:gd name="p0y1" fmla="*/ 2580 h 2580"/>
                <a:gd name="p0x2" fmla="*/ 0 w 15"/>
                <a:gd name="p0y2" fmla="*/ 2565 h 2580"/>
                <a:gd name="p0x3" fmla="*/ 0 w 15"/>
                <a:gd name="p0y3" fmla="*/ 15 h 2580"/>
                <a:gd name="p0x4" fmla="*/ 15 w 15"/>
                <a:gd name="p0y4" fmla="*/ 0 h 25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7"/>
              </p:custDataLst>
            </p:nvPr>
          </p:nvSpPr>
          <p:spPr>
            <a:xfrm>
              <a:off x="960" y="4695"/>
              <a:ext cx="17280" cy="15"/>
            </a:xfrm>
            <a:custGeom>
              <a:avLst/>
              <a:gdLst>
                <a:gd name="sw" fmla="*/ 1 w 17280"/>
                <a:gd name="sh" fmla="*/ 1 h 15"/>
                <a:gd name="mins" fmla="min sw sh"/>
                <a:gd name="dsw" fmla="+- 0 sw mins"/>
                <a:gd name="dsh" fmla="+- 0 sh mins"/>
                <a:gd name="p0x0" fmla="*/ 17280 w 17280"/>
                <a:gd name="p0y0" fmla="*/ 15 h 15"/>
                <a:gd name="p0x1" fmla="*/ 0 w 17280"/>
                <a:gd name="p0y1" fmla="*/ 15 h 15"/>
                <a:gd name="p0x2" fmla="*/ 90 w 17280"/>
                <a:gd name="p0y2" fmla="*/ 0 h 15"/>
                <a:gd name="p0x3" fmla="*/ 17265 w 17280"/>
                <a:gd name="p0y3" fmla="*/ 0 h 15"/>
                <a:gd name="p0x4" fmla="*/ 17280 w 1728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8"/>
              </p:custDataLst>
            </p:nvPr>
          </p:nvSpPr>
          <p:spPr>
            <a:xfrm>
              <a:off x="960" y="2130"/>
              <a:ext cx="90" cy="2580"/>
            </a:xfrm>
            <a:custGeom>
              <a:avLst/>
              <a:gdLst>
                <a:gd name="sw" fmla="*/ 1 w 90"/>
                <a:gd name="sh" fmla="*/ 1 h 2580"/>
                <a:gd name="mins" fmla="min sw sh"/>
                <a:gd name="dsw" fmla="+- 0 sw mins"/>
                <a:gd name="dsh" fmla="+- 0 sh mins"/>
                <a:gd name="p0x0" fmla="*/ 0 w 90"/>
                <a:gd name="p0y0" fmla="*/ 2580 h 2580"/>
                <a:gd name="p0x1" fmla="*/ 0 w 90"/>
                <a:gd name="p0y1" fmla="*/ 0 h 2580"/>
                <a:gd name="p0x2" fmla="*/ 90 w 90"/>
                <a:gd name="p0y2" fmla="*/ 15 h 2580"/>
                <a:gd name="p0x3" fmla="*/ 90 w 90"/>
                <a:gd name="p0y3" fmla="*/ 2565 h 2580"/>
                <a:gd name="p0x4" fmla="*/ 0 w 90"/>
                <a:gd name="p0y4" fmla="*/ 2580 h 25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E9CB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971550" y="159067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085850" y="1644015"/>
            <a:ext cx="228600" cy="198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endParaRPr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1428750" y="1617345"/>
            <a:ext cx="13335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安全认证拦截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1428750" y="2028825"/>
            <a:ext cx="9839325" cy="236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</a:t>
            </a:r>
            <a:r>
              <a:rPr lang="en-US" altLang="zh-CN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Sa-Token</a:t>
            </a: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全局拦截器实现接口登录校验，公开接口白名单放行，接口级权限注解校验</a:t>
            </a:r>
            <a:endParaRPr lang="zh-CN" altLang="en-US" sz="135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609600" y="3181350"/>
            <a:ext cx="10972800" cy="1638300"/>
            <a:chOff x="960" y="5010"/>
            <a:chExt cx="17280" cy="2580"/>
          </a:xfrm>
        </p:grpSpPr>
        <p:sp>
          <p:nvSpPr>
            <p:cNvPr id="15" name="任意多边形 14"/>
            <p:cNvSpPr/>
            <p:nvPr>
              <p:custDataLst>
                <p:tags r:id="rId13"/>
              </p:custDataLst>
            </p:nvPr>
          </p:nvSpPr>
          <p:spPr>
            <a:xfrm>
              <a:off x="960" y="5010"/>
              <a:ext cx="17280" cy="2580"/>
            </a:xfrm>
            <a:custGeom>
              <a:avLst/>
              <a:gdLst>
                <a:gd name="sw" fmla="*/ 1 w 17280"/>
                <a:gd name="sh" fmla="*/ 1 h 2580"/>
                <a:gd name="mins" fmla="min sw sh"/>
                <a:gd name="dsw" fmla="+- 0 sw mins"/>
                <a:gd name="dsh" fmla="+- 0 sh mins"/>
                <a:gd name="p0x0" fmla="*/ 0 w 17280"/>
                <a:gd name="p0y0" fmla="*/ 0 h 2580"/>
                <a:gd name="p0x1" fmla="*/ 17280 w 17280"/>
                <a:gd name="p0y1" fmla="*/ 0 h 2580"/>
                <a:gd name="p0x2" fmla="*/ 17280 w 17280"/>
                <a:gd name="p0y2" fmla="*/ 2580 h 2580"/>
                <a:gd name="p0x3" fmla="*/ 0 w 17280"/>
                <a:gd name="p0y3" fmla="*/ 2580 h 2580"/>
                <a:gd name="p0x4" fmla="*/ 0 w 17280"/>
                <a:gd name="p0y4" fmla="*/ 0 h 25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6" name="任意多边形 15"/>
            <p:cNvSpPr/>
            <p:nvPr>
              <p:custDataLst>
                <p:tags r:id="rId14"/>
              </p:custDataLst>
            </p:nvPr>
          </p:nvSpPr>
          <p:spPr>
            <a:xfrm>
              <a:off x="960" y="5010"/>
              <a:ext cx="17280" cy="15"/>
            </a:xfrm>
            <a:custGeom>
              <a:avLst/>
              <a:gdLst>
                <a:gd name="sw" fmla="*/ 1 w 17280"/>
                <a:gd name="sh" fmla="*/ 1 h 15"/>
                <a:gd name="mins" fmla="min sw sh"/>
                <a:gd name="dsw" fmla="+- 0 sw mins"/>
                <a:gd name="dsh" fmla="+- 0 sh mins"/>
                <a:gd name="p0x0" fmla="*/ 0 w 17280"/>
                <a:gd name="p0y0" fmla="*/ 0 h 15"/>
                <a:gd name="p0x1" fmla="*/ 17280 w 17280"/>
                <a:gd name="p0y1" fmla="*/ 0 h 15"/>
                <a:gd name="p0x2" fmla="*/ 17265 w 17280"/>
                <a:gd name="p0y2" fmla="*/ 15 h 15"/>
                <a:gd name="p0x3" fmla="*/ 90 w 17280"/>
                <a:gd name="p0y3" fmla="*/ 15 h 15"/>
                <a:gd name="p0x4" fmla="*/ 0 w 1728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15"/>
              </p:custDataLst>
            </p:nvPr>
          </p:nvSpPr>
          <p:spPr>
            <a:xfrm>
              <a:off x="18225" y="5010"/>
              <a:ext cx="15" cy="2580"/>
            </a:xfrm>
            <a:custGeom>
              <a:avLst/>
              <a:gdLst>
                <a:gd name="sw" fmla="*/ 1 w 15"/>
                <a:gd name="sh" fmla="*/ 1 h 2580"/>
                <a:gd name="mins" fmla="min sw sh"/>
                <a:gd name="dsw" fmla="+- 0 sw mins"/>
                <a:gd name="dsh" fmla="+- 0 sh mins"/>
                <a:gd name="p0x0" fmla="*/ 15 w 15"/>
                <a:gd name="p0y0" fmla="*/ 0 h 2580"/>
                <a:gd name="p0x1" fmla="*/ 15 w 15"/>
                <a:gd name="p0y1" fmla="*/ 2580 h 2580"/>
                <a:gd name="p0x2" fmla="*/ 0 w 15"/>
                <a:gd name="p0y2" fmla="*/ 2565 h 2580"/>
                <a:gd name="p0x3" fmla="*/ 0 w 15"/>
                <a:gd name="p0y3" fmla="*/ 15 h 2580"/>
                <a:gd name="p0x4" fmla="*/ 15 w 15"/>
                <a:gd name="p0y4" fmla="*/ 0 h 25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任意多边形 17"/>
            <p:cNvSpPr/>
            <p:nvPr>
              <p:custDataLst>
                <p:tags r:id="rId16"/>
              </p:custDataLst>
            </p:nvPr>
          </p:nvSpPr>
          <p:spPr>
            <a:xfrm>
              <a:off x="960" y="7575"/>
              <a:ext cx="17280" cy="15"/>
            </a:xfrm>
            <a:custGeom>
              <a:avLst/>
              <a:gdLst>
                <a:gd name="sw" fmla="*/ 1 w 17280"/>
                <a:gd name="sh" fmla="*/ 1 h 15"/>
                <a:gd name="mins" fmla="min sw sh"/>
                <a:gd name="dsw" fmla="+- 0 sw mins"/>
                <a:gd name="dsh" fmla="+- 0 sh mins"/>
                <a:gd name="p0x0" fmla="*/ 17280 w 17280"/>
                <a:gd name="p0y0" fmla="*/ 15 h 15"/>
                <a:gd name="p0x1" fmla="*/ 0 w 17280"/>
                <a:gd name="p0y1" fmla="*/ 15 h 15"/>
                <a:gd name="p0x2" fmla="*/ 90 w 17280"/>
                <a:gd name="p0y2" fmla="*/ 0 h 15"/>
                <a:gd name="p0x3" fmla="*/ 17265 w 17280"/>
                <a:gd name="p0y3" fmla="*/ 0 h 15"/>
                <a:gd name="p0x4" fmla="*/ 17280 w 1728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7"/>
              </p:custDataLst>
            </p:nvPr>
          </p:nvSpPr>
          <p:spPr>
            <a:xfrm>
              <a:off x="960" y="5010"/>
              <a:ext cx="90" cy="2580"/>
            </a:xfrm>
            <a:custGeom>
              <a:avLst/>
              <a:gdLst>
                <a:gd name="sw" fmla="*/ 1 w 90"/>
                <a:gd name="sh" fmla="*/ 1 h 2580"/>
                <a:gd name="mins" fmla="min sw sh"/>
                <a:gd name="dsw" fmla="+- 0 sw mins"/>
                <a:gd name="dsh" fmla="+- 0 sh mins"/>
                <a:gd name="p0x0" fmla="*/ 0 w 90"/>
                <a:gd name="p0y0" fmla="*/ 2580 h 2580"/>
                <a:gd name="p0x1" fmla="*/ 0 w 90"/>
                <a:gd name="p0y1" fmla="*/ 0 h 2580"/>
                <a:gd name="p0x2" fmla="*/ 90 w 90"/>
                <a:gd name="p0y2" fmla="*/ 15 h 2580"/>
                <a:gd name="p0x3" fmla="*/ 90 w 90"/>
                <a:gd name="p0y3" fmla="*/ 2565 h 2580"/>
                <a:gd name="p0x4" fmla="*/ 0 w 90"/>
                <a:gd name="p0y4" fmla="*/ 2580 h 25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E9CB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任意多边形 20"/>
          <p:cNvSpPr/>
          <p:nvPr>
            <p:custDataLst>
              <p:tags r:id="rId18"/>
            </p:custDataLst>
          </p:nvPr>
        </p:nvSpPr>
        <p:spPr>
          <a:xfrm>
            <a:off x="971550" y="341947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1085850" y="3472815"/>
            <a:ext cx="228600" cy="198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1428750" y="3446145"/>
            <a:ext cx="15240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任务事务一致性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1"/>
            </p:custDataLst>
          </p:nvPr>
        </p:nvSpPr>
        <p:spPr>
          <a:xfrm>
            <a:off x="1428750" y="3857625"/>
            <a:ext cx="9839325" cy="236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任务创建相关操作加</a:t>
            </a:r>
            <a:r>
              <a:rPr lang="en-US" altLang="zh-CN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@Transactional</a:t>
            </a:r>
            <a:r>
              <a:rPr lang="zh-CN" altLang="en-US"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注解，保证主任务与待办记录数据一致性</a:t>
            </a:r>
            <a:endParaRPr lang="zh-CN" altLang="en-US" sz="135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09600" y="5010150"/>
            <a:ext cx="10972800" cy="1638300"/>
            <a:chOff x="960" y="7890"/>
            <a:chExt cx="17280" cy="2580"/>
          </a:xfrm>
        </p:grpSpPr>
        <p:sp>
          <p:nvSpPr>
            <p:cNvPr id="25" name="任意多边形 24"/>
            <p:cNvSpPr/>
            <p:nvPr>
              <p:custDataLst>
                <p:tags r:id="rId22"/>
              </p:custDataLst>
            </p:nvPr>
          </p:nvSpPr>
          <p:spPr>
            <a:xfrm>
              <a:off x="960" y="7890"/>
              <a:ext cx="17280" cy="2580"/>
            </a:xfrm>
            <a:custGeom>
              <a:avLst/>
              <a:gdLst>
                <a:gd name="sw" fmla="*/ 1 w 17280"/>
                <a:gd name="sh" fmla="*/ 1 h 2580"/>
                <a:gd name="mins" fmla="min sw sh"/>
                <a:gd name="dsw" fmla="+- 0 sw mins"/>
                <a:gd name="dsh" fmla="+- 0 sh mins"/>
                <a:gd name="p0x0" fmla="*/ 0 w 17280"/>
                <a:gd name="p0y0" fmla="*/ 0 h 2580"/>
                <a:gd name="p0x1" fmla="*/ 17280 w 17280"/>
                <a:gd name="p0y1" fmla="*/ 0 h 2580"/>
                <a:gd name="p0x2" fmla="*/ 17280 w 17280"/>
                <a:gd name="p0y2" fmla="*/ 2580 h 2580"/>
                <a:gd name="p0x3" fmla="*/ 0 w 17280"/>
                <a:gd name="p0y3" fmla="*/ 2580 h 2580"/>
                <a:gd name="p0x4" fmla="*/ 0 w 17280"/>
                <a:gd name="p0y4" fmla="*/ 0 h 25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3"/>
              </p:custDataLst>
            </p:nvPr>
          </p:nvSpPr>
          <p:spPr>
            <a:xfrm>
              <a:off x="960" y="7890"/>
              <a:ext cx="17280" cy="15"/>
            </a:xfrm>
            <a:custGeom>
              <a:avLst/>
              <a:gdLst>
                <a:gd name="sw" fmla="*/ 1 w 17280"/>
                <a:gd name="sh" fmla="*/ 1 h 15"/>
                <a:gd name="mins" fmla="min sw sh"/>
                <a:gd name="dsw" fmla="+- 0 sw mins"/>
                <a:gd name="dsh" fmla="+- 0 sh mins"/>
                <a:gd name="p0x0" fmla="*/ 0 w 17280"/>
                <a:gd name="p0y0" fmla="*/ 0 h 15"/>
                <a:gd name="p0x1" fmla="*/ 17280 w 17280"/>
                <a:gd name="p0y1" fmla="*/ 0 h 15"/>
                <a:gd name="p0x2" fmla="*/ 17265 w 17280"/>
                <a:gd name="p0y2" fmla="*/ 15 h 15"/>
                <a:gd name="p0x3" fmla="*/ 90 w 17280"/>
                <a:gd name="p0y3" fmla="*/ 15 h 15"/>
                <a:gd name="p0x4" fmla="*/ 0 w 1728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任意多边形 26"/>
            <p:cNvSpPr/>
            <p:nvPr>
              <p:custDataLst>
                <p:tags r:id="rId24"/>
              </p:custDataLst>
            </p:nvPr>
          </p:nvSpPr>
          <p:spPr>
            <a:xfrm>
              <a:off x="18225" y="7890"/>
              <a:ext cx="15" cy="2580"/>
            </a:xfrm>
            <a:custGeom>
              <a:avLst/>
              <a:gdLst>
                <a:gd name="sw" fmla="*/ 1 w 15"/>
                <a:gd name="sh" fmla="*/ 1 h 2580"/>
                <a:gd name="mins" fmla="min sw sh"/>
                <a:gd name="dsw" fmla="+- 0 sw mins"/>
                <a:gd name="dsh" fmla="+- 0 sh mins"/>
                <a:gd name="p0x0" fmla="*/ 15 w 15"/>
                <a:gd name="p0y0" fmla="*/ 0 h 2580"/>
                <a:gd name="p0x1" fmla="*/ 15 w 15"/>
                <a:gd name="p0y1" fmla="*/ 2580 h 2580"/>
                <a:gd name="p0x2" fmla="*/ 0 w 15"/>
                <a:gd name="p0y2" fmla="*/ 2565 h 2580"/>
                <a:gd name="p0x3" fmla="*/ 0 w 15"/>
                <a:gd name="p0y3" fmla="*/ 15 h 2580"/>
                <a:gd name="p0x4" fmla="*/ 15 w 15"/>
                <a:gd name="p0y4" fmla="*/ 0 h 25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任意多边形 27"/>
            <p:cNvSpPr/>
            <p:nvPr>
              <p:custDataLst>
                <p:tags r:id="rId25"/>
              </p:custDataLst>
            </p:nvPr>
          </p:nvSpPr>
          <p:spPr>
            <a:xfrm>
              <a:off x="960" y="10455"/>
              <a:ext cx="17280" cy="15"/>
            </a:xfrm>
            <a:custGeom>
              <a:avLst/>
              <a:gdLst>
                <a:gd name="sw" fmla="*/ 1 w 17280"/>
                <a:gd name="sh" fmla="*/ 1 h 15"/>
                <a:gd name="mins" fmla="min sw sh"/>
                <a:gd name="dsw" fmla="+- 0 sw mins"/>
                <a:gd name="dsh" fmla="+- 0 sh mins"/>
                <a:gd name="p0x0" fmla="*/ 17280 w 17280"/>
                <a:gd name="p0y0" fmla="*/ 15 h 15"/>
                <a:gd name="p0x1" fmla="*/ 0 w 17280"/>
                <a:gd name="p0y1" fmla="*/ 15 h 15"/>
                <a:gd name="p0x2" fmla="*/ 90 w 17280"/>
                <a:gd name="p0y2" fmla="*/ 0 h 15"/>
                <a:gd name="p0x3" fmla="*/ 17265 w 17280"/>
                <a:gd name="p0y3" fmla="*/ 0 h 15"/>
                <a:gd name="p0x4" fmla="*/ 17280 w 1728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26"/>
              </p:custDataLst>
            </p:nvPr>
          </p:nvSpPr>
          <p:spPr>
            <a:xfrm>
              <a:off x="960" y="7890"/>
              <a:ext cx="90" cy="2580"/>
            </a:xfrm>
            <a:custGeom>
              <a:avLst/>
              <a:gdLst>
                <a:gd name="sw" fmla="*/ 1 w 90"/>
                <a:gd name="sh" fmla="*/ 1 h 2580"/>
                <a:gd name="mins" fmla="min sw sh"/>
                <a:gd name="dsw" fmla="+- 0 sw mins"/>
                <a:gd name="dsh" fmla="+- 0 sh mins"/>
                <a:gd name="p0x0" fmla="*/ 0 w 90"/>
                <a:gd name="p0y0" fmla="*/ 2580 h 2580"/>
                <a:gd name="p0x1" fmla="*/ 0 w 90"/>
                <a:gd name="p0y1" fmla="*/ 0 h 2580"/>
                <a:gd name="p0x2" fmla="*/ 90 w 90"/>
                <a:gd name="p0y2" fmla="*/ 15 h 2580"/>
                <a:gd name="p0x3" fmla="*/ 90 w 90"/>
                <a:gd name="p0y3" fmla="*/ 2565 h 2580"/>
                <a:gd name="p0x4" fmla="*/ 0 w 90"/>
                <a:gd name="p0y4" fmla="*/ 2580 h 25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E9CB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1" name="任意多边形 30"/>
          <p:cNvSpPr/>
          <p:nvPr>
            <p:custDataLst>
              <p:tags r:id="rId27"/>
            </p:custDataLst>
          </p:nvPr>
        </p:nvSpPr>
        <p:spPr>
          <a:xfrm>
            <a:off x="971550" y="524827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8"/>
            </p:custDataLst>
          </p:nvPr>
        </p:nvSpPr>
        <p:spPr>
          <a:xfrm>
            <a:off x="1085850" y="5301615"/>
            <a:ext cx="228600" cy="198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endParaRPr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9"/>
            </p:custDataLst>
          </p:nvPr>
        </p:nvSpPr>
        <p:spPr>
          <a:xfrm>
            <a:off x="1428750" y="5274945"/>
            <a:ext cx="15240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反馈异步处理</a:t>
            </a:r>
            <a:endParaRPr lang="zh-CN"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0"/>
            </p:custDataLst>
          </p:nvPr>
        </p:nvSpPr>
        <p:spPr>
          <a:xfrm>
            <a:off x="1428750" y="5686425"/>
            <a:ext cx="9839325" cy="2362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定时任务聚合行为数据调用大模型，配置熔断降级策略，调用失败时返回预设兜底话术</a:t>
            </a:r>
            <a:endParaRPr sz="135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914400" y="411480"/>
            <a:ext cx="10896600" cy="396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zh-CN" altLang="en-US" sz="24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核心功能实现</a:t>
            </a:r>
            <a:r>
              <a:rPr lang="en-US" altLang="zh-CN" sz="24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</a:t>
            </a:r>
            <a:r>
              <a:rPr lang="zh-CN" altLang="en-US" sz="24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移动端</a:t>
            </a:r>
            <a:endParaRPr lang="zh-CN" altLang="en-US" sz="2400" b="1">
              <a:solidFill>
                <a:srgbClr val="3E9CB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" name="任意多边形 1"/>
          <p:cNvSpPr/>
          <p:nvPr>
            <p:custDataLst>
              <p:tags r:id="rId2"/>
            </p:custDataLst>
          </p:nvPr>
        </p:nvSpPr>
        <p:spPr>
          <a:xfrm>
            <a:off x="609600" y="762000"/>
            <a:ext cx="76200" cy="5638800"/>
          </a:xfrm>
          <a:custGeom>
            <a:avLst/>
            <a:gdLst>
              <a:gd name="sw" fmla="*/ 1 w 120"/>
              <a:gd name="sh" fmla="*/ 1 h 8880"/>
              <a:gd name="mins" fmla="min sw sh"/>
              <a:gd name="dsw" fmla="+- 0 sw mins"/>
              <a:gd name="dsh" fmla="+- 0 sh mins"/>
              <a:gd name="p0x0" fmla="*/ 60 w 120"/>
              <a:gd name="p0y0" fmla="*/ 0 h 8880"/>
              <a:gd name="p0x1" fmla="*/ 93 w 120"/>
              <a:gd name="p0y1" fmla="*/ 0 h 8880"/>
              <a:gd name="p0x2" fmla="*/ 120 w 120"/>
              <a:gd name="p0y2" fmla="*/ 26 h 8880"/>
              <a:gd name="p0x3" fmla="*/ 120 w 120"/>
              <a:gd name="p0y3" fmla="*/ 60 h 8880"/>
              <a:gd name="p0x4" fmla="*/ 120 w 120"/>
              <a:gd name="p0y4" fmla="*/ 8820 h 8880"/>
              <a:gd name="p0x5" fmla="*/ 120 w 120"/>
              <a:gd name="p0y5" fmla="*/ 8853 h 8880"/>
              <a:gd name="p0x6" fmla="*/ 93 w 120"/>
              <a:gd name="p0y6" fmla="*/ 8880 h 8880"/>
              <a:gd name="p0x7" fmla="*/ 60 w 120"/>
              <a:gd name="p0y7" fmla="*/ 8880 h 8880"/>
              <a:gd name="p0x8" fmla="*/ 26 w 120"/>
              <a:gd name="p0y8" fmla="*/ 8880 h 8880"/>
              <a:gd name="p0x9" fmla="*/ 0 w 120"/>
              <a:gd name="p0y9" fmla="*/ 8853 h 8880"/>
              <a:gd name="p0x10" fmla="*/ 0 w 120"/>
              <a:gd name="p0y10" fmla="*/ 8820 h 8880"/>
              <a:gd name="p0x11" fmla="*/ 0 w 120"/>
              <a:gd name="p0y11" fmla="*/ 60 h 8880"/>
              <a:gd name="p0x12" fmla="*/ 0 w 120"/>
              <a:gd name="p0y12" fmla="*/ 26 h 8880"/>
              <a:gd name="p0x13" fmla="*/ 26 w 120"/>
              <a:gd name="p0y13" fmla="*/ 0 h 8880"/>
              <a:gd name="p0x14" fmla="*/ 60 w 120"/>
              <a:gd name="p0y14" fmla="*/ 0 h 88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914400" y="762000"/>
            <a:ext cx="10896600" cy="1600200"/>
            <a:chOff x="1440" y="1200"/>
            <a:chExt cx="17160" cy="2520"/>
          </a:xfrm>
          <a:effectLst>
            <a:outerShdw blurRad="171450" dist="19050" dir="5399999" algn="ctr" rotWithShape="0">
              <a:srgbClr val="3E9CB8">
                <a:alpha val="12157"/>
              </a:srgbClr>
            </a:outerShdw>
          </a:effectLst>
        </p:grpSpPr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>
              <a:off x="1440" y="1200"/>
              <a:ext cx="17160" cy="2520"/>
            </a:xfrm>
            <a:custGeom>
              <a:avLst/>
              <a:gdLst>
                <a:gd name="sw" fmla="*/ 1 w 17160"/>
                <a:gd name="sh" fmla="*/ 1 h 2520"/>
                <a:gd name="mins" fmla="min sw sh"/>
                <a:gd name="dsw" fmla="+- 0 sw mins"/>
                <a:gd name="dsh" fmla="+- 0 sh mins"/>
                <a:gd name="p0x0" fmla="*/ 0 w 17160"/>
                <a:gd name="p0y0" fmla="*/ 0 h 2520"/>
                <a:gd name="p0x1" fmla="*/ 16980 w 17160"/>
                <a:gd name="p0y1" fmla="*/ 0 h 2520"/>
                <a:gd name="p0x2" fmla="*/ 17079 w 17160"/>
                <a:gd name="p0y2" fmla="*/ 0 h 2520"/>
                <a:gd name="p0x3" fmla="*/ 17160 w 17160"/>
                <a:gd name="p0y3" fmla="*/ 80 h 2520"/>
                <a:gd name="p0x4" fmla="*/ 17160 w 17160"/>
                <a:gd name="p0y4" fmla="*/ 180 h 2520"/>
                <a:gd name="p0x5" fmla="*/ 17160 w 17160"/>
                <a:gd name="p0y5" fmla="*/ 2340 h 2520"/>
                <a:gd name="p0x6" fmla="*/ 17160 w 17160"/>
                <a:gd name="p0y6" fmla="*/ 2439 h 2520"/>
                <a:gd name="p0x7" fmla="*/ 17079 w 17160"/>
                <a:gd name="p0y7" fmla="*/ 2520 h 2520"/>
                <a:gd name="p0x8" fmla="*/ 16980 w 17160"/>
                <a:gd name="p0y8" fmla="*/ 2520 h 2520"/>
                <a:gd name="p0x9" fmla="*/ 0 w 17160"/>
                <a:gd name="p0y9" fmla="*/ 2520 h 2520"/>
                <a:gd name="p0x10" fmla="*/ 0 w 17160"/>
                <a:gd name="p0y10" fmla="*/ 0 h 25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lnTo>
                    <a:pt x="p0x10" y="p0y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4"/>
              </p:custDataLst>
            </p:nvPr>
          </p:nvSpPr>
          <p:spPr>
            <a:xfrm>
              <a:off x="1440" y="1200"/>
              <a:ext cx="60" cy="2520"/>
            </a:xfrm>
            <a:custGeom>
              <a:avLst/>
              <a:gdLst>
                <a:gd name="sw" fmla="*/ 1 w 60"/>
                <a:gd name="sh" fmla="*/ 1 h 2520"/>
                <a:gd name="mins" fmla="min sw sh"/>
                <a:gd name="dsw" fmla="+- 0 sw mins"/>
                <a:gd name="dsh" fmla="+- 0 sh mins"/>
                <a:gd name="p0x0" fmla="*/ 0 w 60"/>
                <a:gd name="p0y0" fmla="*/ 2520 h 2520"/>
                <a:gd name="p0x1" fmla="*/ 0 w 60"/>
                <a:gd name="p0y1" fmla="*/ 0 h 2520"/>
                <a:gd name="p0x2" fmla="*/ 60 w 60"/>
                <a:gd name="p0y2" fmla="*/ 0 h 2520"/>
                <a:gd name="p0x3" fmla="*/ 60 w 60"/>
                <a:gd name="p0y3" fmla="*/ 2520 h 2520"/>
                <a:gd name="p0x4" fmla="*/ 0 w 60"/>
                <a:gd name="p0y4" fmla="*/ 2520 h 25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1257300" y="102870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371600" y="1082040"/>
            <a:ext cx="228600" cy="198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endParaRPr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1676400" y="1055370"/>
            <a:ext cx="15240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双模式动态切换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1676400" y="1463040"/>
            <a:ext cx="9829800" cy="21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Pinia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全局状态管理存储用户角色，登录后自动切换对应端菜单与页面布局</a:t>
            </a:r>
            <a:endParaRPr lang="zh-CN" alt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26" name="组合 25"/>
          <p:cNvGrpSpPr/>
          <p:nvPr/>
        </p:nvGrpSpPr>
        <p:grpSpPr>
          <a:xfrm>
            <a:off x="914400" y="2514600"/>
            <a:ext cx="10896600" cy="1600200"/>
            <a:chOff x="1440" y="3960"/>
            <a:chExt cx="17160" cy="2520"/>
          </a:xfrm>
          <a:effectLst>
            <a:outerShdw blurRad="171450" dist="19050" dir="5399999" algn="ctr" rotWithShape="0">
              <a:srgbClr val="3E9CB8">
                <a:alpha val="12157"/>
              </a:srgbClr>
            </a:outerShdw>
          </a:effectLst>
        </p:grpSpPr>
        <p:sp>
          <p:nvSpPr>
            <p:cNvPr id="11" name="任意多边形 10"/>
            <p:cNvSpPr/>
            <p:nvPr>
              <p:custDataLst>
                <p:tags r:id="rId9"/>
              </p:custDataLst>
            </p:nvPr>
          </p:nvSpPr>
          <p:spPr>
            <a:xfrm>
              <a:off x="1440" y="3960"/>
              <a:ext cx="17160" cy="2520"/>
            </a:xfrm>
            <a:custGeom>
              <a:avLst/>
              <a:gdLst>
                <a:gd name="sw" fmla="*/ 1 w 17160"/>
                <a:gd name="sh" fmla="*/ 1 h 2520"/>
                <a:gd name="mins" fmla="min sw sh"/>
                <a:gd name="dsw" fmla="+- 0 sw mins"/>
                <a:gd name="dsh" fmla="+- 0 sh mins"/>
                <a:gd name="p0x0" fmla="*/ 0 w 17160"/>
                <a:gd name="p0y0" fmla="*/ 0 h 2520"/>
                <a:gd name="p0x1" fmla="*/ 16980 w 17160"/>
                <a:gd name="p0y1" fmla="*/ 0 h 2520"/>
                <a:gd name="p0x2" fmla="*/ 17079 w 17160"/>
                <a:gd name="p0y2" fmla="*/ 0 h 2520"/>
                <a:gd name="p0x3" fmla="*/ 17160 w 17160"/>
                <a:gd name="p0y3" fmla="*/ 80 h 2520"/>
                <a:gd name="p0x4" fmla="*/ 17160 w 17160"/>
                <a:gd name="p0y4" fmla="*/ 180 h 2520"/>
                <a:gd name="p0x5" fmla="*/ 17160 w 17160"/>
                <a:gd name="p0y5" fmla="*/ 2340 h 2520"/>
                <a:gd name="p0x6" fmla="*/ 17160 w 17160"/>
                <a:gd name="p0y6" fmla="*/ 2439 h 2520"/>
                <a:gd name="p0x7" fmla="*/ 17079 w 17160"/>
                <a:gd name="p0y7" fmla="*/ 2520 h 2520"/>
                <a:gd name="p0x8" fmla="*/ 16980 w 17160"/>
                <a:gd name="p0y8" fmla="*/ 2520 h 2520"/>
                <a:gd name="p0x9" fmla="*/ 0 w 17160"/>
                <a:gd name="p0y9" fmla="*/ 2520 h 2520"/>
                <a:gd name="p0x10" fmla="*/ 0 w 17160"/>
                <a:gd name="p0y10" fmla="*/ 0 h 25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lnTo>
                    <a:pt x="p0x10" y="p0y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10"/>
              </p:custDataLst>
            </p:nvPr>
          </p:nvSpPr>
          <p:spPr>
            <a:xfrm>
              <a:off x="1440" y="3960"/>
              <a:ext cx="60" cy="2520"/>
            </a:xfrm>
            <a:custGeom>
              <a:avLst/>
              <a:gdLst>
                <a:gd name="sw" fmla="*/ 1 w 60"/>
                <a:gd name="sh" fmla="*/ 1 h 2520"/>
                <a:gd name="mins" fmla="min sw sh"/>
                <a:gd name="dsw" fmla="+- 0 sw mins"/>
                <a:gd name="dsh" fmla="+- 0 sh mins"/>
                <a:gd name="p0x0" fmla="*/ 0 w 60"/>
                <a:gd name="p0y0" fmla="*/ 2520 h 2520"/>
                <a:gd name="p0x1" fmla="*/ 0 w 60"/>
                <a:gd name="p0y1" fmla="*/ 0 h 2520"/>
                <a:gd name="p0x2" fmla="*/ 60 w 60"/>
                <a:gd name="p0y2" fmla="*/ 0 h 2520"/>
                <a:gd name="p0x3" fmla="*/ 60 w 60"/>
                <a:gd name="p0y3" fmla="*/ 2520 h 2520"/>
                <a:gd name="p0x4" fmla="*/ 0 w 60"/>
                <a:gd name="p0y4" fmla="*/ 2520 h 25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1257300" y="278130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1371600" y="2834640"/>
            <a:ext cx="228600" cy="198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1676400" y="2807970"/>
            <a:ext cx="15240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专注模式防误触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1676400" y="3215640"/>
            <a:ext cx="9829800" cy="21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专注过程中拦截返回操作，屏幕常亮，避免误触导致任务中断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914400" y="4267200"/>
            <a:ext cx="10896600" cy="1600200"/>
            <a:chOff x="1440" y="6720"/>
            <a:chExt cx="17160" cy="2520"/>
          </a:xfrm>
          <a:effectLst>
            <a:outerShdw blurRad="171450" dist="19050" dir="5399999" algn="ctr" rotWithShape="0">
              <a:srgbClr val="3E9CB8">
                <a:alpha val="12157"/>
              </a:srgbClr>
            </a:outerShdw>
          </a:effectLst>
        </p:grpSpPr>
        <p:sp>
          <p:nvSpPr>
            <p:cNvPr id="18" name="任意多边形 17"/>
            <p:cNvSpPr/>
            <p:nvPr>
              <p:custDataLst>
                <p:tags r:id="rId15"/>
              </p:custDataLst>
            </p:nvPr>
          </p:nvSpPr>
          <p:spPr>
            <a:xfrm>
              <a:off x="1440" y="6720"/>
              <a:ext cx="17160" cy="2520"/>
            </a:xfrm>
            <a:custGeom>
              <a:avLst/>
              <a:gdLst>
                <a:gd name="sw" fmla="*/ 1 w 17160"/>
                <a:gd name="sh" fmla="*/ 1 h 2520"/>
                <a:gd name="mins" fmla="min sw sh"/>
                <a:gd name="dsw" fmla="+- 0 sw mins"/>
                <a:gd name="dsh" fmla="+- 0 sh mins"/>
                <a:gd name="p0x0" fmla="*/ 0 w 17160"/>
                <a:gd name="p0y0" fmla="*/ 0 h 2520"/>
                <a:gd name="p0x1" fmla="*/ 16980 w 17160"/>
                <a:gd name="p0y1" fmla="*/ 0 h 2520"/>
                <a:gd name="p0x2" fmla="*/ 17079 w 17160"/>
                <a:gd name="p0y2" fmla="*/ 0 h 2520"/>
                <a:gd name="p0x3" fmla="*/ 17160 w 17160"/>
                <a:gd name="p0y3" fmla="*/ 80 h 2520"/>
                <a:gd name="p0x4" fmla="*/ 17160 w 17160"/>
                <a:gd name="p0y4" fmla="*/ 180 h 2520"/>
                <a:gd name="p0x5" fmla="*/ 17160 w 17160"/>
                <a:gd name="p0y5" fmla="*/ 2340 h 2520"/>
                <a:gd name="p0x6" fmla="*/ 17160 w 17160"/>
                <a:gd name="p0y6" fmla="*/ 2439 h 2520"/>
                <a:gd name="p0x7" fmla="*/ 17079 w 17160"/>
                <a:gd name="p0y7" fmla="*/ 2520 h 2520"/>
                <a:gd name="p0x8" fmla="*/ 16980 w 17160"/>
                <a:gd name="p0y8" fmla="*/ 2520 h 2520"/>
                <a:gd name="p0x9" fmla="*/ 0 w 17160"/>
                <a:gd name="p0y9" fmla="*/ 2520 h 2520"/>
                <a:gd name="p0x10" fmla="*/ 0 w 17160"/>
                <a:gd name="p0y10" fmla="*/ 0 h 25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lnTo>
                    <a:pt x="p0x10" y="p0y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任意多边形 18"/>
            <p:cNvSpPr/>
            <p:nvPr>
              <p:custDataLst>
                <p:tags r:id="rId16"/>
              </p:custDataLst>
            </p:nvPr>
          </p:nvSpPr>
          <p:spPr>
            <a:xfrm>
              <a:off x="1440" y="6720"/>
              <a:ext cx="60" cy="2520"/>
            </a:xfrm>
            <a:custGeom>
              <a:avLst/>
              <a:gdLst>
                <a:gd name="sw" fmla="*/ 1 w 60"/>
                <a:gd name="sh" fmla="*/ 1 h 2520"/>
                <a:gd name="mins" fmla="min sw sh"/>
                <a:gd name="dsw" fmla="+- 0 sw mins"/>
                <a:gd name="dsh" fmla="+- 0 sh mins"/>
                <a:gd name="p0x0" fmla="*/ 0 w 60"/>
                <a:gd name="p0y0" fmla="*/ 2520 h 2520"/>
                <a:gd name="p0x1" fmla="*/ 0 w 60"/>
                <a:gd name="p0y1" fmla="*/ 0 h 2520"/>
                <a:gd name="p0x2" fmla="*/ 60 w 60"/>
                <a:gd name="p0y2" fmla="*/ 0 h 2520"/>
                <a:gd name="p0x3" fmla="*/ 60 w 60"/>
                <a:gd name="p0y3" fmla="*/ 2520 h 2520"/>
                <a:gd name="p0x4" fmla="*/ 0 w 60"/>
                <a:gd name="p0y4" fmla="*/ 2520 h 25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1" name="任意多边形 20"/>
          <p:cNvSpPr/>
          <p:nvPr>
            <p:custDataLst>
              <p:tags r:id="rId17"/>
            </p:custDataLst>
          </p:nvPr>
        </p:nvSpPr>
        <p:spPr>
          <a:xfrm>
            <a:off x="1257300" y="4533900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1371600" y="4587240"/>
            <a:ext cx="228600" cy="1981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endParaRPr sz="120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19"/>
            </p:custDataLst>
          </p:nvPr>
        </p:nvSpPr>
        <p:spPr>
          <a:xfrm>
            <a:off x="1676400" y="4560570"/>
            <a:ext cx="152400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响应式页面构建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1676400" y="4968240"/>
            <a:ext cx="9829800" cy="2133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TailwindCSS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原子类实现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UI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组件，适配不同尺寸安卓设备，界面简约低认知负担</a:t>
            </a:r>
            <a:endParaRPr lang="zh-CN" alt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571500" y="952500"/>
            <a:ext cx="762000" cy="38100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571500" y="411480"/>
            <a:ext cx="11049000" cy="3962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24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系统测试方案与结果</a:t>
            </a:r>
            <a:endParaRPr sz="2400" b="1">
              <a:solidFill>
                <a:srgbClr val="3E9CB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5945" y="1261745"/>
            <a:ext cx="5362575" cy="2855595"/>
          </a:xfrm>
          <a:custGeom>
            <a:avLst/>
            <a:gdLst>
              <a:gd name="sw" fmla="*/ 1 w 8445"/>
              <a:gd name="sh" fmla="*/ 1 h 4497"/>
              <a:gd name="mins" fmla="min sw sh"/>
              <a:gd name="dsw" fmla="+- 0 sw mins"/>
              <a:gd name="dsh" fmla="+- 0 sh mins"/>
              <a:gd name="p0x0" fmla="*/ 120 w 8445"/>
              <a:gd name="p0y0" fmla="*/ 0 h 4497"/>
              <a:gd name="p0x1" fmla="*/ 8325 w 8445"/>
              <a:gd name="p0y1" fmla="*/ 0 h 4497"/>
              <a:gd name="p0x2" fmla="*/ 8391 w 8445"/>
              <a:gd name="p0y2" fmla="*/ 0 h 4497"/>
              <a:gd name="p0x3" fmla="*/ 8445 w 8445"/>
              <a:gd name="p0y3" fmla="*/ 53 h 4497"/>
              <a:gd name="p0x4" fmla="*/ 8445 w 8445"/>
              <a:gd name="p0y4" fmla="*/ 120 h 4497"/>
              <a:gd name="p0x5" fmla="*/ 8445 w 8445"/>
              <a:gd name="p0y5" fmla="*/ 4377 h 4497"/>
              <a:gd name="p0x6" fmla="*/ 8445 w 8445"/>
              <a:gd name="p0y6" fmla="*/ 4443 h 4497"/>
              <a:gd name="p0x7" fmla="*/ 8391 w 8445"/>
              <a:gd name="p0y7" fmla="*/ 4497 h 4497"/>
              <a:gd name="p0x8" fmla="*/ 8325 w 8445"/>
              <a:gd name="p0y8" fmla="*/ 4497 h 4497"/>
              <a:gd name="p0x9" fmla="*/ 120 w 8445"/>
              <a:gd name="p0y9" fmla="*/ 4497 h 4497"/>
              <a:gd name="p0x10" fmla="*/ 53 w 8445"/>
              <a:gd name="p0y10" fmla="*/ 4497 h 4497"/>
              <a:gd name="p0x11" fmla="*/ 0 w 8445"/>
              <a:gd name="p0y11" fmla="*/ 4443 h 4497"/>
              <a:gd name="p0x12" fmla="*/ 0 w 8445"/>
              <a:gd name="p0y12" fmla="*/ 4377 h 4497"/>
              <a:gd name="p0x13" fmla="*/ 0 w 8445"/>
              <a:gd name="p0y13" fmla="*/ 120 h 4497"/>
              <a:gd name="p0x14" fmla="*/ 0 w 8445"/>
              <a:gd name="p0y14" fmla="*/ 53 h 4497"/>
              <a:gd name="p0x15" fmla="*/ 53 w 8445"/>
              <a:gd name="p0y15" fmla="*/ 0 h 4497"/>
              <a:gd name="p0x16" fmla="*/ 120 w 8445"/>
              <a:gd name="p0y16" fmla="*/ 0 h 44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5E7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09625" y="1512570"/>
            <a:ext cx="48958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测试方案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2941" t="-11333" r="-2941" b="-11333"/>
          <a:stretch>
            <a:fillRect/>
          </a:stretch>
        </p:blipFill>
        <p:spPr>
          <a:xfrm>
            <a:off x="809625" y="2002155"/>
            <a:ext cx="171450" cy="17526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057275" y="1984058"/>
            <a:ext cx="4648200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测试环境</a:t>
            </a:r>
            <a:endParaRPr sz="135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809625" y="2373630"/>
            <a:ext cx="2590800" cy="243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Docker</a:t>
            </a:r>
            <a:r>
              <a:rPr 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容器化部署预发布环境，覆盖</a:t>
            </a:r>
            <a:endParaRPr lang="zh-CN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3248025" y="2343150"/>
            <a:ext cx="895350" cy="316230"/>
          </a:xfrm>
          <a:custGeom>
            <a:avLst/>
            <a:gdLst>
              <a:gd name="sw" fmla="*/ 1 w 1410"/>
              <a:gd name="sh" fmla="*/ 1 h 497"/>
              <a:gd name="mins" fmla="min sw sh"/>
              <a:gd name="dsw" fmla="+- 0 sw mins"/>
              <a:gd name="dsh" fmla="+- 0 sh mins"/>
              <a:gd name="p0x0" fmla="*/ 60 w 1410"/>
              <a:gd name="p0y0" fmla="*/ 0 h 497"/>
              <a:gd name="p0x1" fmla="*/ 1350 w 1410"/>
              <a:gd name="p0y1" fmla="*/ 0 h 497"/>
              <a:gd name="p0x2" fmla="*/ 1383 w 1410"/>
              <a:gd name="p0y2" fmla="*/ 0 h 497"/>
              <a:gd name="p0x3" fmla="*/ 1410 w 1410"/>
              <a:gd name="p0y3" fmla="*/ 26 h 497"/>
              <a:gd name="p0x4" fmla="*/ 1410 w 1410"/>
              <a:gd name="p0y4" fmla="*/ 60 h 497"/>
              <a:gd name="p0x5" fmla="*/ 1410 w 1410"/>
              <a:gd name="p0y5" fmla="*/ 437 h 497"/>
              <a:gd name="p0x6" fmla="*/ 1410 w 1410"/>
              <a:gd name="p0y6" fmla="*/ 471 h 497"/>
              <a:gd name="p0x7" fmla="*/ 1383 w 1410"/>
              <a:gd name="p0y7" fmla="*/ 497 h 497"/>
              <a:gd name="p0x8" fmla="*/ 1350 w 1410"/>
              <a:gd name="p0y8" fmla="*/ 497 h 497"/>
              <a:gd name="p0x9" fmla="*/ 60 w 1410"/>
              <a:gd name="p0y9" fmla="*/ 497 h 497"/>
              <a:gd name="p0x10" fmla="*/ 26 w 1410"/>
              <a:gd name="p0y10" fmla="*/ 497 h 497"/>
              <a:gd name="p0x11" fmla="*/ 0 w 1410"/>
              <a:gd name="p0y11" fmla="*/ 471 h 497"/>
              <a:gd name="p0x12" fmla="*/ 0 w 1410"/>
              <a:gd name="p0y12" fmla="*/ 437 h 497"/>
              <a:gd name="p0x13" fmla="*/ 0 w 1410"/>
              <a:gd name="p0y13" fmla="*/ 60 h 497"/>
              <a:gd name="p0x14" fmla="*/ 0 w 1410"/>
              <a:gd name="p0y14" fmla="*/ 26 h 497"/>
              <a:gd name="p0x15" fmla="*/ 26 w 1410"/>
              <a:gd name="p0y15" fmla="*/ 0 h 497"/>
              <a:gd name="p0x16" fmla="*/ 60 w 1410"/>
              <a:gd name="p0y16" fmla="*/ 0 h 4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FA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3362325" y="2394585"/>
            <a:ext cx="80010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050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安卓移动端</a:t>
            </a:r>
            <a:endParaRPr sz="1050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4143375" y="2343150"/>
            <a:ext cx="962025" cy="316230"/>
          </a:xfrm>
          <a:custGeom>
            <a:avLst/>
            <a:gdLst>
              <a:gd name="sw" fmla="*/ 1 w 1515"/>
              <a:gd name="sh" fmla="*/ 1 h 497"/>
              <a:gd name="mins" fmla="min sw sh"/>
              <a:gd name="dsw" fmla="+- 0 sw mins"/>
              <a:gd name="dsh" fmla="+- 0 sh mins"/>
              <a:gd name="p0x0" fmla="*/ 60 w 1515"/>
              <a:gd name="p0y0" fmla="*/ 0 h 497"/>
              <a:gd name="p0x1" fmla="*/ 1455 w 1515"/>
              <a:gd name="p0y1" fmla="*/ 0 h 497"/>
              <a:gd name="p0x2" fmla="*/ 1488 w 1515"/>
              <a:gd name="p0y2" fmla="*/ 0 h 497"/>
              <a:gd name="p0x3" fmla="*/ 1515 w 1515"/>
              <a:gd name="p0y3" fmla="*/ 26 h 497"/>
              <a:gd name="p0x4" fmla="*/ 1515 w 1515"/>
              <a:gd name="p0y4" fmla="*/ 60 h 497"/>
              <a:gd name="p0x5" fmla="*/ 1515 w 1515"/>
              <a:gd name="p0y5" fmla="*/ 437 h 497"/>
              <a:gd name="p0x6" fmla="*/ 1515 w 1515"/>
              <a:gd name="p0y6" fmla="*/ 471 h 497"/>
              <a:gd name="p0x7" fmla="*/ 1488 w 1515"/>
              <a:gd name="p0y7" fmla="*/ 497 h 497"/>
              <a:gd name="p0x8" fmla="*/ 1455 w 1515"/>
              <a:gd name="p0y8" fmla="*/ 497 h 497"/>
              <a:gd name="p0x9" fmla="*/ 60 w 1515"/>
              <a:gd name="p0y9" fmla="*/ 497 h 497"/>
              <a:gd name="p0x10" fmla="*/ 26 w 1515"/>
              <a:gd name="p0y10" fmla="*/ 497 h 497"/>
              <a:gd name="p0x11" fmla="*/ 0 w 1515"/>
              <a:gd name="p0y11" fmla="*/ 471 h 497"/>
              <a:gd name="p0x12" fmla="*/ 0 w 1515"/>
              <a:gd name="p0y12" fmla="*/ 437 h 497"/>
              <a:gd name="p0x13" fmla="*/ 0 w 1515"/>
              <a:gd name="p0y13" fmla="*/ 60 h 497"/>
              <a:gd name="p0x14" fmla="*/ 0 w 1515"/>
              <a:gd name="p0y14" fmla="*/ 26 h 497"/>
              <a:gd name="p0x15" fmla="*/ 26 w 1515"/>
              <a:gd name="p0y15" fmla="*/ 0 h 497"/>
              <a:gd name="p0x16" fmla="*/ 60 w 1515"/>
              <a:gd name="p0y16" fmla="*/ 0 h 4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0FA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4257675" y="2394585"/>
            <a:ext cx="866775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lang="en-US" sz="1050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Web</a:t>
            </a:r>
            <a:r>
              <a:rPr lang="zh-CN" sz="1050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管理后台</a:t>
            </a:r>
            <a:endParaRPr lang="zh-CN" sz="1050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9412" t="-4118" r="-9412" b="-4118"/>
          <a:stretch>
            <a:fillRect/>
          </a:stretch>
        </p:blipFill>
        <p:spPr>
          <a:xfrm>
            <a:off x="809625" y="2918460"/>
            <a:ext cx="192405" cy="17526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1078706" y="2900363"/>
            <a:ext cx="4626769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测试维度</a:t>
            </a:r>
            <a:endParaRPr sz="135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18"/>
            </p:custDataLst>
          </p:nvPr>
        </p:nvSpPr>
        <p:spPr>
          <a:xfrm>
            <a:off x="581025" y="1266825"/>
            <a:ext cx="38100" cy="2846070"/>
          </a:xfrm>
          <a:custGeom>
            <a:avLst/>
            <a:gdLst>
              <a:gd name="sw" fmla="*/ 1 w 60"/>
              <a:gd name="sh" fmla="*/ 1 h 4482"/>
              <a:gd name="mins" fmla="min sw sh"/>
              <a:gd name="dsw" fmla="+- 0 sw mins"/>
              <a:gd name="dsh" fmla="+- 0 sh mins"/>
              <a:gd name="p0x0" fmla="*/ 60 w 60"/>
              <a:gd name="p0y0" fmla="*/ 0 h 4482"/>
              <a:gd name="p0x1" fmla="*/ 60 w 60"/>
              <a:gd name="p0y1" fmla="*/ 4482 h 4482"/>
              <a:gd name="p0x2" fmla="*/ 26 w 60"/>
              <a:gd name="p0y2" fmla="*/ 4482 h 4482"/>
              <a:gd name="p0x3" fmla="*/ 0 w 60"/>
              <a:gd name="p0y3" fmla="*/ 4455 h 4482"/>
              <a:gd name="p0x4" fmla="*/ 0 w 60"/>
              <a:gd name="p0y4" fmla="*/ 4422 h 4482"/>
              <a:gd name="p0x5" fmla="*/ 0 w 60"/>
              <a:gd name="p0y5" fmla="*/ 60 h 4482"/>
              <a:gd name="p0x6" fmla="*/ 0 w 60"/>
              <a:gd name="p0y6" fmla="*/ 26 h 4482"/>
              <a:gd name="p0x7" fmla="*/ 26 w 60"/>
              <a:gd name="p0y7" fmla="*/ 0 h 4482"/>
              <a:gd name="p0x8" fmla="*/ 60 w 60"/>
              <a:gd name="p0y8" fmla="*/ 0 h 448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962025" y="3274695"/>
            <a:ext cx="4743450" cy="243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多角色权限隔离测试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20"/>
            </p:custDataLst>
          </p:nvPr>
        </p:nvSpPr>
        <p:spPr>
          <a:xfrm>
            <a:off x="809625" y="3259455"/>
            <a:ext cx="114300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lnSpc>
                <a:spcPct val="150000"/>
              </a:lnSpc>
            </a:pPr>
            <a:r>
              <a:rPr sz="900">
                <a:solidFill>
                  <a:srgbClr val="6BC2DB"/>
                </a:solidFill>
                <a:latin typeface="黑体" panose="02010609060101010101" charset="-122"/>
                <a:ea typeface="黑体" panose="02010609060101010101" charset="-122"/>
              </a:rPr>
              <a:t>●</a:t>
            </a:r>
            <a:endParaRPr sz="900">
              <a:solidFill>
                <a:srgbClr val="6BC2D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1"/>
            </p:custDataLst>
          </p:nvPr>
        </p:nvSpPr>
        <p:spPr>
          <a:xfrm>
            <a:off x="962025" y="3625215"/>
            <a:ext cx="4743450" cy="243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任务全生命周期流转测试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809625" y="3609975"/>
            <a:ext cx="114300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>
              <a:lnSpc>
                <a:spcPct val="150000"/>
              </a:lnSpc>
            </a:pPr>
            <a:r>
              <a:rPr sz="900">
                <a:solidFill>
                  <a:srgbClr val="6BC2DB"/>
                </a:solidFill>
                <a:latin typeface="黑体" panose="02010609060101010101" charset="-122"/>
                <a:ea typeface="黑体" panose="02010609060101010101" charset="-122"/>
              </a:rPr>
              <a:t>●</a:t>
            </a:r>
            <a:endParaRPr sz="900">
              <a:solidFill>
                <a:srgbClr val="6BC2D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3"/>
            </p:custDataLst>
          </p:nvPr>
        </p:nvSpPr>
        <p:spPr>
          <a:xfrm>
            <a:off x="6252845" y="1261745"/>
            <a:ext cx="5362575" cy="3362325"/>
          </a:xfrm>
          <a:custGeom>
            <a:avLst/>
            <a:gdLst>
              <a:gd name="sw" fmla="*/ 1 w 8445"/>
              <a:gd name="sh" fmla="*/ 1 h 5295"/>
              <a:gd name="mins" fmla="min sw sh"/>
              <a:gd name="dsw" fmla="+- 0 sw mins"/>
              <a:gd name="dsh" fmla="+- 0 sh mins"/>
              <a:gd name="p0x0" fmla="*/ 120 w 8445"/>
              <a:gd name="p0y0" fmla="*/ 0 h 5295"/>
              <a:gd name="p0x1" fmla="*/ 8325 w 8445"/>
              <a:gd name="p0y1" fmla="*/ 0 h 5295"/>
              <a:gd name="p0x2" fmla="*/ 8391 w 8445"/>
              <a:gd name="p0y2" fmla="*/ 0 h 5295"/>
              <a:gd name="p0x3" fmla="*/ 8445 w 8445"/>
              <a:gd name="p0y3" fmla="*/ 53 h 5295"/>
              <a:gd name="p0x4" fmla="*/ 8445 w 8445"/>
              <a:gd name="p0y4" fmla="*/ 120 h 5295"/>
              <a:gd name="p0x5" fmla="*/ 8445 w 8445"/>
              <a:gd name="p0y5" fmla="*/ 5175 h 5295"/>
              <a:gd name="p0x6" fmla="*/ 8445 w 8445"/>
              <a:gd name="p0y6" fmla="*/ 5241 h 5295"/>
              <a:gd name="p0x7" fmla="*/ 8391 w 8445"/>
              <a:gd name="p0y7" fmla="*/ 5295 h 5295"/>
              <a:gd name="p0x8" fmla="*/ 8325 w 8445"/>
              <a:gd name="p0y8" fmla="*/ 5295 h 5295"/>
              <a:gd name="p0x9" fmla="*/ 120 w 8445"/>
              <a:gd name="p0y9" fmla="*/ 5295 h 5295"/>
              <a:gd name="p0x10" fmla="*/ 53 w 8445"/>
              <a:gd name="p0y10" fmla="*/ 5295 h 5295"/>
              <a:gd name="p0x11" fmla="*/ 0 w 8445"/>
              <a:gd name="p0y11" fmla="*/ 5241 h 5295"/>
              <a:gd name="p0x12" fmla="*/ 0 w 8445"/>
              <a:gd name="p0y12" fmla="*/ 5175 h 5295"/>
              <a:gd name="p0x13" fmla="*/ 0 w 8445"/>
              <a:gd name="p0y13" fmla="*/ 120 h 5295"/>
              <a:gd name="p0x14" fmla="*/ 0 w 8445"/>
              <a:gd name="p0y14" fmla="*/ 53 h 5295"/>
              <a:gd name="p0x15" fmla="*/ 53 w 8445"/>
              <a:gd name="p0y15" fmla="*/ 0 h 5295"/>
              <a:gd name="p0x16" fmla="*/ 120 w 8445"/>
              <a:gd name="p0y16" fmla="*/ 0 h 5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E5E7E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8" name="组合 37"/>
          <p:cNvGrpSpPr/>
          <p:nvPr/>
        </p:nvGrpSpPr>
        <p:grpSpPr>
          <a:xfrm>
            <a:off x="6486525" y="3857625"/>
            <a:ext cx="4895850" cy="533400"/>
            <a:chOff x="10215" y="6075"/>
            <a:chExt cx="7710" cy="840"/>
          </a:xfrm>
        </p:grpSpPr>
        <p:sp>
          <p:nvSpPr>
            <p:cNvPr id="33" name="任意多边形 32"/>
            <p:cNvSpPr/>
            <p:nvPr>
              <p:custDataLst>
                <p:tags r:id="rId24"/>
              </p:custDataLst>
            </p:nvPr>
          </p:nvSpPr>
          <p:spPr>
            <a:xfrm>
              <a:off x="10215" y="6075"/>
              <a:ext cx="7710" cy="840"/>
            </a:xfrm>
            <a:custGeom>
              <a:avLst/>
              <a:gdLst>
                <a:gd name="sw" fmla="*/ 1 w 7710"/>
                <a:gd name="sh" fmla="*/ 1 h 840"/>
                <a:gd name="mins" fmla="min sw sh"/>
                <a:gd name="dsw" fmla="+- 0 sw mins"/>
                <a:gd name="dsh" fmla="+- 0 sh mins"/>
                <a:gd name="p0x0" fmla="*/ 0 w 7710"/>
                <a:gd name="p0y0" fmla="*/ 0 h 840"/>
                <a:gd name="p0x1" fmla="*/ 7710 w 7710"/>
                <a:gd name="p0y1" fmla="*/ 0 h 840"/>
                <a:gd name="p0x2" fmla="*/ 7710 w 7710"/>
                <a:gd name="p0y2" fmla="*/ 840 h 840"/>
                <a:gd name="p0x3" fmla="*/ 0 w 7710"/>
                <a:gd name="p0y3" fmla="*/ 840 h 840"/>
                <a:gd name="p0x4" fmla="*/ 0 w 7710"/>
                <a:gd name="p0y4" fmla="*/ 0 h 8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0FA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>
              <p:custDataLst>
                <p:tags r:id="rId25"/>
              </p:custDataLst>
            </p:nvPr>
          </p:nvSpPr>
          <p:spPr>
            <a:xfrm>
              <a:off x="10215" y="6075"/>
              <a:ext cx="60" cy="840"/>
            </a:xfrm>
            <a:custGeom>
              <a:avLst/>
              <a:gdLst>
                <a:gd name="sw" fmla="*/ 1 w 60"/>
                <a:gd name="sh" fmla="*/ 1 h 840"/>
                <a:gd name="mins" fmla="min sw sh"/>
                <a:gd name="dsw" fmla="+- 0 sw mins"/>
                <a:gd name="dsh" fmla="+- 0 sh mins"/>
                <a:gd name="p0x0" fmla="*/ 0 w 60"/>
                <a:gd name="p0y0" fmla="*/ 840 h 840"/>
                <a:gd name="p0x1" fmla="*/ 0 w 60"/>
                <a:gd name="p0y1" fmla="*/ 0 h 840"/>
                <a:gd name="p0x2" fmla="*/ 60 w 60"/>
                <a:gd name="p0y2" fmla="*/ 0 h 840"/>
                <a:gd name="p0x3" fmla="*/ 60 w 60"/>
                <a:gd name="p0y3" fmla="*/ 840 h 840"/>
                <a:gd name="p0x4" fmla="*/ 0 w 60"/>
                <a:gd name="p0y4" fmla="*/ 840 h 8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E9CB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2" name="文本框 21"/>
          <p:cNvSpPr txBox="1"/>
          <p:nvPr>
            <p:custDataLst>
              <p:tags r:id="rId26"/>
            </p:custDataLst>
          </p:nvPr>
        </p:nvSpPr>
        <p:spPr>
          <a:xfrm>
            <a:off x="6486525" y="1512570"/>
            <a:ext cx="4895850" cy="247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5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测试结果</a:t>
            </a:r>
            <a:endParaRPr sz="15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6250" t="-4118" r="-6250" b="-4118"/>
          <a:stretch>
            <a:fillRect/>
          </a:stretch>
        </p:blipFill>
        <p:spPr>
          <a:xfrm>
            <a:off x="6486525" y="2002155"/>
            <a:ext cx="171450" cy="17526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0"/>
            </p:custDataLst>
          </p:nvPr>
        </p:nvSpPr>
        <p:spPr>
          <a:xfrm>
            <a:off x="6734175" y="1984058"/>
            <a:ext cx="4648200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权限隔离</a:t>
            </a:r>
            <a:endParaRPr sz="135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6486525" y="2320290"/>
            <a:ext cx="4267200" cy="2438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横向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纵向越权请求全部拦截，返回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403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，权限控制符合预期</a:t>
            </a:r>
            <a:endParaRPr lang="zh-CN" alt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2"/>
            </p:custDataLst>
          </p:nvPr>
        </p:nvSpPr>
        <p:spPr>
          <a:xfrm>
            <a:off x="10448925" y="2308860"/>
            <a:ext cx="419100" cy="278130"/>
          </a:xfrm>
          <a:custGeom>
            <a:avLst/>
            <a:gdLst>
              <a:gd name="sw" fmla="*/ 1 w 660"/>
              <a:gd name="sh" fmla="*/ 1 h 437"/>
              <a:gd name="mins" fmla="min sw sh"/>
              <a:gd name="dsw" fmla="+- 0 sw mins"/>
              <a:gd name="dsh" fmla="+- 0 sh mins"/>
              <a:gd name="p0x0" fmla="*/ 60 w 660"/>
              <a:gd name="p0y0" fmla="*/ 0 h 437"/>
              <a:gd name="p0x1" fmla="*/ 600 w 660"/>
              <a:gd name="p0y1" fmla="*/ 0 h 437"/>
              <a:gd name="p0x2" fmla="*/ 633 w 660"/>
              <a:gd name="p0y2" fmla="*/ 0 h 437"/>
              <a:gd name="p0x3" fmla="*/ 660 w 660"/>
              <a:gd name="p0y3" fmla="*/ 26 h 437"/>
              <a:gd name="p0x4" fmla="*/ 660 w 660"/>
              <a:gd name="p0y4" fmla="*/ 60 h 437"/>
              <a:gd name="p0x5" fmla="*/ 660 w 660"/>
              <a:gd name="p0y5" fmla="*/ 377 h 437"/>
              <a:gd name="p0x6" fmla="*/ 660 w 660"/>
              <a:gd name="p0y6" fmla="*/ 411 h 437"/>
              <a:gd name="p0x7" fmla="*/ 633 w 660"/>
              <a:gd name="p0y7" fmla="*/ 437 h 437"/>
              <a:gd name="p0x8" fmla="*/ 600 w 660"/>
              <a:gd name="p0y8" fmla="*/ 437 h 437"/>
              <a:gd name="p0x9" fmla="*/ 60 w 660"/>
              <a:gd name="p0y9" fmla="*/ 437 h 437"/>
              <a:gd name="p0x10" fmla="*/ 26 w 660"/>
              <a:gd name="p0y10" fmla="*/ 437 h 437"/>
              <a:gd name="p0x11" fmla="*/ 0 w 660"/>
              <a:gd name="p0y11" fmla="*/ 411 h 437"/>
              <a:gd name="p0x12" fmla="*/ 0 w 660"/>
              <a:gd name="p0y12" fmla="*/ 377 h 437"/>
              <a:gd name="p0x13" fmla="*/ 0 w 660"/>
              <a:gd name="p0y13" fmla="*/ 60 h 437"/>
              <a:gd name="p0x14" fmla="*/ 0 w 660"/>
              <a:gd name="p0y14" fmla="*/ 26 h 437"/>
              <a:gd name="p0x15" fmla="*/ 26 w 660"/>
              <a:gd name="p0y15" fmla="*/ 0 h 437"/>
              <a:gd name="p0x16" fmla="*/ 60 w 660"/>
              <a:gd name="p0y16" fmla="*/ 0 h 4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3"/>
            </p:custDataLst>
          </p:nvPr>
        </p:nvSpPr>
        <p:spPr>
          <a:xfrm>
            <a:off x="10525125" y="2341245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050" b="1">
                <a:solidFill>
                  <a:srgbClr val="2E7D32"/>
                </a:solidFill>
                <a:latin typeface="黑体" panose="02010609060101010101" charset="-122"/>
                <a:ea typeface="黑体" panose="02010609060101010101" charset="-122"/>
              </a:rPr>
              <a:t>通过</a:t>
            </a:r>
            <a:endParaRPr sz="1050" b="1">
              <a:solidFill>
                <a:srgbClr val="2E7D3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2941" t="-4118" r="-2941" b="-4118"/>
          <a:stretch>
            <a:fillRect/>
          </a:stretch>
        </p:blipFill>
        <p:spPr>
          <a:xfrm>
            <a:off x="6486525" y="2807970"/>
            <a:ext cx="171450" cy="17526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7"/>
            </p:custDataLst>
          </p:nvPr>
        </p:nvSpPr>
        <p:spPr>
          <a:xfrm>
            <a:off x="6734175" y="2789873"/>
            <a:ext cx="4648200" cy="2190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350" b="1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任务流转</a:t>
            </a:r>
            <a:endParaRPr sz="1350" b="1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8"/>
            </p:custDataLst>
          </p:nvPr>
        </p:nvSpPr>
        <p:spPr>
          <a:xfrm>
            <a:off x="6486525" y="3126105"/>
            <a:ext cx="4800600" cy="5181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任务创建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执行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打卡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积分结算全链路无异常，后台切回计时准确，数据一致性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100%</a:t>
            </a:r>
            <a:endParaRPr lang="en-US" altLang="zh-CN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9"/>
            </p:custDataLst>
          </p:nvPr>
        </p:nvSpPr>
        <p:spPr>
          <a:xfrm>
            <a:off x="7248525" y="3388995"/>
            <a:ext cx="419100" cy="278130"/>
          </a:xfrm>
          <a:custGeom>
            <a:avLst/>
            <a:gdLst>
              <a:gd name="sw" fmla="*/ 1 w 660"/>
              <a:gd name="sh" fmla="*/ 1 h 437"/>
              <a:gd name="mins" fmla="min sw sh"/>
              <a:gd name="dsw" fmla="+- 0 sw mins"/>
              <a:gd name="dsh" fmla="+- 0 sh mins"/>
              <a:gd name="p0x0" fmla="*/ 60 w 660"/>
              <a:gd name="p0y0" fmla="*/ 0 h 437"/>
              <a:gd name="p0x1" fmla="*/ 600 w 660"/>
              <a:gd name="p0y1" fmla="*/ 0 h 437"/>
              <a:gd name="p0x2" fmla="*/ 633 w 660"/>
              <a:gd name="p0y2" fmla="*/ 0 h 437"/>
              <a:gd name="p0x3" fmla="*/ 660 w 660"/>
              <a:gd name="p0y3" fmla="*/ 26 h 437"/>
              <a:gd name="p0x4" fmla="*/ 660 w 660"/>
              <a:gd name="p0y4" fmla="*/ 60 h 437"/>
              <a:gd name="p0x5" fmla="*/ 660 w 660"/>
              <a:gd name="p0y5" fmla="*/ 377 h 437"/>
              <a:gd name="p0x6" fmla="*/ 660 w 660"/>
              <a:gd name="p0y6" fmla="*/ 411 h 437"/>
              <a:gd name="p0x7" fmla="*/ 633 w 660"/>
              <a:gd name="p0y7" fmla="*/ 437 h 437"/>
              <a:gd name="p0x8" fmla="*/ 600 w 660"/>
              <a:gd name="p0y8" fmla="*/ 437 h 437"/>
              <a:gd name="p0x9" fmla="*/ 60 w 660"/>
              <a:gd name="p0y9" fmla="*/ 437 h 437"/>
              <a:gd name="p0x10" fmla="*/ 26 w 660"/>
              <a:gd name="p0y10" fmla="*/ 437 h 437"/>
              <a:gd name="p0x11" fmla="*/ 0 w 660"/>
              <a:gd name="p0y11" fmla="*/ 411 h 437"/>
              <a:gd name="p0x12" fmla="*/ 0 w 660"/>
              <a:gd name="p0y12" fmla="*/ 377 h 437"/>
              <a:gd name="p0x13" fmla="*/ 0 w 660"/>
              <a:gd name="p0y13" fmla="*/ 60 h 437"/>
              <a:gd name="p0x14" fmla="*/ 0 w 660"/>
              <a:gd name="p0y14" fmla="*/ 26 h 437"/>
              <a:gd name="p0x15" fmla="*/ 26 w 660"/>
              <a:gd name="p0y15" fmla="*/ 0 h 437"/>
              <a:gd name="p0x16" fmla="*/ 60 w 660"/>
              <a:gd name="p0y16" fmla="*/ 0 h 4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8F5E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40"/>
            </p:custDataLst>
          </p:nvPr>
        </p:nvSpPr>
        <p:spPr>
          <a:xfrm>
            <a:off x="7324725" y="3421380"/>
            <a:ext cx="400050" cy="209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50000"/>
              </a:lnSpc>
            </a:pPr>
            <a:r>
              <a:rPr sz="1050" b="1">
                <a:solidFill>
                  <a:srgbClr val="2E7D32"/>
                </a:solidFill>
                <a:latin typeface="黑体" panose="02010609060101010101" charset="-122"/>
                <a:ea typeface="黑体" panose="02010609060101010101" charset="-122"/>
              </a:rPr>
              <a:t>通过</a:t>
            </a:r>
            <a:endParaRPr sz="1050" b="1">
              <a:solidFill>
                <a:srgbClr val="2E7D3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t="-2500" b="-2500"/>
          <a:stretch>
            <a:fillRect/>
          </a:stretch>
        </p:blipFill>
        <p:spPr>
          <a:xfrm>
            <a:off x="6677025" y="4040505"/>
            <a:ext cx="152400" cy="16002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4"/>
            </p:custDataLst>
          </p:nvPr>
        </p:nvSpPr>
        <p:spPr>
          <a:xfrm>
            <a:off x="6905625" y="4025265"/>
            <a:ext cx="4324350" cy="1981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20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结论：核心业务流程稳定，达到上线要求</a:t>
            </a:r>
            <a:endParaRPr sz="120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45"/>
            </p:custDataLst>
          </p:nvPr>
        </p:nvSpPr>
        <p:spPr>
          <a:xfrm>
            <a:off x="6257925" y="1266825"/>
            <a:ext cx="38100" cy="3352800"/>
          </a:xfrm>
          <a:custGeom>
            <a:avLst/>
            <a:gdLst>
              <a:gd name="sw" fmla="*/ 1 w 60"/>
              <a:gd name="sh" fmla="*/ 1 h 5280"/>
              <a:gd name="mins" fmla="min sw sh"/>
              <a:gd name="dsw" fmla="+- 0 sw mins"/>
              <a:gd name="dsh" fmla="+- 0 sh mins"/>
              <a:gd name="p0x0" fmla="*/ 60 w 60"/>
              <a:gd name="p0y0" fmla="*/ 0 h 5280"/>
              <a:gd name="p0x1" fmla="*/ 60 w 60"/>
              <a:gd name="p0y1" fmla="*/ 5280 h 5280"/>
              <a:gd name="p0x2" fmla="*/ 26 w 60"/>
              <a:gd name="p0y2" fmla="*/ 5280 h 5280"/>
              <a:gd name="p0x3" fmla="*/ 0 w 60"/>
              <a:gd name="p0y3" fmla="*/ 5253 h 5280"/>
              <a:gd name="p0x4" fmla="*/ 0 w 60"/>
              <a:gd name="p0y4" fmla="*/ 5220 h 5280"/>
              <a:gd name="p0x5" fmla="*/ 0 w 60"/>
              <a:gd name="p0y5" fmla="*/ 60 h 5280"/>
              <a:gd name="p0x6" fmla="*/ 0 w 60"/>
              <a:gd name="p0y6" fmla="*/ 26 h 5280"/>
              <a:gd name="p0x7" fmla="*/ 26 w 60"/>
              <a:gd name="p0y7" fmla="*/ 0 h 5280"/>
              <a:gd name="p0x8" fmla="*/ 60 w 60"/>
              <a:gd name="p0y8" fmla="*/ 0 h 52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-9259" b="-9259"/>
          <a:stretch>
            <a:fillRect/>
          </a:stretch>
        </p:blipFill>
        <p:spPr>
          <a:xfrm>
            <a:off x="571500" y="533400"/>
            <a:ext cx="304800" cy="30480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990600" y="487680"/>
            <a:ext cx="10629900" cy="3962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24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总结与展望</a:t>
            </a:r>
            <a:endParaRPr sz="2400" b="1">
              <a:solidFill>
                <a:srgbClr val="3E9CB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71500" y="1181100"/>
            <a:ext cx="5334000" cy="5219700"/>
            <a:chOff x="900" y="1860"/>
            <a:chExt cx="8400" cy="8220"/>
          </a:xfrm>
        </p:grpSpPr>
        <p:sp>
          <p:nvSpPr>
            <p:cNvPr id="5" name="任意多边形 4"/>
            <p:cNvSpPr/>
            <p:nvPr>
              <p:custDataLst>
                <p:tags r:id="rId5"/>
              </p:custDataLst>
            </p:nvPr>
          </p:nvSpPr>
          <p:spPr>
            <a:xfrm>
              <a:off x="900" y="1860"/>
              <a:ext cx="8400" cy="8220"/>
            </a:xfrm>
            <a:custGeom>
              <a:avLst/>
              <a:gdLst>
                <a:gd name="sw" fmla="*/ 1 w 8400"/>
                <a:gd name="sh" fmla="*/ 1 h 8220"/>
                <a:gd name="mins" fmla="min sw sh"/>
                <a:gd name="dsw" fmla="+- 0 sw mins"/>
                <a:gd name="dsh" fmla="+- 0 sh mins"/>
                <a:gd name="p0x0" fmla="*/ 120 w 8400"/>
                <a:gd name="p0y0" fmla="*/ 0 h 8220"/>
                <a:gd name="p0x1" fmla="*/ 8280 w 8400"/>
                <a:gd name="p0y1" fmla="*/ 0 h 8220"/>
                <a:gd name="p0x2" fmla="*/ 8346 w 8400"/>
                <a:gd name="p0y2" fmla="*/ 0 h 8220"/>
                <a:gd name="p0x3" fmla="*/ 8400 w 8400"/>
                <a:gd name="p0y3" fmla="*/ 53 h 8220"/>
                <a:gd name="p0x4" fmla="*/ 8400 w 8400"/>
                <a:gd name="p0y4" fmla="*/ 120 h 8220"/>
                <a:gd name="p0x5" fmla="*/ 8400 w 8400"/>
                <a:gd name="p0y5" fmla="*/ 8100 h 8220"/>
                <a:gd name="p0x6" fmla="*/ 8400 w 8400"/>
                <a:gd name="p0y6" fmla="*/ 8166 h 8220"/>
                <a:gd name="p0x7" fmla="*/ 8346 w 8400"/>
                <a:gd name="p0y7" fmla="*/ 8220 h 8220"/>
                <a:gd name="p0x8" fmla="*/ 8280 w 8400"/>
                <a:gd name="p0y8" fmla="*/ 8220 h 8220"/>
                <a:gd name="p0x9" fmla="*/ 120 w 8400"/>
                <a:gd name="p0y9" fmla="*/ 8220 h 8220"/>
                <a:gd name="p0x10" fmla="*/ 53 w 8400"/>
                <a:gd name="p0y10" fmla="*/ 8220 h 8220"/>
                <a:gd name="p0x11" fmla="*/ 0 w 8400"/>
                <a:gd name="p0y11" fmla="*/ 8166 h 8220"/>
                <a:gd name="p0x12" fmla="*/ 0 w 8400"/>
                <a:gd name="p0y12" fmla="*/ 8100 h 8220"/>
                <a:gd name="p0x13" fmla="*/ 0 w 8400"/>
                <a:gd name="p0y13" fmla="*/ 120 h 8220"/>
                <a:gd name="p0x14" fmla="*/ 0 w 8400"/>
                <a:gd name="p0y14" fmla="*/ 53 h 8220"/>
                <a:gd name="p0x15" fmla="*/ 53 w 8400"/>
                <a:gd name="p0y15" fmla="*/ 0 h 8220"/>
                <a:gd name="p0x16" fmla="*/ 120 w 8400"/>
                <a:gd name="p0y16" fmla="*/ 0 h 82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6"/>
              </p:custDataLst>
            </p:nvPr>
          </p:nvSpPr>
          <p:spPr>
            <a:xfrm>
              <a:off x="993" y="1860"/>
              <a:ext cx="8271" cy="45"/>
            </a:xfrm>
            <a:custGeom>
              <a:avLst/>
              <a:gdLst>
                <a:gd name="sw" fmla="*/ 1 w 8271"/>
                <a:gd name="sh" fmla="*/ 1 h 45"/>
                <a:gd name="mins" fmla="min sw sh"/>
                <a:gd name="dsw" fmla="+- 0 sw mins"/>
                <a:gd name="dsh" fmla="+- 0 sh mins"/>
                <a:gd name="p0x0" fmla="*/ 26 w 8271"/>
                <a:gd name="p0y0" fmla="*/ 0 h 45"/>
                <a:gd name="p0x1" fmla="*/ 8186 w 8271"/>
                <a:gd name="p0y1" fmla="*/ 0 h 45"/>
                <a:gd name="p0x2" fmla="*/ 8219 w 8271"/>
                <a:gd name="p0y2" fmla="*/ 0 h 45"/>
                <a:gd name="p0x3" fmla="*/ 8249 w 8271"/>
                <a:gd name="p0y3" fmla="*/ 13 h 45"/>
                <a:gd name="p0x4" fmla="*/ 8271 w 8271"/>
                <a:gd name="p0y4" fmla="*/ 35 h 45"/>
                <a:gd name="p0x5" fmla="*/ 8261 w 8271"/>
                <a:gd name="p0y5" fmla="*/ 45 h 45"/>
                <a:gd name="p0x6" fmla="*/ 8242 w 8271"/>
                <a:gd name="p0y6" fmla="*/ 26 h 45"/>
                <a:gd name="p0x7" fmla="*/ 8215 w 8271"/>
                <a:gd name="p0y7" fmla="*/ 15 h 45"/>
                <a:gd name="p0x8" fmla="*/ 8186 w 8271"/>
                <a:gd name="p0y8" fmla="*/ 15 h 45"/>
                <a:gd name="p0x9" fmla="*/ 26 w 8271"/>
                <a:gd name="p0y9" fmla="*/ 15 h 45"/>
                <a:gd name="p0x10" fmla="*/ 24 w 8271"/>
                <a:gd name="p0y10" fmla="*/ 15 h 45"/>
                <a:gd name="p0x11" fmla="*/ 22 w 8271"/>
                <a:gd name="p0y11" fmla="*/ 15 h 45"/>
                <a:gd name="p0x12" fmla="*/ 20 w 8271"/>
                <a:gd name="p0y12" fmla="*/ 17 h 45"/>
                <a:gd name="p0x13" fmla="*/ 0 w 8271"/>
                <a:gd name="p0y13" fmla="*/ 3 h 45"/>
                <a:gd name="p0x14" fmla="*/ 0 w 8271"/>
                <a:gd name="p0y14" fmla="*/ 2 h 45"/>
                <a:gd name="p0x15" fmla="*/ 8 w 8271"/>
                <a:gd name="p0y15" fmla="*/ 1 h 45"/>
                <a:gd name="p0x16" fmla="*/ 17 w 8271"/>
                <a:gd name="p0y16" fmla="*/ 0 h 45"/>
                <a:gd name="p0x17" fmla="*/ 26 w 8271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任意多边形 6"/>
            <p:cNvSpPr/>
            <p:nvPr>
              <p:custDataLst>
                <p:tags r:id="rId7"/>
              </p:custDataLst>
            </p:nvPr>
          </p:nvSpPr>
          <p:spPr>
            <a:xfrm>
              <a:off x="9254" y="1895"/>
              <a:ext cx="46" cy="8149"/>
            </a:xfrm>
            <a:custGeom>
              <a:avLst/>
              <a:gdLst>
                <a:gd name="sw" fmla="*/ 1 w 45"/>
                <a:gd name="sh" fmla="*/ 1 h 8149"/>
                <a:gd name="mins" fmla="min sw sh"/>
                <a:gd name="dsw" fmla="+- 0 sw mins"/>
                <a:gd name="dsh" fmla="+- 0 sh mins"/>
                <a:gd name="p0x0" fmla="*/ 45 w 45"/>
                <a:gd name="p0y0" fmla="*/ 84 h 8149"/>
                <a:gd name="p0x1" fmla="*/ 45 w 45"/>
                <a:gd name="p0y1" fmla="*/ 8064 h 8149"/>
                <a:gd name="p0x2" fmla="*/ 45 w 45"/>
                <a:gd name="p0y2" fmla="*/ 8097 h 8149"/>
                <a:gd name="p0x3" fmla="*/ 32 w 45"/>
                <a:gd name="p0y3" fmla="*/ 8127 h 8149"/>
                <a:gd name="p0x4" fmla="*/ 10 w 45"/>
                <a:gd name="p0y4" fmla="*/ 8149 h 8149"/>
                <a:gd name="p0x5" fmla="*/ 0 w 45"/>
                <a:gd name="p0y5" fmla="*/ 8139 h 8149"/>
                <a:gd name="p0x6" fmla="*/ 19 w 45"/>
                <a:gd name="p0y6" fmla="*/ 8120 h 8149"/>
                <a:gd name="p0x7" fmla="*/ 30 w 45"/>
                <a:gd name="p0y7" fmla="*/ 8093 h 8149"/>
                <a:gd name="p0x8" fmla="*/ 30 w 45"/>
                <a:gd name="p0y8" fmla="*/ 8064 h 8149"/>
                <a:gd name="p0x9" fmla="*/ 30 w 45"/>
                <a:gd name="p0y9" fmla="*/ 84 h 8149"/>
                <a:gd name="p0x10" fmla="*/ 30 w 45"/>
                <a:gd name="p0y10" fmla="*/ 55 h 8149"/>
                <a:gd name="p0x11" fmla="*/ 19 w 45"/>
                <a:gd name="p0y11" fmla="*/ 29 h 8149"/>
                <a:gd name="p0x12" fmla="*/ 0 w 45"/>
                <a:gd name="p0y12" fmla="*/ 10 h 8149"/>
                <a:gd name="p0x13" fmla="*/ 10 w 45"/>
                <a:gd name="p0y13" fmla="*/ 0 h 8149"/>
                <a:gd name="p0x14" fmla="*/ 32 w 45"/>
                <a:gd name="p0y14" fmla="*/ 21 h 8149"/>
                <a:gd name="p0x15" fmla="*/ 45 w 45"/>
                <a:gd name="p0y15" fmla="*/ 51 h 8149"/>
                <a:gd name="p0x16" fmla="*/ 45 w 45"/>
                <a:gd name="p0y16" fmla="*/ 84 h 814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8"/>
              </p:custDataLst>
            </p:nvPr>
          </p:nvSpPr>
          <p:spPr>
            <a:xfrm>
              <a:off x="993" y="10034"/>
              <a:ext cx="8271" cy="46"/>
            </a:xfrm>
            <a:custGeom>
              <a:avLst/>
              <a:gdLst>
                <a:gd name="sw" fmla="*/ 1 w 8271"/>
                <a:gd name="sh" fmla="*/ 1 h 45"/>
                <a:gd name="mins" fmla="min sw sh"/>
                <a:gd name="dsw" fmla="+- 0 sw mins"/>
                <a:gd name="dsh" fmla="+- 0 sh mins"/>
                <a:gd name="p0x0" fmla="*/ 8186 w 8271"/>
                <a:gd name="p0y0" fmla="*/ 45 h 45"/>
                <a:gd name="p0x1" fmla="*/ 26 w 8271"/>
                <a:gd name="p0y1" fmla="*/ 45 h 45"/>
                <a:gd name="p0x2" fmla="*/ 17 w 8271"/>
                <a:gd name="p0y2" fmla="*/ 45 h 45"/>
                <a:gd name="p0x3" fmla="*/ 8 w 8271"/>
                <a:gd name="p0y3" fmla="*/ 44 h 45"/>
                <a:gd name="p0x4" fmla="*/ 0 w 8271"/>
                <a:gd name="p0y4" fmla="*/ 42 h 45"/>
                <a:gd name="p0x5" fmla="*/ 20 w 8271"/>
                <a:gd name="p0y5" fmla="*/ 28 h 45"/>
                <a:gd name="p0x6" fmla="*/ 20 w 8271"/>
                <a:gd name="p0y6" fmla="*/ 28 h 45"/>
                <a:gd name="p0x7" fmla="*/ 22 w 8271"/>
                <a:gd name="p0y7" fmla="*/ 29 h 45"/>
                <a:gd name="p0x8" fmla="*/ 24 w 8271"/>
                <a:gd name="p0y8" fmla="*/ 30 h 45"/>
                <a:gd name="p0x9" fmla="*/ 26 w 8271"/>
                <a:gd name="p0y9" fmla="*/ 30 h 45"/>
                <a:gd name="p0x10" fmla="*/ 8186 w 8271"/>
                <a:gd name="p0y10" fmla="*/ 30 h 45"/>
                <a:gd name="p0x11" fmla="*/ 8215 w 8271"/>
                <a:gd name="p0y11" fmla="*/ 30 h 45"/>
                <a:gd name="p0x12" fmla="*/ 8241 w 8271"/>
                <a:gd name="p0y12" fmla="*/ 19 h 45"/>
                <a:gd name="p0x13" fmla="*/ 8260 w 8271"/>
                <a:gd name="p0y13" fmla="*/ 0 h 45"/>
                <a:gd name="p0x14" fmla="*/ 8271 w 8271"/>
                <a:gd name="p0y14" fmla="*/ 10 h 45"/>
                <a:gd name="p0x15" fmla="*/ 8249 w 8271"/>
                <a:gd name="p0y15" fmla="*/ 32 h 45"/>
                <a:gd name="p0x16" fmla="*/ 8219 w 8271"/>
                <a:gd name="p0y16" fmla="*/ 45 h 45"/>
                <a:gd name="p0x17" fmla="*/ 8186 w 8271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9"/>
              </p:custDataLst>
            </p:nvPr>
          </p:nvSpPr>
          <p:spPr>
            <a:xfrm>
              <a:off x="900" y="1862"/>
              <a:ext cx="113" cy="8215"/>
            </a:xfrm>
            <a:custGeom>
              <a:avLst/>
              <a:gdLst>
                <a:gd name="sw" fmla="*/ 1 w 113"/>
                <a:gd name="sh" fmla="*/ 1 h 8214"/>
                <a:gd name="mins" fmla="min sw sh"/>
                <a:gd name="dsw" fmla="+- 0 sw mins"/>
                <a:gd name="dsh" fmla="+- 0 sh mins"/>
                <a:gd name="p0x0" fmla="*/ 0 w 113"/>
                <a:gd name="p0y0" fmla="*/ 8097 h 8214"/>
                <a:gd name="p0x1" fmla="*/ 0 w 113"/>
                <a:gd name="p0y1" fmla="*/ 117 h 8214"/>
                <a:gd name="p0x2" fmla="*/ 0 w 113"/>
                <a:gd name="p0y2" fmla="*/ 59 h 8214"/>
                <a:gd name="p0x3" fmla="*/ 39 w 113"/>
                <a:gd name="p0y3" fmla="*/ 12 h 8214"/>
                <a:gd name="p0x4" fmla="*/ 93 w 113"/>
                <a:gd name="p0y4" fmla="*/ 0 h 8214"/>
                <a:gd name="p0x5" fmla="*/ 113 w 113"/>
                <a:gd name="p0y5" fmla="*/ 14 h 8214"/>
                <a:gd name="p0x6" fmla="*/ 113 w 113"/>
                <a:gd name="p0y6" fmla="*/ 14 h 8214"/>
                <a:gd name="p0x7" fmla="*/ 99 w 113"/>
                <a:gd name="p0y7" fmla="*/ 25 h 8214"/>
                <a:gd name="p0x8" fmla="*/ 90 w 113"/>
                <a:gd name="p0y8" fmla="*/ 67 h 8214"/>
                <a:gd name="p0x9" fmla="*/ 90 w 113"/>
                <a:gd name="p0y9" fmla="*/ 117 h 8214"/>
                <a:gd name="p0x10" fmla="*/ 90 w 113"/>
                <a:gd name="p0y10" fmla="*/ 8097 h 8214"/>
                <a:gd name="p0x11" fmla="*/ 90 w 113"/>
                <a:gd name="p0y11" fmla="*/ 8146 h 8214"/>
                <a:gd name="p0x12" fmla="*/ 99 w 113"/>
                <a:gd name="p0y12" fmla="*/ 8188 h 8214"/>
                <a:gd name="p0x13" fmla="*/ 113 w 113"/>
                <a:gd name="p0y13" fmla="*/ 8199 h 8214"/>
                <a:gd name="p0x14" fmla="*/ 93 w 113"/>
                <a:gd name="p0y14" fmla="*/ 8213 h 8214"/>
                <a:gd name="p0x15" fmla="*/ 93 w 113"/>
                <a:gd name="p0y15" fmla="*/ 8214 h 8214"/>
                <a:gd name="p0x16" fmla="*/ 39 w 113"/>
                <a:gd name="p0y16" fmla="*/ 8201 h 8214"/>
                <a:gd name="p0x17" fmla="*/ 0 w 113"/>
                <a:gd name="p0y17" fmla="*/ 8154 h 8214"/>
                <a:gd name="p0x18" fmla="*/ 0 w 113"/>
                <a:gd name="p0y18" fmla="*/ 8097 h 821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3E9CB8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任意多边形 12"/>
          <p:cNvSpPr/>
          <p:nvPr>
            <p:custDataLst>
              <p:tags r:id="rId10"/>
            </p:custDataLst>
          </p:nvPr>
        </p:nvSpPr>
        <p:spPr>
          <a:xfrm>
            <a:off x="895350" y="20669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0F7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895350" y="277558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0F7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2"/>
            </p:custDataLst>
          </p:nvPr>
        </p:nvSpPr>
        <p:spPr>
          <a:xfrm>
            <a:off x="895350" y="34842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0F7F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895350" y="1552575"/>
            <a:ext cx="171450" cy="22860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6"/>
            </p:custDataLst>
          </p:nvPr>
        </p:nvSpPr>
        <p:spPr>
          <a:xfrm>
            <a:off x="1162050" y="1514475"/>
            <a:ext cx="4467225" cy="2971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工作总结</a:t>
            </a:r>
            <a:endParaRPr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7"/>
            </p:custDataLst>
          </p:nvPr>
        </p:nvSpPr>
        <p:spPr>
          <a:xfrm>
            <a:off x="995363" y="2110740"/>
            <a:ext cx="200025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05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endParaRPr sz="105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8"/>
            </p:custDataLst>
          </p:nvPr>
        </p:nvSpPr>
        <p:spPr>
          <a:xfrm>
            <a:off x="895350" y="2345055"/>
            <a:ext cx="48768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8000"/>
              </a:lnSpc>
            </a:pP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完成了三端协同的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ADHD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行为辅助系统全链路开发，核心功能全部落地</a:t>
            </a:r>
            <a:endParaRPr lang="zh-CN" alt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995363" y="2819400"/>
            <a:ext cx="200025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05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sz="105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0"/>
            </p:custDataLst>
          </p:nvPr>
        </p:nvSpPr>
        <p:spPr>
          <a:xfrm>
            <a:off x="895350" y="3053715"/>
            <a:ext cx="48006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8000"/>
              </a:lnSpc>
            </a:pP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验证了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LLM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在儿童行为干预场景的落地价值，有效降低家长干预负担</a:t>
            </a:r>
            <a:endParaRPr lang="zh-CN" alt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1"/>
            </p:custDataLst>
          </p:nvPr>
        </p:nvSpPr>
        <p:spPr>
          <a:xfrm>
            <a:off x="995363" y="3528060"/>
            <a:ext cx="200025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050" b="1"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3</a:t>
            </a:r>
            <a:endParaRPr sz="1050" b="1"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2"/>
            </p:custDataLst>
          </p:nvPr>
        </p:nvSpPr>
        <p:spPr>
          <a:xfrm>
            <a:off x="895350" y="3762375"/>
            <a:ext cx="4733925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8000"/>
              </a:lnSpc>
            </a:pPr>
            <a:r>
              <a:rPr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系统通过完整测试，核心流程稳定</a:t>
            </a:r>
            <a:endParaRPr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6286500" y="1181100"/>
            <a:ext cx="5334000" cy="5219700"/>
            <a:chOff x="9900" y="1860"/>
            <a:chExt cx="8400" cy="8220"/>
          </a:xfrm>
        </p:grpSpPr>
        <p:sp>
          <p:nvSpPr>
            <p:cNvPr id="22" name="任意多边形 21"/>
            <p:cNvSpPr/>
            <p:nvPr>
              <p:custDataLst>
                <p:tags r:id="rId23"/>
              </p:custDataLst>
            </p:nvPr>
          </p:nvSpPr>
          <p:spPr>
            <a:xfrm>
              <a:off x="9900" y="1860"/>
              <a:ext cx="8400" cy="8220"/>
            </a:xfrm>
            <a:custGeom>
              <a:avLst/>
              <a:gdLst>
                <a:gd name="sw" fmla="*/ 1 w 8400"/>
                <a:gd name="sh" fmla="*/ 1 h 8220"/>
                <a:gd name="mins" fmla="min sw sh"/>
                <a:gd name="dsw" fmla="+- 0 sw mins"/>
                <a:gd name="dsh" fmla="+- 0 sh mins"/>
                <a:gd name="p0x0" fmla="*/ 120 w 8400"/>
                <a:gd name="p0y0" fmla="*/ 0 h 8220"/>
                <a:gd name="p0x1" fmla="*/ 8280 w 8400"/>
                <a:gd name="p0y1" fmla="*/ 0 h 8220"/>
                <a:gd name="p0x2" fmla="*/ 8346 w 8400"/>
                <a:gd name="p0y2" fmla="*/ 0 h 8220"/>
                <a:gd name="p0x3" fmla="*/ 8400 w 8400"/>
                <a:gd name="p0y3" fmla="*/ 53 h 8220"/>
                <a:gd name="p0x4" fmla="*/ 8400 w 8400"/>
                <a:gd name="p0y4" fmla="*/ 120 h 8220"/>
                <a:gd name="p0x5" fmla="*/ 8400 w 8400"/>
                <a:gd name="p0y5" fmla="*/ 8100 h 8220"/>
                <a:gd name="p0x6" fmla="*/ 8400 w 8400"/>
                <a:gd name="p0y6" fmla="*/ 8166 h 8220"/>
                <a:gd name="p0x7" fmla="*/ 8346 w 8400"/>
                <a:gd name="p0y7" fmla="*/ 8220 h 8220"/>
                <a:gd name="p0x8" fmla="*/ 8280 w 8400"/>
                <a:gd name="p0y8" fmla="*/ 8220 h 8220"/>
                <a:gd name="p0x9" fmla="*/ 120 w 8400"/>
                <a:gd name="p0y9" fmla="*/ 8220 h 8220"/>
                <a:gd name="p0x10" fmla="*/ 53 w 8400"/>
                <a:gd name="p0y10" fmla="*/ 8220 h 8220"/>
                <a:gd name="p0x11" fmla="*/ 0 w 8400"/>
                <a:gd name="p0y11" fmla="*/ 8166 h 8220"/>
                <a:gd name="p0x12" fmla="*/ 0 w 8400"/>
                <a:gd name="p0y12" fmla="*/ 8100 h 8220"/>
                <a:gd name="p0x13" fmla="*/ 0 w 8400"/>
                <a:gd name="p0y13" fmla="*/ 120 h 8220"/>
                <a:gd name="p0x14" fmla="*/ 0 w 8400"/>
                <a:gd name="p0y14" fmla="*/ 53 h 8220"/>
                <a:gd name="p0x15" fmla="*/ 53 w 8400"/>
                <a:gd name="p0y15" fmla="*/ 0 h 8220"/>
                <a:gd name="p0x16" fmla="*/ 120 w 8400"/>
                <a:gd name="p0y16" fmla="*/ 0 h 82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gradFill>
              <a:gsLst>
                <a:gs pos="0">
                  <a:srgbClr val="F8FCFD"/>
                </a:gs>
                <a:gs pos="100000">
                  <a:srgbClr val="FFFFFF"/>
                </a:gs>
              </a:gsLst>
              <a:lin ang="270000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3" name="任意多边形 22"/>
            <p:cNvSpPr/>
            <p:nvPr>
              <p:custDataLst>
                <p:tags r:id="rId24"/>
              </p:custDataLst>
            </p:nvPr>
          </p:nvSpPr>
          <p:spPr>
            <a:xfrm>
              <a:off x="9993" y="1860"/>
              <a:ext cx="8271" cy="45"/>
            </a:xfrm>
            <a:custGeom>
              <a:avLst/>
              <a:gdLst>
                <a:gd name="sw" fmla="*/ 1 w 8271"/>
                <a:gd name="sh" fmla="*/ 1 h 45"/>
                <a:gd name="mins" fmla="min sw sh"/>
                <a:gd name="dsw" fmla="+- 0 sw mins"/>
                <a:gd name="dsh" fmla="+- 0 sh mins"/>
                <a:gd name="p0x0" fmla="*/ 26 w 8271"/>
                <a:gd name="p0y0" fmla="*/ 0 h 45"/>
                <a:gd name="p0x1" fmla="*/ 8186 w 8271"/>
                <a:gd name="p0y1" fmla="*/ 0 h 45"/>
                <a:gd name="p0x2" fmla="*/ 8219 w 8271"/>
                <a:gd name="p0y2" fmla="*/ 0 h 45"/>
                <a:gd name="p0x3" fmla="*/ 8249 w 8271"/>
                <a:gd name="p0y3" fmla="*/ 13 h 45"/>
                <a:gd name="p0x4" fmla="*/ 8271 w 8271"/>
                <a:gd name="p0y4" fmla="*/ 35 h 45"/>
                <a:gd name="p0x5" fmla="*/ 8261 w 8271"/>
                <a:gd name="p0y5" fmla="*/ 45 h 45"/>
                <a:gd name="p0x6" fmla="*/ 8242 w 8271"/>
                <a:gd name="p0y6" fmla="*/ 26 h 45"/>
                <a:gd name="p0x7" fmla="*/ 8215 w 8271"/>
                <a:gd name="p0y7" fmla="*/ 15 h 45"/>
                <a:gd name="p0x8" fmla="*/ 8186 w 8271"/>
                <a:gd name="p0y8" fmla="*/ 15 h 45"/>
                <a:gd name="p0x9" fmla="*/ 26 w 8271"/>
                <a:gd name="p0y9" fmla="*/ 15 h 45"/>
                <a:gd name="p0x10" fmla="*/ 24 w 8271"/>
                <a:gd name="p0y10" fmla="*/ 15 h 45"/>
                <a:gd name="p0x11" fmla="*/ 22 w 8271"/>
                <a:gd name="p0y11" fmla="*/ 15 h 45"/>
                <a:gd name="p0x12" fmla="*/ 20 w 8271"/>
                <a:gd name="p0y12" fmla="*/ 17 h 45"/>
                <a:gd name="p0x13" fmla="*/ 0 w 8271"/>
                <a:gd name="p0y13" fmla="*/ 3 h 45"/>
                <a:gd name="p0x14" fmla="*/ 0 w 8271"/>
                <a:gd name="p0y14" fmla="*/ 2 h 45"/>
                <a:gd name="p0x15" fmla="*/ 8 w 8271"/>
                <a:gd name="p0y15" fmla="*/ 1 h 45"/>
                <a:gd name="p0x16" fmla="*/ 17 w 8271"/>
                <a:gd name="p0y16" fmla="*/ 0 h 45"/>
                <a:gd name="p0x17" fmla="*/ 26 w 8271"/>
                <a:gd name="p0y17" fmla="*/ 0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4" name="任意多边形 23"/>
            <p:cNvSpPr/>
            <p:nvPr>
              <p:custDataLst>
                <p:tags r:id="rId25"/>
              </p:custDataLst>
            </p:nvPr>
          </p:nvSpPr>
          <p:spPr>
            <a:xfrm>
              <a:off x="18254" y="1895"/>
              <a:ext cx="46" cy="8149"/>
            </a:xfrm>
            <a:custGeom>
              <a:avLst/>
              <a:gdLst>
                <a:gd name="sw" fmla="*/ 1 w 45"/>
                <a:gd name="sh" fmla="*/ 1 h 8149"/>
                <a:gd name="mins" fmla="min sw sh"/>
                <a:gd name="dsw" fmla="+- 0 sw mins"/>
                <a:gd name="dsh" fmla="+- 0 sh mins"/>
                <a:gd name="p0x0" fmla="*/ 45 w 45"/>
                <a:gd name="p0y0" fmla="*/ 84 h 8149"/>
                <a:gd name="p0x1" fmla="*/ 45 w 45"/>
                <a:gd name="p0y1" fmla="*/ 8064 h 8149"/>
                <a:gd name="p0x2" fmla="*/ 45 w 45"/>
                <a:gd name="p0y2" fmla="*/ 8097 h 8149"/>
                <a:gd name="p0x3" fmla="*/ 32 w 45"/>
                <a:gd name="p0y3" fmla="*/ 8127 h 8149"/>
                <a:gd name="p0x4" fmla="*/ 10 w 45"/>
                <a:gd name="p0y4" fmla="*/ 8149 h 8149"/>
                <a:gd name="p0x5" fmla="*/ 0 w 45"/>
                <a:gd name="p0y5" fmla="*/ 8139 h 8149"/>
                <a:gd name="p0x6" fmla="*/ 19 w 45"/>
                <a:gd name="p0y6" fmla="*/ 8120 h 8149"/>
                <a:gd name="p0x7" fmla="*/ 30 w 45"/>
                <a:gd name="p0y7" fmla="*/ 8093 h 8149"/>
                <a:gd name="p0x8" fmla="*/ 30 w 45"/>
                <a:gd name="p0y8" fmla="*/ 8064 h 8149"/>
                <a:gd name="p0x9" fmla="*/ 30 w 45"/>
                <a:gd name="p0y9" fmla="*/ 84 h 8149"/>
                <a:gd name="p0x10" fmla="*/ 30 w 45"/>
                <a:gd name="p0y10" fmla="*/ 55 h 8149"/>
                <a:gd name="p0x11" fmla="*/ 19 w 45"/>
                <a:gd name="p0y11" fmla="*/ 29 h 8149"/>
                <a:gd name="p0x12" fmla="*/ 0 w 45"/>
                <a:gd name="p0y12" fmla="*/ 10 h 8149"/>
                <a:gd name="p0x13" fmla="*/ 10 w 45"/>
                <a:gd name="p0y13" fmla="*/ 0 h 8149"/>
                <a:gd name="p0x14" fmla="*/ 32 w 45"/>
                <a:gd name="p0y14" fmla="*/ 21 h 8149"/>
                <a:gd name="p0x15" fmla="*/ 45 w 45"/>
                <a:gd name="p0y15" fmla="*/ 51 h 8149"/>
                <a:gd name="p0x16" fmla="*/ 45 w 45"/>
                <a:gd name="p0y16" fmla="*/ 84 h 8149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任意多边形 24"/>
            <p:cNvSpPr/>
            <p:nvPr>
              <p:custDataLst>
                <p:tags r:id="rId26"/>
              </p:custDataLst>
            </p:nvPr>
          </p:nvSpPr>
          <p:spPr>
            <a:xfrm>
              <a:off x="9993" y="10034"/>
              <a:ext cx="8271" cy="46"/>
            </a:xfrm>
            <a:custGeom>
              <a:avLst/>
              <a:gdLst>
                <a:gd name="sw" fmla="*/ 1 w 8271"/>
                <a:gd name="sh" fmla="*/ 1 h 45"/>
                <a:gd name="mins" fmla="min sw sh"/>
                <a:gd name="dsw" fmla="+- 0 sw mins"/>
                <a:gd name="dsh" fmla="+- 0 sh mins"/>
                <a:gd name="p0x0" fmla="*/ 8186 w 8271"/>
                <a:gd name="p0y0" fmla="*/ 45 h 45"/>
                <a:gd name="p0x1" fmla="*/ 26 w 8271"/>
                <a:gd name="p0y1" fmla="*/ 45 h 45"/>
                <a:gd name="p0x2" fmla="*/ 17 w 8271"/>
                <a:gd name="p0y2" fmla="*/ 45 h 45"/>
                <a:gd name="p0x3" fmla="*/ 8 w 8271"/>
                <a:gd name="p0y3" fmla="*/ 44 h 45"/>
                <a:gd name="p0x4" fmla="*/ 0 w 8271"/>
                <a:gd name="p0y4" fmla="*/ 42 h 45"/>
                <a:gd name="p0x5" fmla="*/ 20 w 8271"/>
                <a:gd name="p0y5" fmla="*/ 28 h 45"/>
                <a:gd name="p0x6" fmla="*/ 20 w 8271"/>
                <a:gd name="p0y6" fmla="*/ 28 h 45"/>
                <a:gd name="p0x7" fmla="*/ 22 w 8271"/>
                <a:gd name="p0y7" fmla="*/ 29 h 45"/>
                <a:gd name="p0x8" fmla="*/ 24 w 8271"/>
                <a:gd name="p0y8" fmla="*/ 30 h 45"/>
                <a:gd name="p0x9" fmla="*/ 26 w 8271"/>
                <a:gd name="p0y9" fmla="*/ 30 h 45"/>
                <a:gd name="p0x10" fmla="*/ 8186 w 8271"/>
                <a:gd name="p0y10" fmla="*/ 30 h 45"/>
                <a:gd name="p0x11" fmla="*/ 8215 w 8271"/>
                <a:gd name="p0y11" fmla="*/ 30 h 45"/>
                <a:gd name="p0x12" fmla="*/ 8241 w 8271"/>
                <a:gd name="p0y12" fmla="*/ 19 h 45"/>
                <a:gd name="p0x13" fmla="*/ 8260 w 8271"/>
                <a:gd name="p0y13" fmla="*/ 0 h 45"/>
                <a:gd name="p0x14" fmla="*/ 8271 w 8271"/>
                <a:gd name="p0y14" fmla="*/ 10 h 45"/>
                <a:gd name="p0x15" fmla="*/ 8249 w 8271"/>
                <a:gd name="p0y15" fmla="*/ 32 h 45"/>
                <a:gd name="p0x16" fmla="*/ 8219 w 8271"/>
                <a:gd name="p0y16" fmla="*/ 45 h 45"/>
                <a:gd name="p0x17" fmla="*/ 8186 w 8271"/>
                <a:gd name="p0y17" fmla="*/ 45 h 4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cubicBezTo>
                    <a:pt x="p0x15" y="p0y15"/>
                    <a:pt x="p0x16" y="p0y16"/>
                    <a:pt x="p0x17" y="p0y17"/>
                  </a:cubicBez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6" name="任意多边形 25"/>
            <p:cNvSpPr/>
            <p:nvPr>
              <p:custDataLst>
                <p:tags r:id="rId27"/>
              </p:custDataLst>
            </p:nvPr>
          </p:nvSpPr>
          <p:spPr>
            <a:xfrm>
              <a:off x="9900" y="1862"/>
              <a:ext cx="113" cy="8215"/>
            </a:xfrm>
            <a:custGeom>
              <a:avLst/>
              <a:gdLst>
                <a:gd name="sw" fmla="*/ 1 w 113"/>
                <a:gd name="sh" fmla="*/ 1 h 8214"/>
                <a:gd name="mins" fmla="min sw sh"/>
                <a:gd name="dsw" fmla="+- 0 sw mins"/>
                <a:gd name="dsh" fmla="+- 0 sh mins"/>
                <a:gd name="p0x0" fmla="*/ 0 w 113"/>
                <a:gd name="p0y0" fmla="*/ 8097 h 8214"/>
                <a:gd name="p0x1" fmla="*/ 0 w 113"/>
                <a:gd name="p0y1" fmla="*/ 117 h 8214"/>
                <a:gd name="p0x2" fmla="*/ 0 w 113"/>
                <a:gd name="p0y2" fmla="*/ 59 h 8214"/>
                <a:gd name="p0x3" fmla="*/ 39 w 113"/>
                <a:gd name="p0y3" fmla="*/ 12 h 8214"/>
                <a:gd name="p0x4" fmla="*/ 93 w 113"/>
                <a:gd name="p0y4" fmla="*/ 0 h 8214"/>
                <a:gd name="p0x5" fmla="*/ 113 w 113"/>
                <a:gd name="p0y5" fmla="*/ 14 h 8214"/>
                <a:gd name="p0x6" fmla="*/ 113 w 113"/>
                <a:gd name="p0y6" fmla="*/ 14 h 8214"/>
                <a:gd name="p0x7" fmla="*/ 99 w 113"/>
                <a:gd name="p0y7" fmla="*/ 25 h 8214"/>
                <a:gd name="p0x8" fmla="*/ 90 w 113"/>
                <a:gd name="p0y8" fmla="*/ 67 h 8214"/>
                <a:gd name="p0x9" fmla="*/ 90 w 113"/>
                <a:gd name="p0y9" fmla="*/ 117 h 8214"/>
                <a:gd name="p0x10" fmla="*/ 90 w 113"/>
                <a:gd name="p0y10" fmla="*/ 8097 h 8214"/>
                <a:gd name="p0x11" fmla="*/ 90 w 113"/>
                <a:gd name="p0y11" fmla="*/ 8146 h 8214"/>
                <a:gd name="p0x12" fmla="*/ 99 w 113"/>
                <a:gd name="p0y12" fmla="*/ 8188 h 8214"/>
                <a:gd name="p0x13" fmla="*/ 113 w 113"/>
                <a:gd name="p0y13" fmla="*/ 8199 h 8214"/>
                <a:gd name="p0x14" fmla="*/ 93 w 113"/>
                <a:gd name="p0y14" fmla="*/ 8213 h 8214"/>
                <a:gd name="p0x15" fmla="*/ 93 w 113"/>
                <a:gd name="p0y15" fmla="*/ 8214 h 8214"/>
                <a:gd name="p0x16" fmla="*/ 39 w 113"/>
                <a:gd name="p0y16" fmla="*/ 8201 h 8214"/>
                <a:gd name="p0x17" fmla="*/ 0 w 113"/>
                <a:gd name="p0y17" fmla="*/ 8154 h 8214"/>
                <a:gd name="p0x18" fmla="*/ 0 w 113"/>
                <a:gd name="p0y18" fmla="*/ 8097 h 821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lnTo>
                    <a:pt x="p0x6" y="p0y6"/>
                  </a:lnTo>
                  <a:cubicBezTo>
                    <a:pt x="p0x7" y="p0y7"/>
                    <a:pt x="p0x8" y="p0y8"/>
                    <a:pt x="p0x9" y="p0y9"/>
                  </a:cubicBezTo>
                  <a:lnTo>
                    <a:pt x="p0x10" y="p0y10"/>
                  </a:lnTo>
                  <a:cubicBezTo>
                    <a:pt x="p0x11" y="p0y11"/>
                    <a:pt x="p0x12" y="p0y12"/>
                    <a:pt x="p0x13" y="p0y13"/>
                  </a:cubicBezTo>
                  <a:lnTo>
                    <a:pt x="p0x14" y="p0y14"/>
                  </a:lnTo>
                  <a:lnTo>
                    <a:pt x="p0x15" y="p0y15"/>
                  </a:lnTo>
                  <a:cubicBezTo>
                    <a:pt x="p0x16" y="p0y16"/>
                    <a:pt x="p0x17" y="p0y17"/>
                    <a:pt x="p0x18" y="p0y18"/>
                  </a:cubicBezTo>
                  <a:close/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0" name="任意多边形 29"/>
          <p:cNvSpPr/>
          <p:nvPr>
            <p:custDataLst>
              <p:tags r:id="rId28"/>
            </p:custDataLst>
          </p:nvPr>
        </p:nvSpPr>
        <p:spPr>
          <a:xfrm>
            <a:off x="6610350" y="20669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29"/>
            </p:custDataLst>
          </p:nvPr>
        </p:nvSpPr>
        <p:spPr>
          <a:xfrm>
            <a:off x="6610350" y="30270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2174" t="-2174" r="-2174" b="-2174"/>
          <a:stretch>
            <a:fillRect/>
          </a:stretch>
        </p:blipFill>
        <p:spPr>
          <a:xfrm>
            <a:off x="6610350" y="1552575"/>
            <a:ext cx="228600" cy="2286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3"/>
            </p:custDataLst>
          </p:nvPr>
        </p:nvSpPr>
        <p:spPr>
          <a:xfrm>
            <a:off x="6934200" y="1514475"/>
            <a:ext cx="4410075" cy="29718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>
                <a:solidFill>
                  <a:srgbClr val="3E9CB8"/>
                </a:solidFill>
                <a:latin typeface="黑体" panose="02010609060101010101" charset="-122"/>
                <a:ea typeface="黑体" panose="02010609060101010101" charset="-122"/>
              </a:rPr>
              <a:t>未来展望</a:t>
            </a:r>
            <a:endParaRPr>
              <a:solidFill>
                <a:srgbClr val="3E9CB8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4"/>
            </p:custDataLst>
          </p:nvPr>
        </p:nvSpPr>
        <p:spPr>
          <a:xfrm>
            <a:off x="6710363" y="2110740"/>
            <a:ext cx="200025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1</a:t>
            </a:r>
            <a:endParaRPr sz="105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5"/>
            </p:custDataLst>
          </p:nvPr>
        </p:nvSpPr>
        <p:spPr>
          <a:xfrm>
            <a:off x="6610350" y="2345055"/>
            <a:ext cx="4733925" cy="4724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8000"/>
              </a:lnSpc>
            </a:pP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接入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IoT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可穿戴设备，实现心率、血氧等多模态数据感知，更精准判断儿童状态</a:t>
            </a:r>
            <a:endParaRPr lang="zh-CN" alt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6"/>
            </p:custDataLst>
          </p:nvPr>
        </p:nvSpPr>
        <p:spPr>
          <a:xfrm>
            <a:off x="6710363" y="3070860"/>
            <a:ext cx="200025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25000"/>
              </a:lnSpc>
            </a:pPr>
            <a:r>
              <a:rPr sz="1050" b="1">
                <a:solidFill>
                  <a:srgbClr val="FFFFFF"/>
                </a:solidFill>
                <a:latin typeface="黑体" panose="02010609060101010101" charset="-122"/>
                <a:ea typeface="黑体" panose="02010609060101010101" charset="-122"/>
              </a:rPr>
              <a:t>2</a:t>
            </a:r>
            <a:endParaRPr sz="1050" b="1">
              <a:solidFill>
                <a:srgbClr val="FFFFFF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7"/>
            </p:custDataLst>
          </p:nvPr>
        </p:nvSpPr>
        <p:spPr>
          <a:xfrm>
            <a:off x="6610350" y="3305175"/>
            <a:ext cx="4800600" cy="220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8000"/>
              </a:lnSpc>
            </a:pP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探索边缘大模型本地化部署，保障敏感数据隐私，降低</a:t>
            </a:r>
            <a:r>
              <a:rPr lang="en-US" altLang="zh-CN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API</a:t>
            </a:r>
            <a:r>
              <a:rPr lang="zh-CN" altLang="en-US" sz="12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调用成本</a:t>
            </a:r>
            <a:endParaRPr lang="zh-CN" altLang="en-US" sz="12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" name="矩形 1"/>
          <p:cNvSpPr/>
          <p:nvPr>
            <p:custDataLst>
              <p:tags r:id="rId38"/>
            </p:custDataLst>
          </p:nvPr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E9CB8"/>
              </a:gs>
              <a:gs pos="50000">
                <a:srgbClr val="6BC2DB"/>
              </a:gs>
              <a:gs pos="100000">
                <a:srgbClr val="3E9CB8"/>
              </a:gs>
            </a:gsLst>
            <a:lin ang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070622" y="1760220"/>
            <a:ext cx="6050756" cy="548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17000"/>
              </a:lnSpc>
            </a:pPr>
            <a:r>
              <a:rPr sz="3600" b="1">
                <a:solidFill>
                  <a:srgbClr val="3E9CB8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感谢各位评委老师批评指正</a:t>
            </a:r>
            <a:endParaRPr sz="3600" b="1">
              <a:solidFill>
                <a:srgbClr val="3E9CB8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2"/>
            </p:custDataLst>
          </p:nvPr>
        </p:nvSpPr>
        <p:spPr>
          <a:xfrm>
            <a:off x="5143500" y="2830830"/>
            <a:ext cx="1905000" cy="28575"/>
          </a:xfrm>
          <a:custGeom>
            <a:avLst/>
            <a:gdLst>
              <a:gd name="sw" fmla="*/ 1 w 3000"/>
              <a:gd name="sh" fmla="*/ 1 h 45"/>
              <a:gd name="mins" fmla="min sw sh"/>
              <a:gd name="dsw" fmla="+- 0 sw mins"/>
              <a:gd name="dsh" fmla="+- 0 sh mins"/>
              <a:gd name="p0x0" fmla="*/ 22 w 3000"/>
              <a:gd name="p0y0" fmla="*/ 0 h 45"/>
              <a:gd name="p0x1" fmla="*/ 2977 w 3000"/>
              <a:gd name="p0y1" fmla="*/ 0 h 45"/>
              <a:gd name="p0x2" fmla="*/ 2989 w 3000"/>
              <a:gd name="p0y2" fmla="*/ 0 h 45"/>
              <a:gd name="p0x3" fmla="*/ 3000 w 3000"/>
              <a:gd name="p0y3" fmla="*/ 10 h 45"/>
              <a:gd name="p0x4" fmla="*/ 3000 w 3000"/>
              <a:gd name="p0y4" fmla="*/ 22 h 45"/>
              <a:gd name="p0x5" fmla="*/ 3000 w 3000"/>
              <a:gd name="p0y5" fmla="*/ 34 h 45"/>
              <a:gd name="p0x6" fmla="*/ 2989 w 3000"/>
              <a:gd name="p0y6" fmla="*/ 45 h 45"/>
              <a:gd name="p0x7" fmla="*/ 2977 w 3000"/>
              <a:gd name="p0y7" fmla="*/ 45 h 45"/>
              <a:gd name="p0x8" fmla="*/ 22 w 3000"/>
              <a:gd name="p0y8" fmla="*/ 45 h 45"/>
              <a:gd name="p0x9" fmla="*/ 10 w 3000"/>
              <a:gd name="p0y9" fmla="*/ 45 h 45"/>
              <a:gd name="p0x10" fmla="*/ 0 w 3000"/>
              <a:gd name="p0y10" fmla="*/ 34 h 45"/>
              <a:gd name="p0x11" fmla="*/ 0 w 3000"/>
              <a:gd name="p0y11" fmla="*/ 22 h 45"/>
              <a:gd name="p0x12" fmla="*/ 0 w 3000"/>
              <a:gd name="p0y12" fmla="*/ 10 h 45"/>
              <a:gd name="p0x13" fmla="*/ 10 w 3000"/>
              <a:gd name="p0y13" fmla="*/ 0 h 45"/>
              <a:gd name="p0x14" fmla="*/ 22 w 30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4714875" y="3446145"/>
            <a:ext cx="2762250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  <a:spcAft>
                <a:spcPts val="1800"/>
              </a:spcAft>
            </a:pPr>
            <a:r>
              <a:rPr sz="15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感谢指导老师薛庆水的悉心指导</a:t>
            </a:r>
            <a:endParaRPr sz="15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 algn="ctr">
              <a:lnSpc>
                <a:spcPct val="133000"/>
              </a:lnSpc>
            </a:pPr>
            <a:r>
              <a:rPr sz="15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感谢开源社区与学校提供的支持</a:t>
            </a:r>
            <a:endParaRPr sz="15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5048250" y="4512945"/>
            <a:ext cx="2095500" cy="266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333333"/>
                </a:solidFill>
                <a:latin typeface="黑体" panose="02010609060101010101" charset="-122"/>
                <a:ea typeface="黑体" panose="02010609060101010101" charset="-122"/>
              </a:rPr>
              <a:t>感谢家人的陪伴与鼓励</a:t>
            </a:r>
            <a:endParaRPr sz="1500">
              <a:solidFill>
                <a:srgbClr val="333333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7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b"/>
  <p:tag name="KSO_WM_UNIT_INDEX" val="3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b"/>
  <p:tag name="KSO_WM_UNIT_INDEX" val="3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b"/>
  <p:tag name="KSO_WM_UNIT_INDEX" val="4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b"/>
  <p:tag name="KSO_WM_UNIT_INDEX" val="3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b"/>
  <p:tag name="KSO_WM_UNIT_INDEX" val="3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2091</Words>
  <Application>WPS 演示</Application>
  <PresentationFormat>宽屏</PresentationFormat>
  <Paragraphs>354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4" baseType="lpstr">
      <vt:lpstr>Arial</vt:lpstr>
      <vt:lpstr>宋体</vt:lpstr>
      <vt:lpstr>Wingdings</vt:lpstr>
      <vt:lpstr>黑体</vt:lpstr>
      <vt:lpstr>Calibri</vt:lpstr>
      <vt:lpstr>微软雅黑</vt:lpstr>
      <vt:lpstr>Arial Unicode MS</vt:lpstr>
      <vt:lpstr>Calibri Light</vt:lpstr>
      <vt:lpstr>Office 主题​​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kenzhao</cp:lastModifiedBy>
  <cp:revision>3</cp:revision>
  <dcterms:created xsi:type="dcterms:W3CDTF">2026-04-23T03:00:00Z</dcterms:created>
  <dcterms:modified xsi:type="dcterms:W3CDTF">2026-05-27T06:37:24Z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2052-12.1.0.26373</vt:lpwstr>
  </property>
  <property fmtid="{D5CDD505-2E9C-101B-9397-08002B2CF9AE}" pid="3" name="ICV">
    <vt:lpwstr/>
  </property>
</Properties>
</file>